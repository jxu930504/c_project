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3"/>
  </p:notesMasterIdLst>
  <p:sldIdLst>
    <p:sldId id="256" r:id="rId2"/>
    <p:sldId id="257" r:id="rId3"/>
    <p:sldId id="350" r:id="rId4"/>
    <p:sldId id="352" r:id="rId5"/>
    <p:sldId id="363" r:id="rId6"/>
    <p:sldId id="364" r:id="rId7"/>
    <p:sldId id="349" r:id="rId8"/>
    <p:sldId id="360" r:id="rId9"/>
    <p:sldId id="359" r:id="rId10"/>
    <p:sldId id="270" r:id="rId11"/>
    <p:sldId id="271" r:id="rId12"/>
    <p:sldId id="366" r:id="rId13"/>
    <p:sldId id="367" r:id="rId14"/>
    <p:sldId id="262" r:id="rId15"/>
    <p:sldId id="365" r:id="rId16"/>
    <p:sldId id="356" r:id="rId17"/>
    <p:sldId id="357" r:id="rId18"/>
    <p:sldId id="358" r:id="rId19"/>
    <p:sldId id="368" r:id="rId20"/>
    <p:sldId id="369" r:id="rId21"/>
    <p:sldId id="370" r:id="rId22"/>
    <p:sldId id="371" r:id="rId23"/>
    <p:sldId id="372" r:id="rId24"/>
    <p:sldId id="373" r:id="rId25"/>
    <p:sldId id="374" r:id="rId26"/>
    <p:sldId id="375" r:id="rId27"/>
    <p:sldId id="376" r:id="rId28"/>
    <p:sldId id="378" r:id="rId29"/>
    <p:sldId id="379" r:id="rId30"/>
    <p:sldId id="272" r:id="rId31"/>
    <p:sldId id="273" r:id="rId32"/>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enu" id="{FBC96E64-0E71-4C5B-AE29-21B19D327439}">
          <p14:sldIdLst>
            <p14:sldId id="256"/>
            <p14:sldId id="257"/>
            <p14:sldId id="350"/>
            <p14:sldId id="352"/>
            <p14:sldId id="363"/>
            <p14:sldId id="364"/>
          </p14:sldIdLst>
        </p14:section>
        <p14:section name="game" id="{003524FD-B52B-4FA9-90D1-65AEDF75423E}">
          <p14:sldIdLst>
            <p14:sldId id="349"/>
            <p14:sldId id="360"/>
            <p14:sldId id="359"/>
          </p14:sldIdLst>
        </p14:section>
        <p14:section name="about" id="{80360C91-8307-4575-A6DC-DC86FE9677C7}">
          <p14:sldIdLst>
            <p14:sldId id="270"/>
            <p14:sldId id="271"/>
            <p14:sldId id="366"/>
            <p14:sldId id="367"/>
          </p14:sldIdLst>
        </p14:section>
        <p14:section name="setting" id="{66A308E8-BB59-4E57-A952-676F33C9C8B7}">
          <p14:sldIdLst>
            <p14:sldId id="262"/>
            <p14:sldId id="365"/>
          </p14:sldIdLst>
        </p14:section>
        <p14:section name="load" id="{875A3ACE-0DE2-4C10-93CC-A8C194CC21A0}">
          <p14:sldIdLst>
            <p14:sldId id="356"/>
            <p14:sldId id="357"/>
            <p14:sldId id="358"/>
            <p14:sldId id="368"/>
            <p14:sldId id="369"/>
            <p14:sldId id="370"/>
            <p14:sldId id="371"/>
            <p14:sldId id="372"/>
            <p14:sldId id="373"/>
            <p14:sldId id="374"/>
            <p14:sldId id="375"/>
            <p14:sldId id="376"/>
            <p14:sldId id="378"/>
            <p14:sldId id="379"/>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426" autoAdjust="0"/>
    <p:restoredTop sz="96159" autoAdjust="0"/>
  </p:normalViewPr>
  <p:slideViewPr>
    <p:cSldViewPr snapToGrid="0">
      <p:cViewPr varScale="1">
        <p:scale>
          <a:sx n="70" d="100"/>
          <a:sy n="70" d="100"/>
        </p:scale>
        <p:origin x="130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484709-82B2-4E7F-9F86-2B0FA413AB70}" type="datetimeFigureOut">
              <a:rPr lang="zh-TW" altLang="en-US" smtClean="0"/>
              <a:t>2026/5/29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358832-FEAA-4356-B9AF-A37A39F16A8D}" type="slidenum">
              <a:rPr lang="zh-TW" altLang="en-US" smtClean="0"/>
              <a:t>‹#›</a:t>
            </a:fld>
            <a:endParaRPr lang="zh-TW" altLang="en-US"/>
          </a:p>
        </p:txBody>
      </p:sp>
    </p:spTree>
    <p:extLst>
      <p:ext uri="{BB962C8B-B14F-4D97-AF65-F5344CB8AC3E}">
        <p14:creationId xmlns:p14="http://schemas.microsoft.com/office/powerpoint/2010/main" val="867966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D358832-FEAA-4356-B9AF-A37A39F16A8D}" type="slidenum">
              <a:rPr lang="zh-TW" altLang="en-US" smtClean="0"/>
              <a:t>3</a:t>
            </a:fld>
            <a:endParaRPr lang="zh-TW" altLang="en-US"/>
          </a:p>
        </p:txBody>
      </p:sp>
    </p:spTree>
    <p:extLst>
      <p:ext uri="{BB962C8B-B14F-4D97-AF65-F5344CB8AC3E}">
        <p14:creationId xmlns:p14="http://schemas.microsoft.com/office/powerpoint/2010/main" val="692450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zh-TW" altLang="en-US"/>
              <a:t>按一下以編輯母片標題樣式</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7E94FD5F-AE28-41FF-BA8E-7FE1DE9168D7}" type="datetimeFigureOut">
              <a:rPr lang="zh-TW" altLang="en-US" smtClean="0"/>
              <a:t>2026/5/29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3563157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E94FD5F-AE28-41FF-BA8E-7FE1DE9168D7}" type="datetimeFigureOut">
              <a:rPr lang="zh-TW" altLang="en-US" smtClean="0"/>
              <a:t>2026/5/29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1589428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zh-TW" altLang="en-US"/>
              <a:t>按一下以編輯母片標題樣式</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7E94FD5F-AE28-41FF-BA8E-7FE1DE9168D7}" type="datetimeFigureOut">
              <a:rPr lang="zh-TW" altLang="en-US" smtClean="0"/>
              <a:t>2026/5/29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1150015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7E94FD5F-AE28-41FF-BA8E-7FE1DE9168D7}" type="datetimeFigureOut">
              <a:rPr lang="zh-TW" altLang="en-US" smtClean="0"/>
              <a:t>2026/5/29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335297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zh-TW" altLang="en-US"/>
              <a:t>按一下以編輯母片文字樣式</a:t>
            </a:r>
          </a:p>
        </p:txBody>
      </p:sp>
      <p:sp>
        <p:nvSpPr>
          <p:cNvPr id="4" name="Content Placeholder 3"/>
          <p:cNvSpPr>
            <a:spLocks noGrp="1"/>
          </p:cNvSpPr>
          <p:nvPr>
            <p:ph sz="half" idx="2"/>
          </p:nvPr>
        </p:nvSpPr>
        <p:spPr>
          <a:xfrm>
            <a:off x="1259683" y="3757613"/>
            <a:ext cx="7736681" cy="5526882"/>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zh-TW" altLang="en-US"/>
              <a:t>按一下以編輯母片文字樣式</a:t>
            </a:r>
          </a:p>
        </p:txBody>
      </p:sp>
      <p:sp>
        <p:nvSpPr>
          <p:cNvPr id="6" name="Content Placeholder 5"/>
          <p:cNvSpPr>
            <a:spLocks noGrp="1"/>
          </p:cNvSpPr>
          <p:nvPr>
            <p:ph sz="quarter" idx="4"/>
          </p:nvPr>
        </p:nvSpPr>
        <p:spPr>
          <a:xfrm>
            <a:off x="9258300" y="3757613"/>
            <a:ext cx="7774782" cy="5526882"/>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7E94FD5F-AE28-41FF-BA8E-7FE1DE9168D7}" type="datetimeFigureOut">
              <a:rPr lang="zh-TW" altLang="en-US" smtClean="0"/>
              <a:t>2026/5/29</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2400753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7E94FD5F-AE28-41FF-BA8E-7FE1DE9168D7}" type="datetimeFigureOut">
              <a:rPr lang="zh-TW" altLang="en-US" smtClean="0"/>
              <a:t>2026/5/29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2052811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94FD5F-AE28-41FF-BA8E-7FE1DE9168D7}" type="datetimeFigureOut">
              <a:rPr lang="zh-TW" altLang="en-US" smtClean="0"/>
              <a:t>2026/5/29</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543267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zh-TW" altLang="en-US"/>
              <a:t>按一下以編輯母片標題樣式</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7E94FD5F-AE28-41FF-BA8E-7FE1DE9168D7}" type="datetimeFigureOut">
              <a:rPr lang="zh-TW" altLang="en-US" smtClean="0"/>
              <a:t>2026/5/29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2918548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7E94FD5F-AE28-41FF-BA8E-7FE1DE9168D7}" type="datetimeFigureOut">
              <a:rPr lang="zh-TW" altLang="en-US" smtClean="0"/>
              <a:t>2026/5/29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947103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E94FD5F-AE28-41FF-BA8E-7FE1DE9168D7}" type="datetimeFigureOut">
              <a:rPr lang="zh-TW" altLang="en-US" smtClean="0"/>
              <a:t>2026/5/29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679710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E94FD5F-AE28-41FF-BA8E-7FE1DE9168D7}" type="datetimeFigureOut">
              <a:rPr lang="zh-TW" altLang="en-US" smtClean="0"/>
              <a:t>2026/5/29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1557442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7E94FD5F-AE28-41FF-BA8E-7FE1DE9168D7}" type="datetimeFigureOut">
              <a:rPr lang="zh-TW" altLang="en-US" smtClean="0"/>
              <a:t>2026/5/29</a:t>
            </a:fld>
            <a:endParaRPr lang="zh-TW" alt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39E910F-80FA-4F28-AC71-B4634004065C}" type="slidenum">
              <a:rPr lang="zh-TW" altLang="en-US" smtClean="0"/>
              <a:t>‹#›</a:t>
            </a:fld>
            <a:endParaRPr lang="zh-TW" altLang="en-US"/>
          </a:p>
        </p:txBody>
      </p:sp>
    </p:spTree>
    <p:extLst>
      <p:ext uri="{BB962C8B-B14F-4D97-AF65-F5344CB8AC3E}">
        <p14:creationId xmlns:p14="http://schemas.microsoft.com/office/powerpoint/2010/main" val="394023831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F989A4-0CBD-4B30-8601-72F3F8D9F980}"/>
              </a:ext>
            </a:extLst>
          </p:cNvPr>
          <p:cNvSpPr>
            <a:spLocks noGrp="1"/>
          </p:cNvSpPr>
          <p:nvPr>
            <p:ph type="ctrTitle"/>
          </p:nvPr>
        </p:nvSpPr>
        <p:spPr>
          <a:xfrm>
            <a:off x="3852988" y="1283867"/>
            <a:ext cx="3581940" cy="7719270"/>
          </a:xfrm>
        </p:spPr>
        <p:txBody>
          <a:bodyPr anchor="ctr">
            <a:noAutofit/>
          </a:bodyPr>
          <a:lstStyle/>
          <a:p>
            <a:pPr>
              <a:lnSpc>
                <a:spcPct val="150000"/>
              </a:lnSpc>
            </a:pPr>
            <a:r>
              <a:rPr lang="zh-TW" altLang="en-US" sz="6754" b="1" dirty="0">
                <a:latin typeface="俐方體11號" pitchFamily="2" charset="-120"/>
                <a:ea typeface="俐方體11號" pitchFamily="2" charset="-120"/>
              </a:rPr>
              <a:t>開始</a:t>
            </a:r>
            <a:br>
              <a:rPr lang="en-US" altLang="zh-TW" sz="6754" b="1" dirty="0">
                <a:latin typeface="俐方體11號" pitchFamily="2" charset="-120"/>
                <a:ea typeface="俐方體11號" pitchFamily="2" charset="-120"/>
              </a:rPr>
            </a:br>
            <a:r>
              <a:rPr lang="zh-TW" altLang="en-US" sz="6754" b="1" dirty="0">
                <a:latin typeface="俐方體11號" pitchFamily="2" charset="-120"/>
                <a:ea typeface="俐方體11號" pitchFamily="2" charset="-120"/>
              </a:rPr>
              <a:t>繼續</a:t>
            </a:r>
          </a:p>
        </p:txBody>
      </p:sp>
      <p:sp>
        <p:nvSpPr>
          <p:cNvPr id="4" name="標題 1">
            <a:extLst>
              <a:ext uri="{FF2B5EF4-FFF2-40B4-BE49-F238E27FC236}">
                <a16:creationId xmlns:a16="http://schemas.microsoft.com/office/drawing/2014/main" id="{3C07C83E-4499-4E54-A6CF-A2DAA21943AE}"/>
              </a:ext>
            </a:extLst>
          </p:cNvPr>
          <p:cNvSpPr txBox="1">
            <a:spLocks/>
          </p:cNvSpPr>
          <p:nvPr/>
        </p:nvSpPr>
        <p:spPr>
          <a:xfrm>
            <a:off x="9490924" y="1283867"/>
            <a:ext cx="3581940" cy="7719270"/>
          </a:xfrm>
          <a:prstGeom prst="rect">
            <a:avLst/>
          </a:prstGeom>
        </p:spPr>
        <p:txBody>
          <a:bodyPr vert="horz" lIns="51462" tIns="25732" rIns="51462" bIns="25732"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20000"/>
              </a:lnSpc>
            </a:pPr>
            <a:r>
              <a:rPr lang="zh-TW" altLang="en-US" sz="5404" b="1" dirty="0">
                <a:latin typeface="俐方體11號" pitchFamily="2" charset="-120"/>
                <a:ea typeface="俐方體11號" pitchFamily="2" charset="-120"/>
              </a:rPr>
              <a:t>載入</a:t>
            </a:r>
            <a:endParaRPr lang="en-US" altLang="zh-TW" sz="5404" b="1" dirty="0">
              <a:latin typeface="俐方體11號" pitchFamily="2" charset="-120"/>
              <a:ea typeface="俐方體11號" pitchFamily="2" charset="-120"/>
            </a:endParaRPr>
          </a:p>
          <a:p>
            <a:pPr>
              <a:lnSpc>
                <a:spcPct val="120000"/>
              </a:lnSpc>
            </a:pPr>
            <a:r>
              <a:rPr lang="zh-TW" altLang="en-US" sz="5404" b="1" dirty="0">
                <a:latin typeface="俐方體11號" pitchFamily="2" charset="-120"/>
                <a:ea typeface="俐方體11號" pitchFamily="2" charset="-120"/>
              </a:rPr>
              <a:t>設定</a:t>
            </a:r>
            <a:endParaRPr lang="en-US" altLang="zh-TW" sz="5404" b="1" dirty="0">
              <a:latin typeface="俐方體11號" pitchFamily="2" charset="-120"/>
              <a:ea typeface="俐方體11號" pitchFamily="2" charset="-120"/>
            </a:endParaRPr>
          </a:p>
          <a:p>
            <a:pPr>
              <a:lnSpc>
                <a:spcPct val="120000"/>
              </a:lnSpc>
            </a:pPr>
            <a:r>
              <a:rPr lang="zh-TW" altLang="en-US" sz="5404" b="1" dirty="0">
                <a:latin typeface="俐方體11號" pitchFamily="2" charset="-120"/>
                <a:ea typeface="俐方體11號" pitchFamily="2" charset="-120"/>
              </a:rPr>
              <a:t>關於</a:t>
            </a:r>
            <a:endParaRPr lang="en-US" altLang="zh-TW" sz="5404" b="1" dirty="0">
              <a:latin typeface="俐方體11號" pitchFamily="2" charset="-120"/>
              <a:ea typeface="俐方體11號" pitchFamily="2" charset="-120"/>
            </a:endParaRPr>
          </a:p>
          <a:p>
            <a:pPr>
              <a:lnSpc>
                <a:spcPct val="120000"/>
              </a:lnSpc>
            </a:pPr>
            <a:r>
              <a:rPr lang="zh-TW" altLang="en-US" sz="5404" b="1" dirty="0">
                <a:latin typeface="俐方體11號" pitchFamily="2" charset="-120"/>
                <a:ea typeface="俐方體11號" pitchFamily="2" charset="-120"/>
              </a:rPr>
              <a:t>說明</a:t>
            </a:r>
            <a:endParaRPr lang="en-US" altLang="zh-TW" sz="5404" b="1" dirty="0">
              <a:latin typeface="俐方體11號" pitchFamily="2" charset="-120"/>
              <a:ea typeface="俐方體11號" pitchFamily="2" charset="-120"/>
            </a:endParaRPr>
          </a:p>
          <a:p>
            <a:pPr>
              <a:lnSpc>
                <a:spcPct val="120000"/>
              </a:lnSpc>
            </a:pPr>
            <a:r>
              <a:rPr lang="zh-TW" altLang="en-US" sz="5404" b="1" dirty="0">
                <a:latin typeface="俐方體11號" pitchFamily="2" charset="-120"/>
                <a:ea typeface="俐方體11號" pitchFamily="2" charset="-120"/>
              </a:rPr>
              <a:t>離開</a:t>
            </a:r>
          </a:p>
        </p:txBody>
      </p:sp>
      <p:cxnSp>
        <p:nvCxnSpPr>
          <p:cNvPr id="6" name="直線接點 5">
            <a:extLst>
              <a:ext uri="{FF2B5EF4-FFF2-40B4-BE49-F238E27FC236}">
                <a16:creationId xmlns:a16="http://schemas.microsoft.com/office/drawing/2014/main" id="{CEF6C0E1-DD7C-4415-90FD-67AC33150000}"/>
              </a:ext>
            </a:extLst>
          </p:cNvPr>
          <p:cNvCxnSpPr>
            <a:cxnSpLocks/>
          </p:cNvCxnSpPr>
          <p:nvPr/>
        </p:nvCxnSpPr>
        <p:spPr>
          <a:xfrm>
            <a:off x="9144000" y="2316093"/>
            <a:ext cx="0" cy="5654818"/>
          </a:xfrm>
          <a:prstGeom prst="line">
            <a:avLst/>
          </a:prstGeom>
          <a:ln w="57150"/>
        </p:spPr>
        <p:style>
          <a:lnRef idx="1">
            <a:schemeClr val="dk1"/>
          </a:lnRef>
          <a:fillRef idx="0">
            <a:schemeClr val="dk1"/>
          </a:fillRef>
          <a:effectRef idx="0">
            <a:schemeClr val="dk1"/>
          </a:effectRef>
          <a:fontRef idx="minor">
            <a:schemeClr val="tx1"/>
          </a:fontRef>
        </p:style>
      </p:cxnSp>
      <p:sp>
        <p:nvSpPr>
          <p:cNvPr id="7" name="文字方塊 6">
            <a:extLst>
              <a:ext uri="{FF2B5EF4-FFF2-40B4-BE49-F238E27FC236}">
                <a16:creationId xmlns:a16="http://schemas.microsoft.com/office/drawing/2014/main" id="{E1FAD34B-4BC8-466C-9FB1-A9C02F2EFA21}"/>
              </a:ext>
            </a:extLst>
          </p:cNvPr>
          <p:cNvSpPr txBox="1"/>
          <p:nvPr/>
        </p:nvSpPr>
        <p:spPr>
          <a:xfrm>
            <a:off x="15904890" y="9353451"/>
            <a:ext cx="9144000" cy="729430"/>
          </a:xfrm>
          <a:prstGeom prst="rect">
            <a:avLst/>
          </a:prstGeom>
          <a:noFill/>
        </p:spPr>
        <p:txBody>
          <a:bodyPr wrap="square">
            <a:spAutoFit/>
          </a:bodyPr>
          <a:lstStyle/>
          <a:p>
            <a:pPr>
              <a:lnSpc>
                <a:spcPct val="120000"/>
              </a:lnSpc>
            </a:pPr>
            <a:r>
              <a:rPr lang="zh-TW" altLang="en-US" sz="3600" b="1" dirty="0">
                <a:latin typeface="俐方體11號" pitchFamily="2" charset="-120"/>
                <a:ea typeface="俐方體11號" pitchFamily="2" charset="-120"/>
              </a:rPr>
              <a:t>清空存檔</a:t>
            </a:r>
            <a:endParaRPr lang="en-US" altLang="zh-TW" sz="3600" b="1" dirty="0">
              <a:latin typeface="俐方體11號" pitchFamily="2" charset="-120"/>
              <a:ea typeface="俐方體11號" pitchFamily="2" charset="-120"/>
            </a:endParaRPr>
          </a:p>
        </p:txBody>
      </p:sp>
    </p:spTree>
    <p:extLst>
      <p:ext uri="{BB962C8B-B14F-4D97-AF65-F5344CB8AC3E}">
        <p14:creationId xmlns:p14="http://schemas.microsoft.com/office/powerpoint/2010/main" val="14727115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F989A4-0CBD-4B30-8601-72F3F8D9F980}"/>
              </a:ext>
            </a:extLst>
          </p:cNvPr>
          <p:cNvSpPr>
            <a:spLocks noGrp="1"/>
          </p:cNvSpPr>
          <p:nvPr>
            <p:ph type="ctrTitle"/>
          </p:nvPr>
        </p:nvSpPr>
        <p:spPr>
          <a:xfrm>
            <a:off x="3852988" y="1283867"/>
            <a:ext cx="3581940" cy="7719270"/>
          </a:xfrm>
        </p:spPr>
        <p:txBody>
          <a:bodyPr anchor="ctr">
            <a:noAutofit/>
          </a:bodyPr>
          <a:lstStyle/>
          <a:p>
            <a:pPr>
              <a:lnSpc>
                <a:spcPct val="150000"/>
              </a:lnSpc>
            </a:pPr>
            <a:r>
              <a:rPr lang="zh-TW" altLang="en-US" sz="6754" b="1" dirty="0">
                <a:solidFill>
                  <a:schemeClr val="accent1"/>
                </a:solidFill>
                <a:latin typeface="俐方體11號" pitchFamily="2" charset="-120"/>
                <a:ea typeface="俐方體11號" pitchFamily="2" charset="-120"/>
              </a:rPr>
              <a:t>開始</a:t>
            </a:r>
            <a:br>
              <a:rPr lang="zh-TW" altLang="en-US" sz="6754" b="1" dirty="0">
                <a:solidFill>
                  <a:schemeClr val="accent1"/>
                </a:solidFill>
                <a:latin typeface="俐方體11號" pitchFamily="2" charset="-120"/>
                <a:ea typeface="俐方體11號" pitchFamily="2" charset="-120"/>
              </a:rPr>
            </a:br>
            <a:r>
              <a:rPr lang="zh-TW" altLang="en-US" sz="6754" b="1" dirty="0">
                <a:solidFill>
                  <a:schemeClr val="accent1"/>
                </a:solidFill>
                <a:latin typeface="俐方體11號" pitchFamily="2" charset="-120"/>
                <a:ea typeface="俐方體11號" pitchFamily="2" charset="-120"/>
              </a:rPr>
              <a:t>繼續</a:t>
            </a:r>
          </a:p>
        </p:txBody>
      </p:sp>
      <p:sp>
        <p:nvSpPr>
          <p:cNvPr id="4" name="標題 1">
            <a:extLst>
              <a:ext uri="{FF2B5EF4-FFF2-40B4-BE49-F238E27FC236}">
                <a16:creationId xmlns:a16="http://schemas.microsoft.com/office/drawing/2014/main" id="{3C07C83E-4499-4E54-A6CF-A2DAA21943AE}"/>
              </a:ext>
            </a:extLst>
          </p:cNvPr>
          <p:cNvSpPr txBox="1">
            <a:spLocks/>
          </p:cNvSpPr>
          <p:nvPr/>
        </p:nvSpPr>
        <p:spPr>
          <a:xfrm>
            <a:off x="9490924" y="1283867"/>
            <a:ext cx="3581940" cy="7719270"/>
          </a:xfrm>
          <a:prstGeom prst="rect">
            <a:avLst/>
          </a:prstGeom>
        </p:spPr>
        <p:txBody>
          <a:bodyPr vert="horz" lIns="51462" tIns="25732" rIns="51462" bIns="25732"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20000"/>
              </a:lnSpc>
            </a:pPr>
            <a:r>
              <a:rPr lang="zh-TW" altLang="en-US" sz="5404" b="1" dirty="0">
                <a:solidFill>
                  <a:schemeClr val="accent1"/>
                </a:solidFill>
                <a:latin typeface="俐方體11號" pitchFamily="2" charset="-120"/>
                <a:ea typeface="俐方體11號" pitchFamily="2" charset="-120"/>
              </a:rPr>
              <a:t>載入</a:t>
            </a:r>
            <a:endParaRPr lang="en-US" altLang="zh-TW" sz="5404" b="1" dirty="0">
              <a:solidFill>
                <a:schemeClr val="accent1"/>
              </a:solidFill>
              <a:latin typeface="俐方體11號" pitchFamily="2" charset="-120"/>
              <a:ea typeface="俐方體11號" pitchFamily="2" charset="-120"/>
            </a:endParaRPr>
          </a:p>
          <a:p>
            <a:pPr>
              <a:lnSpc>
                <a:spcPct val="120000"/>
              </a:lnSpc>
            </a:pPr>
            <a:r>
              <a:rPr lang="zh-TW" altLang="en-US" sz="5404" b="1" dirty="0">
                <a:solidFill>
                  <a:schemeClr val="accent1"/>
                </a:solidFill>
                <a:latin typeface="俐方體11號" pitchFamily="2" charset="-120"/>
                <a:ea typeface="俐方體11號" pitchFamily="2" charset="-120"/>
              </a:rPr>
              <a:t>設定</a:t>
            </a:r>
            <a:endParaRPr lang="en-US" altLang="zh-TW" sz="5404" b="1" dirty="0">
              <a:solidFill>
                <a:schemeClr val="accent1"/>
              </a:solidFill>
              <a:latin typeface="俐方體11號" pitchFamily="2" charset="-120"/>
              <a:ea typeface="俐方體11號" pitchFamily="2" charset="-120"/>
            </a:endParaRPr>
          </a:p>
          <a:p>
            <a:pPr>
              <a:lnSpc>
                <a:spcPct val="120000"/>
              </a:lnSpc>
            </a:pPr>
            <a:r>
              <a:rPr lang="zh-TW" altLang="en-US" sz="5404" b="1" dirty="0">
                <a:solidFill>
                  <a:schemeClr val="accent1"/>
                </a:solidFill>
                <a:latin typeface="俐方體11號" pitchFamily="2" charset="-120"/>
                <a:ea typeface="俐方體11號" pitchFamily="2" charset="-120"/>
              </a:rPr>
              <a:t>關於</a:t>
            </a:r>
            <a:endParaRPr lang="en-US" altLang="zh-TW" sz="5404" b="1" dirty="0">
              <a:solidFill>
                <a:schemeClr val="accent1"/>
              </a:solidFill>
              <a:latin typeface="俐方體11號" pitchFamily="2" charset="-120"/>
              <a:ea typeface="俐方體11號" pitchFamily="2" charset="-120"/>
            </a:endParaRPr>
          </a:p>
          <a:p>
            <a:pPr>
              <a:lnSpc>
                <a:spcPct val="120000"/>
              </a:lnSpc>
            </a:pPr>
            <a:r>
              <a:rPr lang="zh-TW" altLang="en-US" sz="5404" b="1" dirty="0">
                <a:solidFill>
                  <a:schemeClr val="accent1"/>
                </a:solidFill>
                <a:latin typeface="俐方體11號" pitchFamily="2" charset="-120"/>
                <a:ea typeface="俐方體11號" pitchFamily="2" charset="-120"/>
              </a:rPr>
              <a:t>說明</a:t>
            </a:r>
            <a:endParaRPr lang="en-US" altLang="zh-TW" sz="5404" b="1" dirty="0">
              <a:solidFill>
                <a:schemeClr val="accent1"/>
              </a:solidFill>
              <a:latin typeface="俐方體11號" pitchFamily="2" charset="-120"/>
              <a:ea typeface="俐方體11號" pitchFamily="2" charset="-120"/>
            </a:endParaRPr>
          </a:p>
          <a:p>
            <a:pPr>
              <a:lnSpc>
                <a:spcPct val="120000"/>
              </a:lnSpc>
            </a:pPr>
            <a:r>
              <a:rPr lang="zh-TW" altLang="en-US" sz="5404" b="1" dirty="0">
                <a:solidFill>
                  <a:schemeClr val="accent1"/>
                </a:solidFill>
                <a:latin typeface="俐方體11號" pitchFamily="2" charset="-120"/>
                <a:ea typeface="俐方體11號" pitchFamily="2" charset="-120"/>
              </a:rPr>
              <a:t>離開</a:t>
            </a:r>
          </a:p>
        </p:txBody>
      </p:sp>
      <p:cxnSp>
        <p:nvCxnSpPr>
          <p:cNvPr id="6" name="直線接點 5">
            <a:extLst>
              <a:ext uri="{FF2B5EF4-FFF2-40B4-BE49-F238E27FC236}">
                <a16:creationId xmlns:a16="http://schemas.microsoft.com/office/drawing/2014/main" id="{CEF6C0E1-DD7C-4415-90FD-67AC33150000}"/>
              </a:ext>
            </a:extLst>
          </p:cNvPr>
          <p:cNvCxnSpPr>
            <a:cxnSpLocks/>
          </p:cNvCxnSpPr>
          <p:nvPr/>
        </p:nvCxnSpPr>
        <p:spPr>
          <a:xfrm>
            <a:off x="9144000" y="2316093"/>
            <a:ext cx="0" cy="5654818"/>
          </a:xfrm>
          <a:prstGeom prst="line">
            <a:avLst/>
          </a:prstGeom>
          <a:ln w="57150"/>
        </p:spPr>
        <p:style>
          <a:lnRef idx="1">
            <a:schemeClr val="dk1"/>
          </a:lnRef>
          <a:fillRef idx="0">
            <a:schemeClr val="dk1"/>
          </a:fillRef>
          <a:effectRef idx="0">
            <a:schemeClr val="dk1"/>
          </a:effectRef>
          <a:fontRef idx="minor">
            <a:schemeClr val="tx1"/>
          </a:fontRef>
        </p:style>
      </p:cxnSp>
      <p:sp>
        <p:nvSpPr>
          <p:cNvPr id="5" name="文字方塊 4">
            <a:extLst>
              <a:ext uri="{FF2B5EF4-FFF2-40B4-BE49-F238E27FC236}">
                <a16:creationId xmlns:a16="http://schemas.microsoft.com/office/drawing/2014/main" id="{9E158149-E539-47DB-941D-DAB505018827}"/>
              </a:ext>
            </a:extLst>
          </p:cNvPr>
          <p:cNvSpPr txBox="1"/>
          <p:nvPr/>
        </p:nvSpPr>
        <p:spPr>
          <a:xfrm>
            <a:off x="15904890" y="9353451"/>
            <a:ext cx="9144000" cy="729430"/>
          </a:xfrm>
          <a:prstGeom prst="rect">
            <a:avLst/>
          </a:prstGeom>
          <a:noFill/>
        </p:spPr>
        <p:txBody>
          <a:bodyPr wrap="square">
            <a:spAutoFit/>
          </a:bodyPr>
          <a:lstStyle/>
          <a:p>
            <a:pPr>
              <a:lnSpc>
                <a:spcPct val="120000"/>
              </a:lnSpc>
            </a:pPr>
            <a:r>
              <a:rPr lang="zh-TW" altLang="en-US" sz="3600" b="1" dirty="0">
                <a:solidFill>
                  <a:srgbClr val="FF0000"/>
                </a:solidFill>
                <a:latin typeface="俐方體11號" pitchFamily="2" charset="-120"/>
                <a:ea typeface="俐方體11號" pitchFamily="2" charset="-120"/>
              </a:rPr>
              <a:t>清空存檔</a:t>
            </a:r>
            <a:endParaRPr lang="en-US" altLang="zh-TW" sz="3600" b="1" dirty="0">
              <a:solidFill>
                <a:srgbClr val="FF0000"/>
              </a:solidFill>
              <a:latin typeface="俐方體11號" pitchFamily="2" charset="-120"/>
              <a:ea typeface="俐方體11號" pitchFamily="2" charset="-120"/>
            </a:endParaRPr>
          </a:p>
        </p:txBody>
      </p:sp>
    </p:spTree>
    <p:extLst>
      <p:ext uri="{BB962C8B-B14F-4D97-AF65-F5344CB8AC3E}">
        <p14:creationId xmlns:p14="http://schemas.microsoft.com/office/powerpoint/2010/main" val="70908981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圖片 35">
            <a:extLst>
              <a:ext uri="{FF2B5EF4-FFF2-40B4-BE49-F238E27FC236}">
                <a16:creationId xmlns:a16="http://schemas.microsoft.com/office/drawing/2014/main" id="{24EBB6BF-0AA1-4349-85C6-779F5BF6BDE0}"/>
              </a:ext>
            </a:extLst>
          </p:cNvPr>
          <p:cNvPicPr>
            <a:picLocks noChangeAspect="1"/>
          </p:cNvPicPr>
          <p:nvPr/>
        </p:nvPicPr>
        <p:blipFill rotWithShape="1">
          <a:blip r:embed="rId3">
            <a:extLst>
              <a:ext uri="{28A0092B-C50C-407E-A947-70E740481C1C}">
                <a14:useLocalDpi xmlns:a14="http://schemas.microsoft.com/office/drawing/2010/main" val="0"/>
              </a:ext>
            </a:extLst>
          </a:blip>
          <a:srcRect r="59052"/>
          <a:stretch/>
        </p:blipFill>
        <p:spPr>
          <a:xfrm>
            <a:off x="1357870" y="2135740"/>
            <a:ext cx="853068" cy="7463829"/>
          </a:xfrm>
          <a:prstGeom prst="rect">
            <a:avLst/>
          </a:prstGeom>
        </p:spPr>
      </p:pic>
      <p:sp>
        <p:nvSpPr>
          <p:cNvPr id="37" name="矩形 36">
            <a:extLst>
              <a:ext uri="{FF2B5EF4-FFF2-40B4-BE49-F238E27FC236}">
                <a16:creationId xmlns:a16="http://schemas.microsoft.com/office/drawing/2014/main" id="{5564F3D3-EFBE-4F42-8BE4-46CB27F099A7}"/>
              </a:ext>
            </a:extLst>
          </p:cNvPr>
          <p:cNvSpPr/>
          <p:nvPr/>
        </p:nvSpPr>
        <p:spPr>
          <a:xfrm>
            <a:off x="0" y="0"/>
            <a:ext cx="18288000" cy="10287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solidFill>
                <a:schemeClr val="bg1"/>
              </a:solidFill>
            </a:endParaRPr>
          </a:p>
        </p:txBody>
      </p:sp>
    </p:spTree>
    <p:extLst>
      <p:ext uri="{BB962C8B-B14F-4D97-AF65-F5344CB8AC3E}">
        <p14:creationId xmlns:p14="http://schemas.microsoft.com/office/powerpoint/2010/main" val="94656175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圖片 37">
            <a:extLst>
              <a:ext uri="{FF2B5EF4-FFF2-40B4-BE49-F238E27FC236}">
                <a16:creationId xmlns:a16="http://schemas.microsoft.com/office/drawing/2014/main" id="{7A399A82-C3DC-423D-AB04-0DB40DA6D4D2}"/>
              </a:ext>
            </a:extLst>
          </p:cNvPr>
          <p:cNvPicPr>
            <a:picLocks noChangeAspect="1"/>
          </p:cNvPicPr>
          <p:nvPr/>
        </p:nvPicPr>
        <p:blipFill rotWithShape="1">
          <a:blip r:embed="rId2">
            <a:extLst>
              <a:ext uri="{28A0092B-C50C-407E-A947-70E740481C1C}">
                <a14:useLocalDpi xmlns:a14="http://schemas.microsoft.com/office/drawing/2010/main" val="0"/>
              </a:ext>
            </a:extLst>
          </a:blip>
          <a:srcRect l="65179" t="183" r="-65179" b="-183"/>
          <a:stretch/>
        </p:blipFill>
        <p:spPr>
          <a:xfrm>
            <a:off x="1357869" y="2149388"/>
            <a:ext cx="2083299" cy="7463829"/>
          </a:xfrm>
          <a:prstGeom prst="rect">
            <a:avLst/>
          </a:prstGeom>
        </p:spPr>
      </p:pic>
      <p:sp>
        <p:nvSpPr>
          <p:cNvPr id="39" name="矩形 38">
            <a:extLst>
              <a:ext uri="{FF2B5EF4-FFF2-40B4-BE49-F238E27FC236}">
                <a16:creationId xmlns:a16="http://schemas.microsoft.com/office/drawing/2014/main" id="{973D179A-44CF-4E56-BB61-D1A1D523BC94}"/>
              </a:ext>
            </a:extLst>
          </p:cNvPr>
          <p:cNvSpPr/>
          <p:nvPr/>
        </p:nvSpPr>
        <p:spPr>
          <a:xfrm>
            <a:off x="0" y="0"/>
            <a:ext cx="18288000" cy="10287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solidFill>
                <a:schemeClr val="bg1"/>
              </a:solidFill>
            </a:endParaRPr>
          </a:p>
        </p:txBody>
      </p:sp>
    </p:spTree>
    <p:extLst>
      <p:ext uri="{BB962C8B-B14F-4D97-AF65-F5344CB8AC3E}">
        <p14:creationId xmlns:p14="http://schemas.microsoft.com/office/powerpoint/2010/main" val="56489791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圖片 35">
            <a:extLst>
              <a:ext uri="{FF2B5EF4-FFF2-40B4-BE49-F238E27FC236}">
                <a16:creationId xmlns:a16="http://schemas.microsoft.com/office/drawing/2014/main" id="{24EBB6BF-0AA1-4349-85C6-779F5BF6BDE0}"/>
              </a:ext>
            </a:extLst>
          </p:cNvPr>
          <p:cNvPicPr>
            <a:picLocks noChangeAspect="1"/>
          </p:cNvPicPr>
          <p:nvPr/>
        </p:nvPicPr>
        <p:blipFill rotWithShape="1">
          <a:blip r:embed="rId2">
            <a:extLst>
              <a:ext uri="{28A0092B-C50C-407E-A947-70E740481C1C}">
                <a14:useLocalDpi xmlns:a14="http://schemas.microsoft.com/office/drawing/2010/main" val="0"/>
              </a:ext>
            </a:extLst>
          </a:blip>
          <a:srcRect t="21853" r="59052"/>
          <a:stretch/>
        </p:blipFill>
        <p:spPr>
          <a:xfrm>
            <a:off x="1357870" y="3766782"/>
            <a:ext cx="853068" cy="5832787"/>
          </a:xfrm>
          <a:prstGeom prst="rect">
            <a:avLst/>
          </a:prstGeom>
        </p:spPr>
      </p:pic>
      <p:sp>
        <p:nvSpPr>
          <p:cNvPr id="3" name="矩形 2">
            <a:extLst>
              <a:ext uri="{FF2B5EF4-FFF2-40B4-BE49-F238E27FC236}">
                <a16:creationId xmlns:a16="http://schemas.microsoft.com/office/drawing/2014/main" id="{0F4DBA52-8F8C-4FBA-AE9E-32B7D7F5EE57}"/>
              </a:ext>
            </a:extLst>
          </p:cNvPr>
          <p:cNvSpPr/>
          <p:nvPr/>
        </p:nvSpPr>
        <p:spPr>
          <a:xfrm>
            <a:off x="0" y="0"/>
            <a:ext cx="18288000" cy="10287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solidFill>
                <a:schemeClr val="bg1"/>
              </a:solidFill>
            </a:endParaRPr>
          </a:p>
        </p:txBody>
      </p:sp>
    </p:spTree>
    <p:extLst>
      <p:ext uri="{BB962C8B-B14F-4D97-AF65-F5344CB8AC3E}">
        <p14:creationId xmlns:p14="http://schemas.microsoft.com/office/powerpoint/2010/main" val="71974490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圖片 37">
            <a:extLst>
              <a:ext uri="{FF2B5EF4-FFF2-40B4-BE49-F238E27FC236}">
                <a16:creationId xmlns:a16="http://schemas.microsoft.com/office/drawing/2014/main" id="{7A399A82-C3DC-423D-AB04-0DB40DA6D4D2}"/>
              </a:ext>
            </a:extLst>
          </p:cNvPr>
          <p:cNvPicPr>
            <a:picLocks noChangeAspect="1"/>
          </p:cNvPicPr>
          <p:nvPr/>
        </p:nvPicPr>
        <p:blipFill rotWithShape="1">
          <a:blip r:embed="rId2">
            <a:extLst>
              <a:ext uri="{28A0092B-C50C-407E-A947-70E740481C1C}">
                <a14:useLocalDpi xmlns:a14="http://schemas.microsoft.com/office/drawing/2010/main" val="0"/>
              </a:ext>
            </a:extLst>
          </a:blip>
          <a:srcRect l="65179" t="21853" r="-65179" b="-183"/>
          <a:stretch/>
        </p:blipFill>
        <p:spPr>
          <a:xfrm>
            <a:off x="1357869" y="3766782"/>
            <a:ext cx="2083299" cy="5846435"/>
          </a:xfrm>
          <a:prstGeom prst="rect">
            <a:avLst/>
          </a:prstGeom>
        </p:spPr>
      </p:pic>
      <p:sp>
        <p:nvSpPr>
          <p:cNvPr id="3" name="矩形 2">
            <a:extLst>
              <a:ext uri="{FF2B5EF4-FFF2-40B4-BE49-F238E27FC236}">
                <a16:creationId xmlns:a16="http://schemas.microsoft.com/office/drawing/2014/main" id="{08539B32-0B81-4C8B-937A-2E048783BB03}"/>
              </a:ext>
            </a:extLst>
          </p:cNvPr>
          <p:cNvSpPr/>
          <p:nvPr/>
        </p:nvSpPr>
        <p:spPr>
          <a:xfrm>
            <a:off x="0" y="0"/>
            <a:ext cx="18288000" cy="10287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a:solidFill>
                <a:schemeClr val="bg1"/>
              </a:solidFill>
            </a:endParaRPr>
          </a:p>
        </p:txBody>
      </p:sp>
    </p:spTree>
    <p:extLst>
      <p:ext uri="{BB962C8B-B14F-4D97-AF65-F5344CB8AC3E}">
        <p14:creationId xmlns:p14="http://schemas.microsoft.com/office/powerpoint/2010/main" val="237618665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14952"/>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423256"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dirty="0">
                <a:latin typeface="俐方體11號" pitchFamily="2" charset="-120"/>
                <a:ea typeface="俐方體11號" pitchFamily="2" charset="-120"/>
              </a:rPr>
              <a:t>第一章</a:t>
            </a:r>
          </a:p>
        </p:txBody>
      </p:sp>
    </p:spTree>
    <p:extLst>
      <p:ext uri="{BB962C8B-B14F-4D97-AF65-F5344CB8AC3E}">
        <p14:creationId xmlns:p14="http://schemas.microsoft.com/office/powerpoint/2010/main" val="44583362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14952"/>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8" y="627015"/>
            <a:ext cx="234136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dirty="0">
                <a:latin typeface="俐方體11號" pitchFamily="2" charset="-120"/>
                <a:ea typeface="俐方體11號" pitchFamily="2" charset="-120"/>
              </a:rPr>
              <a:t>第二章</a:t>
            </a:r>
          </a:p>
        </p:txBody>
      </p:sp>
    </p:spTree>
    <p:extLst>
      <p:ext uri="{BB962C8B-B14F-4D97-AF65-F5344CB8AC3E}">
        <p14:creationId xmlns:p14="http://schemas.microsoft.com/office/powerpoint/2010/main" val="15466873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14952"/>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8" y="627015"/>
            <a:ext cx="2559733"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dirty="0">
                <a:latin typeface="俐方體11號" pitchFamily="2" charset="-120"/>
                <a:ea typeface="俐方體11號" pitchFamily="2" charset="-120"/>
              </a:rPr>
              <a:t>第三章</a:t>
            </a:r>
          </a:p>
        </p:txBody>
      </p:sp>
    </p:spTree>
    <p:extLst>
      <p:ext uri="{BB962C8B-B14F-4D97-AF65-F5344CB8AC3E}">
        <p14:creationId xmlns:p14="http://schemas.microsoft.com/office/powerpoint/2010/main" val="426627559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關於</a:t>
            </a:r>
          </a:p>
        </p:txBody>
      </p:sp>
      <p:pic>
        <p:nvPicPr>
          <p:cNvPr id="23" name="圖片 22">
            <a:extLst>
              <a:ext uri="{FF2B5EF4-FFF2-40B4-BE49-F238E27FC236}">
                <a16:creationId xmlns:a16="http://schemas.microsoft.com/office/drawing/2014/main" id="{24309DDE-46CF-4C7F-A0D3-9C8D61450EB0}"/>
              </a:ext>
            </a:extLst>
          </p:cNvPr>
          <p:cNvPicPr>
            <a:picLocks noChangeAspect="1"/>
          </p:cNvPicPr>
          <p:nvPr/>
        </p:nvPicPr>
        <p:blipFill rotWithShape="1">
          <a:blip r:embed="rId2">
            <a:extLst>
              <a:ext uri="{28A0092B-C50C-407E-A947-70E740481C1C}">
                <a14:useLocalDpi xmlns:a14="http://schemas.microsoft.com/office/drawing/2010/main" val="0"/>
              </a:ext>
            </a:extLst>
          </a:blip>
          <a:srcRect t="21853" r="59052"/>
          <a:stretch/>
        </p:blipFill>
        <p:spPr>
          <a:xfrm>
            <a:off x="1357870" y="3766782"/>
            <a:ext cx="853068" cy="5832787"/>
          </a:xfrm>
          <a:prstGeom prst="rect">
            <a:avLst/>
          </a:prstGeom>
        </p:spPr>
      </p:pic>
      <p:grpSp>
        <p:nvGrpSpPr>
          <p:cNvPr id="24" name="群組 23">
            <a:extLst>
              <a:ext uri="{FF2B5EF4-FFF2-40B4-BE49-F238E27FC236}">
                <a16:creationId xmlns:a16="http://schemas.microsoft.com/office/drawing/2014/main" id="{305E72CF-9673-4C7F-9E9A-D809AAE5E05B}"/>
              </a:ext>
            </a:extLst>
          </p:cNvPr>
          <p:cNvGrpSpPr/>
          <p:nvPr/>
        </p:nvGrpSpPr>
        <p:grpSpPr>
          <a:xfrm>
            <a:off x="16697297" y="1009397"/>
            <a:ext cx="660914" cy="664277"/>
            <a:chOff x="16459195" y="1006319"/>
            <a:chExt cx="874428" cy="878875"/>
          </a:xfrm>
        </p:grpSpPr>
        <p:sp>
          <p:nvSpPr>
            <p:cNvPr id="25" name="矩形 24">
              <a:extLst>
                <a:ext uri="{FF2B5EF4-FFF2-40B4-BE49-F238E27FC236}">
                  <a16:creationId xmlns:a16="http://schemas.microsoft.com/office/drawing/2014/main" id="{938F35CA-C3A5-48BD-AE40-CD082D86B224}"/>
                </a:ext>
              </a:extLst>
            </p:cNvPr>
            <p:cNvSpPr/>
            <p:nvPr/>
          </p:nvSpPr>
          <p:spPr>
            <a:xfrm>
              <a:off x="16459195" y="1018921"/>
              <a:ext cx="866273" cy="86627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標題 1">
              <a:extLst>
                <a:ext uri="{FF2B5EF4-FFF2-40B4-BE49-F238E27FC236}">
                  <a16:creationId xmlns:a16="http://schemas.microsoft.com/office/drawing/2014/main" id="{2ECC42A5-2D5D-49F0-B145-3F31EE623278}"/>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latin typeface="俐方體11號" pitchFamily="2" charset="-120"/>
                  <a:ea typeface="俐方體11號" pitchFamily="2" charset="-120"/>
                </a:rPr>
                <a:t>x</a:t>
              </a:r>
              <a:endParaRPr lang="zh-TW" altLang="en-US" sz="5400" b="1" dirty="0">
                <a:latin typeface="俐方體11號" pitchFamily="2" charset="-120"/>
                <a:ea typeface="俐方體11號" pitchFamily="2" charset="-120"/>
              </a:endParaRPr>
            </a:p>
          </p:txBody>
        </p:sp>
      </p:grpSp>
    </p:spTree>
    <p:extLst>
      <p:ext uri="{BB962C8B-B14F-4D97-AF65-F5344CB8AC3E}">
        <p14:creationId xmlns:p14="http://schemas.microsoft.com/office/powerpoint/2010/main" val="274434523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關於</a:t>
            </a:r>
          </a:p>
        </p:txBody>
      </p:sp>
      <p:pic>
        <p:nvPicPr>
          <p:cNvPr id="27" name="圖片 26">
            <a:extLst>
              <a:ext uri="{FF2B5EF4-FFF2-40B4-BE49-F238E27FC236}">
                <a16:creationId xmlns:a16="http://schemas.microsoft.com/office/drawing/2014/main" id="{10D74B28-7ABF-48B7-9900-2728E94EBB1D}"/>
              </a:ext>
            </a:extLst>
          </p:cNvPr>
          <p:cNvPicPr>
            <a:picLocks noChangeAspect="1"/>
          </p:cNvPicPr>
          <p:nvPr/>
        </p:nvPicPr>
        <p:blipFill rotWithShape="1">
          <a:blip r:embed="rId2">
            <a:extLst>
              <a:ext uri="{28A0092B-C50C-407E-A947-70E740481C1C}">
                <a14:useLocalDpi xmlns:a14="http://schemas.microsoft.com/office/drawing/2010/main" val="0"/>
              </a:ext>
            </a:extLst>
          </a:blip>
          <a:srcRect l="65179" t="21853" r="-65179" b="-183"/>
          <a:stretch/>
        </p:blipFill>
        <p:spPr>
          <a:xfrm>
            <a:off x="1357869" y="3766782"/>
            <a:ext cx="2083299" cy="5846435"/>
          </a:xfrm>
          <a:prstGeom prst="rect">
            <a:avLst/>
          </a:prstGeom>
        </p:spPr>
      </p:pic>
      <p:grpSp>
        <p:nvGrpSpPr>
          <p:cNvPr id="28" name="群組 27">
            <a:extLst>
              <a:ext uri="{FF2B5EF4-FFF2-40B4-BE49-F238E27FC236}">
                <a16:creationId xmlns:a16="http://schemas.microsoft.com/office/drawing/2014/main" id="{8B7D7199-1623-4273-B8AE-951E954A4A92}"/>
              </a:ext>
            </a:extLst>
          </p:cNvPr>
          <p:cNvGrpSpPr/>
          <p:nvPr/>
        </p:nvGrpSpPr>
        <p:grpSpPr>
          <a:xfrm>
            <a:off x="16697297" y="1009397"/>
            <a:ext cx="660914" cy="664277"/>
            <a:chOff x="16459195" y="1006319"/>
            <a:chExt cx="874428" cy="878875"/>
          </a:xfrm>
        </p:grpSpPr>
        <p:sp>
          <p:nvSpPr>
            <p:cNvPr id="29" name="矩形 28">
              <a:extLst>
                <a:ext uri="{FF2B5EF4-FFF2-40B4-BE49-F238E27FC236}">
                  <a16:creationId xmlns:a16="http://schemas.microsoft.com/office/drawing/2014/main" id="{FBBE1876-873D-4127-BA3E-4338E292E511}"/>
                </a:ext>
              </a:extLst>
            </p:cNvPr>
            <p:cNvSpPr/>
            <p:nvPr/>
          </p:nvSpPr>
          <p:spPr>
            <a:xfrm>
              <a:off x="16459195" y="1018921"/>
              <a:ext cx="866273" cy="866273"/>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標題 1">
              <a:extLst>
                <a:ext uri="{FF2B5EF4-FFF2-40B4-BE49-F238E27FC236}">
                  <a16:creationId xmlns:a16="http://schemas.microsoft.com/office/drawing/2014/main" id="{11190ADC-E93F-44F2-8301-D733FE2C8BEA}"/>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solidFill>
                    <a:schemeClr val="bg1"/>
                  </a:solidFill>
                  <a:latin typeface="俐方體11號" pitchFamily="2" charset="-120"/>
                  <a:ea typeface="俐方體11號" pitchFamily="2" charset="-120"/>
                </a:rPr>
                <a:t>x</a:t>
              </a:r>
              <a:endParaRPr lang="zh-TW" altLang="en-US" sz="5400" b="1" dirty="0">
                <a:solidFill>
                  <a:schemeClr val="bg1"/>
                </a:solidFill>
                <a:latin typeface="俐方體11號" pitchFamily="2" charset="-120"/>
                <a:ea typeface="俐方體11號" pitchFamily="2" charset="-120"/>
              </a:endParaRPr>
            </a:p>
          </p:txBody>
        </p:sp>
      </p:grpSp>
    </p:spTree>
    <p:extLst>
      <p:ext uri="{BB962C8B-B14F-4D97-AF65-F5344CB8AC3E}">
        <p14:creationId xmlns:p14="http://schemas.microsoft.com/office/powerpoint/2010/main" val="144842083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說明</a:t>
            </a:r>
          </a:p>
        </p:txBody>
      </p:sp>
      <p:pic>
        <p:nvPicPr>
          <p:cNvPr id="23" name="圖片 22">
            <a:extLst>
              <a:ext uri="{FF2B5EF4-FFF2-40B4-BE49-F238E27FC236}">
                <a16:creationId xmlns:a16="http://schemas.microsoft.com/office/drawing/2014/main" id="{24309DDE-46CF-4C7F-A0D3-9C8D61450EB0}"/>
              </a:ext>
            </a:extLst>
          </p:cNvPr>
          <p:cNvPicPr>
            <a:picLocks noChangeAspect="1"/>
          </p:cNvPicPr>
          <p:nvPr/>
        </p:nvPicPr>
        <p:blipFill rotWithShape="1">
          <a:blip r:embed="rId2">
            <a:extLst>
              <a:ext uri="{28A0092B-C50C-407E-A947-70E740481C1C}">
                <a14:useLocalDpi xmlns:a14="http://schemas.microsoft.com/office/drawing/2010/main" val="0"/>
              </a:ext>
            </a:extLst>
          </a:blip>
          <a:srcRect t="21853" r="59052"/>
          <a:stretch/>
        </p:blipFill>
        <p:spPr>
          <a:xfrm>
            <a:off x="1357870" y="3766782"/>
            <a:ext cx="853068" cy="5832787"/>
          </a:xfrm>
          <a:prstGeom prst="rect">
            <a:avLst/>
          </a:prstGeom>
        </p:spPr>
      </p:pic>
      <p:grpSp>
        <p:nvGrpSpPr>
          <p:cNvPr id="5" name="群組 4">
            <a:extLst>
              <a:ext uri="{FF2B5EF4-FFF2-40B4-BE49-F238E27FC236}">
                <a16:creationId xmlns:a16="http://schemas.microsoft.com/office/drawing/2014/main" id="{4E5B4686-6F1D-4B3C-B31F-C2F4758BF381}"/>
              </a:ext>
            </a:extLst>
          </p:cNvPr>
          <p:cNvGrpSpPr/>
          <p:nvPr/>
        </p:nvGrpSpPr>
        <p:grpSpPr>
          <a:xfrm>
            <a:off x="16697297" y="1009397"/>
            <a:ext cx="660914" cy="664277"/>
            <a:chOff x="16459195" y="1006319"/>
            <a:chExt cx="874428" cy="878875"/>
          </a:xfrm>
        </p:grpSpPr>
        <p:sp>
          <p:nvSpPr>
            <p:cNvPr id="6" name="矩形 5">
              <a:extLst>
                <a:ext uri="{FF2B5EF4-FFF2-40B4-BE49-F238E27FC236}">
                  <a16:creationId xmlns:a16="http://schemas.microsoft.com/office/drawing/2014/main" id="{0D6069C3-F827-4B25-952F-EDC7275C00DC}"/>
                </a:ext>
              </a:extLst>
            </p:cNvPr>
            <p:cNvSpPr/>
            <p:nvPr/>
          </p:nvSpPr>
          <p:spPr>
            <a:xfrm>
              <a:off x="16459195" y="1018921"/>
              <a:ext cx="866273" cy="86627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標題 1">
              <a:extLst>
                <a:ext uri="{FF2B5EF4-FFF2-40B4-BE49-F238E27FC236}">
                  <a16:creationId xmlns:a16="http://schemas.microsoft.com/office/drawing/2014/main" id="{6AEF55AC-A398-426D-81C5-58639F309B19}"/>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latin typeface="俐方體11號" pitchFamily="2" charset="-120"/>
                  <a:ea typeface="俐方體11號" pitchFamily="2" charset="-120"/>
                </a:rPr>
                <a:t>x</a:t>
              </a:r>
              <a:endParaRPr lang="zh-TW" altLang="en-US" sz="5400" b="1" dirty="0">
                <a:latin typeface="俐方體11號" pitchFamily="2" charset="-120"/>
                <a:ea typeface="俐方體11號" pitchFamily="2" charset="-120"/>
              </a:endParaRPr>
            </a:p>
          </p:txBody>
        </p:sp>
      </p:grpSp>
    </p:spTree>
    <p:extLst>
      <p:ext uri="{BB962C8B-B14F-4D97-AF65-F5344CB8AC3E}">
        <p14:creationId xmlns:p14="http://schemas.microsoft.com/office/powerpoint/2010/main" val="27489246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說明</a:t>
            </a:r>
          </a:p>
        </p:txBody>
      </p:sp>
      <p:pic>
        <p:nvPicPr>
          <p:cNvPr id="27" name="圖片 26">
            <a:extLst>
              <a:ext uri="{FF2B5EF4-FFF2-40B4-BE49-F238E27FC236}">
                <a16:creationId xmlns:a16="http://schemas.microsoft.com/office/drawing/2014/main" id="{10D74B28-7ABF-48B7-9900-2728E94EBB1D}"/>
              </a:ext>
            </a:extLst>
          </p:cNvPr>
          <p:cNvPicPr>
            <a:picLocks noChangeAspect="1"/>
          </p:cNvPicPr>
          <p:nvPr/>
        </p:nvPicPr>
        <p:blipFill rotWithShape="1">
          <a:blip r:embed="rId2">
            <a:extLst>
              <a:ext uri="{28A0092B-C50C-407E-A947-70E740481C1C}">
                <a14:useLocalDpi xmlns:a14="http://schemas.microsoft.com/office/drawing/2010/main" val="0"/>
              </a:ext>
            </a:extLst>
          </a:blip>
          <a:srcRect l="65179" t="21853" r="-65179" b="-183"/>
          <a:stretch/>
        </p:blipFill>
        <p:spPr>
          <a:xfrm>
            <a:off x="1357869" y="3766782"/>
            <a:ext cx="2083299" cy="5846435"/>
          </a:xfrm>
          <a:prstGeom prst="rect">
            <a:avLst/>
          </a:prstGeom>
        </p:spPr>
      </p:pic>
      <p:grpSp>
        <p:nvGrpSpPr>
          <p:cNvPr id="5" name="群組 4">
            <a:extLst>
              <a:ext uri="{FF2B5EF4-FFF2-40B4-BE49-F238E27FC236}">
                <a16:creationId xmlns:a16="http://schemas.microsoft.com/office/drawing/2014/main" id="{4B77396E-3C23-4EB9-9FE5-8A26641A2F87}"/>
              </a:ext>
            </a:extLst>
          </p:cNvPr>
          <p:cNvGrpSpPr/>
          <p:nvPr/>
        </p:nvGrpSpPr>
        <p:grpSpPr>
          <a:xfrm>
            <a:off x="16697297" y="1009397"/>
            <a:ext cx="660914" cy="664277"/>
            <a:chOff x="16459195" y="1006319"/>
            <a:chExt cx="874428" cy="878875"/>
          </a:xfrm>
        </p:grpSpPr>
        <p:sp>
          <p:nvSpPr>
            <p:cNvPr id="6" name="矩形 5">
              <a:extLst>
                <a:ext uri="{FF2B5EF4-FFF2-40B4-BE49-F238E27FC236}">
                  <a16:creationId xmlns:a16="http://schemas.microsoft.com/office/drawing/2014/main" id="{515D19AC-EC2D-4469-9D95-85FBCA199AA0}"/>
                </a:ext>
              </a:extLst>
            </p:cNvPr>
            <p:cNvSpPr/>
            <p:nvPr/>
          </p:nvSpPr>
          <p:spPr>
            <a:xfrm>
              <a:off x="16459195" y="1018921"/>
              <a:ext cx="866273" cy="866273"/>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標題 1">
              <a:extLst>
                <a:ext uri="{FF2B5EF4-FFF2-40B4-BE49-F238E27FC236}">
                  <a16:creationId xmlns:a16="http://schemas.microsoft.com/office/drawing/2014/main" id="{39EE196B-908E-41C5-9770-7738DCB773EF}"/>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solidFill>
                    <a:schemeClr val="bg1"/>
                  </a:solidFill>
                  <a:latin typeface="俐方體11號" pitchFamily="2" charset="-120"/>
                  <a:ea typeface="俐方體11號" pitchFamily="2" charset="-120"/>
                </a:rPr>
                <a:t>x</a:t>
              </a:r>
              <a:endParaRPr lang="zh-TW" altLang="en-US" sz="5400" b="1" dirty="0">
                <a:solidFill>
                  <a:schemeClr val="bg1"/>
                </a:solidFill>
                <a:latin typeface="俐方體11號" pitchFamily="2" charset="-120"/>
                <a:ea typeface="俐方體11號" pitchFamily="2" charset="-120"/>
              </a:endParaRPr>
            </a:p>
          </p:txBody>
        </p:sp>
      </p:grpSp>
    </p:spTree>
    <p:extLst>
      <p:ext uri="{BB962C8B-B14F-4D97-AF65-F5344CB8AC3E}">
        <p14:creationId xmlns:p14="http://schemas.microsoft.com/office/powerpoint/2010/main" val="81591781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設定</a:t>
            </a:r>
          </a:p>
        </p:txBody>
      </p:sp>
      <p:sp>
        <p:nvSpPr>
          <p:cNvPr id="17" name="標題 1">
            <a:extLst>
              <a:ext uri="{FF2B5EF4-FFF2-40B4-BE49-F238E27FC236}">
                <a16:creationId xmlns:a16="http://schemas.microsoft.com/office/drawing/2014/main" id="{6541AF21-755F-456C-A615-7292C6B080CB}"/>
              </a:ext>
            </a:extLst>
          </p:cNvPr>
          <p:cNvSpPr txBox="1">
            <a:spLocks/>
          </p:cNvSpPr>
          <p:nvPr/>
        </p:nvSpPr>
        <p:spPr>
          <a:xfrm>
            <a:off x="2894456" y="1149183"/>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u="sng" dirty="0">
                <a:latin typeface="俐方體11號" pitchFamily="2" charset="-120"/>
                <a:ea typeface="俐方體11號" pitchFamily="2" charset="-120"/>
              </a:rPr>
              <a:t>顯示</a:t>
            </a:r>
          </a:p>
        </p:txBody>
      </p:sp>
      <p:sp>
        <p:nvSpPr>
          <p:cNvPr id="19" name="標題 1">
            <a:extLst>
              <a:ext uri="{FF2B5EF4-FFF2-40B4-BE49-F238E27FC236}">
                <a16:creationId xmlns:a16="http://schemas.microsoft.com/office/drawing/2014/main" id="{7B98B636-3ED0-49A2-B97B-D01DF6D54030}"/>
              </a:ext>
            </a:extLst>
          </p:cNvPr>
          <p:cNvSpPr txBox="1">
            <a:spLocks/>
          </p:cNvSpPr>
          <p:nvPr/>
        </p:nvSpPr>
        <p:spPr>
          <a:xfrm>
            <a:off x="2894456" y="3583202"/>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u="sng" dirty="0">
                <a:latin typeface="俐方體11號" pitchFamily="2" charset="-120"/>
                <a:ea typeface="俐方體11號" pitchFamily="2" charset="-120"/>
              </a:rPr>
              <a:t>略過</a:t>
            </a:r>
          </a:p>
        </p:txBody>
      </p:sp>
      <p:sp>
        <p:nvSpPr>
          <p:cNvPr id="20" name="標題 1">
            <a:extLst>
              <a:ext uri="{FF2B5EF4-FFF2-40B4-BE49-F238E27FC236}">
                <a16:creationId xmlns:a16="http://schemas.microsoft.com/office/drawing/2014/main" id="{21F52CC0-83DD-46C8-A607-CE5F3C582A6C}"/>
              </a:ext>
            </a:extLst>
          </p:cNvPr>
          <p:cNvSpPr txBox="1">
            <a:spLocks/>
          </p:cNvSpPr>
          <p:nvPr/>
        </p:nvSpPr>
        <p:spPr>
          <a:xfrm>
            <a:off x="7797052" y="7085070"/>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u="sng" dirty="0">
                <a:latin typeface="俐方體11號" pitchFamily="2" charset="-120"/>
                <a:ea typeface="俐方體11號" pitchFamily="2" charset="-120"/>
              </a:rPr>
              <a:t>音效音量</a:t>
            </a:r>
          </a:p>
        </p:txBody>
      </p:sp>
      <p:sp>
        <p:nvSpPr>
          <p:cNvPr id="21" name="標題 1">
            <a:extLst>
              <a:ext uri="{FF2B5EF4-FFF2-40B4-BE49-F238E27FC236}">
                <a16:creationId xmlns:a16="http://schemas.microsoft.com/office/drawing/2014/main" id="{8463990E-AB1E-4CDF-93D2-D181A342B480}"/>
              </a:ext>
            </a:extLst>
          </p:cNvPr>
          <p:cNvSpPr txBox="1">
            <a:spLocks/>
          </p:cNvSpPr>
          <p:nvPr/>
        </p:nvSpPr>
        <p:spPr>
          <a:xfrm>
            <a:off x="7797052" y="5106441"/>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u="sng" dirty="0">
                <a:latin typeface="俐方體11號" pitchFamily="2" charset="-120"/>
                <a:ea typeface="俐方體11號" pitchFamily="2" charset="-120"/>
              </a:rPr>
              <a:t>音樂音量</a:t>
            </a:r>
          </a:p>
        </p:txBody>
      </p:sp>
      <p:sp>
        <p:nvSpPr>
          <p:cNvPr id="22" name="標題 1">
            <a:extLst>
              <a:ext uri="{FF2B5EF4-FFF2-40B4-BE49-F238E27FC236}">
                <a16:creationId xmlns:a16="http://schemas.microsoft.com/office/drawing/2014/main" id="{ABE070E3-9614-4AF8-85CD-782A6EEAF6B2}"/>
              </a:ext>
            </a:extLst>
          </p:cNvPr>
          <p:cNvSpPr txBox="1">
            <a:spLocks/>
          </p:cNvSpPr>
          <p:nvPr/>
        </p:nvSpPr>
        <p:spPr>
          <a:xfrm>
            <a:off x="2894456" y="2195761"/>
            <a:ext cx="3570512" cy="1425080"/>
          </a:xfrm>
          <a:prstGeom prst="rect">
            <a:avLst/>
          </a:prstGeom>
        </p:spPr>
        <p:txBody>
          <a:bodyPr vert="horz" lIns="91440" tIns="45720" rIns="91440" bIns="45720" rtlCol="0" anchor="t">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400" b="1" dirty="0">
                <a:latin typeface="俐方體11號" pitchFamily="2" charset="-120"/>
                <a:ea typeface="俐方體11號" pitchFamily="2" charset="-120"/>
              </a:rPr>
              <a:t>□視窗</a:t>
            </a:r>
            <a:endParaRPr lang="en-US" altLang="zh-TW" sz="4400" b="1" dirty="0">
              <a:latin typeface="俐方體11號" pitchFamily="2" charset="-120"/>
              <a:ea typeface="俐方體11號" pitchFamily="2" charset="-120"/>
            </a:endParaRPr>
          </a:p>
          <a:p>
            <a:r>
              <a:rPr lang="zh-TW" altLang="en-US" sz="4400" b="1" dirty="0">
                <a:latin typeface="俐方體11號" pitchFamily="2" charset="-120"/>
                <a:ea typeface="俐方體11號" pitchFamily="2" charset="-120"/>
              </a:rPr>
              <a:t>□全螢幕</a:t>
            </a:r>
          </a:p>
        </p:txBody>
      </p:sp>
      <p:sp>
        <p:nvSpPr>
          <p:cNvPr id="23" name="標題 1">
            <a:extLst>
              <a:ext uri="{FF2B5EF4-FFF2-40B4-BE49-F238E27FC236}">
                <a16:creationId xmlns:a16="http://schemas.microsoft.com/office/drawing/2014/main" id="{CF58D2DC-5A26-44E7-AA2D-32213B88E89B}"/>
              </a:ext>
            </a:extLst>
          </p:cNvPr>
          <p:cNvSpPr txBox="1">
            <a:spLocks/>
          </p:cNvSpPr>
          <p:nvPr/>
        </p:nvSpPr>
        <p:spPr>
          <a:xfrm>
            <a:off x="2894456" y="4629780"/>
            <a:ext cx="3570512" cy="2222914"/>
          </a:xfrm>
          <a:prstGeom prst="rect">
            <a:avLst/>
          </a:prstGeom>
        </p:spPr>
        <p:txBody>
          <a:bodyPr vert="horz" lIns="91440" tIns="45720" rIns="91440" bIns="45720" rtlCol="0" anchor="t">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400" b="1" dirty="0">
                <a:latin typeface="俐方體11號" pitchFamily="2" charset="-120"/>
                <a:ea typeface="俐方體11號" pitchFamily="2" charset="-120"/>
              </a:rPr>
              <a:t>□未讀文字</a:t>
            </a:r>
            <a:endParaRPr lang="en-US" altLang="zh-TW" sz="4400" b="1" dirty="0">
              <a:latin typeface="俐方體11號" pitchFamily="2" charset="-120"/>
              <a:ea typeface="俐方體11號" pitchFamily="2" charset="-120"/>
            </a:endParaRPr>
          </a:p>
          <a:p>
            <a:r>
              <a:rPr lang="zh-TW" altLang="en-US" sz="4400" b="1" dirty="0">
                <a:latin typeface="俐方體11號" pitchFamily="2" charset="-120"/>
                <a:ea typeface="俐方體11號" pitchFamily="2" charset="-120"/>
              </a:rPr>
              <a:t>□選擇後</a:t>
            </a:r>
            <a:endParaRPr lang="en-US" altLang="zh-TW" sz="4400" b="1" dirty="0">
              <a:latin typeface="俐方體11號" pitchFamily="2" charset="-120"/>
              <a:ea typeface="俐方體11號" pitchFamily="2" charset="-120"/>
            </a:endParaRPr>
          </a:p>
          <a:p>
            <a:r>
              <a:rPr lang="zh-TW" altLang="en-US" sz="4400" b="1" dirty="0">
                <a:latin typeface="俐方體11號" pitchFamily="2" charset="-120"/>
                <a:ea typeface="俐方體11號" pitchFamily="2" charset="-120"/>
              </a:rPr>
              <a:t>□過渡</a:t>
            </a:r>
          </a:p>
        </p:txBody>
      </p:sp>
      <p:sp>
        <p:nvSpPr>
          <p:cNvPr id="11" name="標題 1">
            <a:extLst>
              <a:ext uri="{FF2B5EF4-FFF2-40B4-BE49-F238E27FC236}">
                <a16:creationId xmlns:a16="http://schemas.microsoft.com/office/drawing/2014/main" id="{2B0B6D14-D609-4A9F-BE7D-3DB2CFA407A9}"/>
              </a:ext>
            </a:extLst>
          </p:cNvPr>
          <p:cNvSpPr txBox="1">
            <a:spLocks/>
          </p:cNvSpPr>
          <p:nvPr/>
        </p:nvSpPr>
        <p:spPr>
          <a:xfrm>
            <a:off x="7797052" y="3127812"/>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u="sng" dirty="0">
                <a:latin typeface="俐方體11號" pitchFamily="2" charset="-120"/>
                <a:ea typeface="俐方體11號" pitchFamily="2" charset="-120"/>
              </a:rPr>
              <a:t>文字速度</a:t>
            </a:r>
          </a:p>
        </p:txBody>
      </p:sp>
      <p:sp>
        <p:nvSpPr>
          <p:cNvPr id="12" name="標題 1">
            <a:extLst>
              <a:ext uri="{FF2B5EF4-FFF2-40B4-BE49-F238E27FC236}">
                <a16:creationId xmlns:a16="http://schemas.microsoft.com/office/drawing/2014/main" id="{C80D8E3E-76D7-4913-8491-8AFE4EC8B46B}"/>
              </a:ext>
            </a:extLst>
          </p:cNvPr>
          <p:cNvSpPr txBox="1">
            <a:spLocks/>
          </p:cNvSpPr>
          <p:nvPr/>
        </p:nvSpPr>
        <p:spPr>
          <a:xfrm>
            <a:off x="7797052" y="1149183"/>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u="sng" dirty="0">
                <a:latin typeface="俐方體11號" pitchFamily="2" charset="-120"/>
                <a:ea typeface="俐方體11號" pitchFamily="2" charset="-120"/>
              </a:rPr>
              <a:t>文字大小</a:t>
            </a:r>
          </a:p>
        </p:txBody>
      </p:sp>
      <p:cxnSp>
        <p:nvCxnSpPr>
          <p:cNvPr id="14" name="直線接點 13">
            <a:extLst>
              <a:ext uri="{FF2B5EF4-FFF2-40B4-BE49-F238E27FC236}">
                <a16:creationId xmlns:a16="http://schemas.microsoft.com/office/drawing/2014/main" id="{ACEFAB4B-2E0E-4340-8E32-E6F691EC5ED9}"/>
              </a:ext>
            </a:extLst>
          </p:cNvPr>
          <p:cNvCxnSpPr>
            <a:cxnSpLocks/>
          </p:cNvCxnSpPr>
          <p:nvPr/>
        </p:nvCxnSpPr>
        <p:spPr>
          <a:xfrm>
            <a:off x="7170821" y="1401506"/>
            <a:ext cx="0" cy="7549989"/>
          </a:xfrm>
          <a:prstGeom prst="line">
            <a:avLst/>
          </a:prstGeom>
          <a:ln w="57150"/>
        </p:spPr>
        <p:style>
          <a:lnRef idx="1">
            <a:schemeClr val="dk1"/>
          </a:lnRef>
          <a:fillRef idx="0">
            <a:schemeClr val="dk1"/>
          </a:fillRef>
          <a:effectRef idx="0">
            <a:schemeClr val="dk1"/>
          </a:effectRef>
          <a:fontRef idx="minor">
            <a:schemeClr val="tx1"/>
          </a:fontRef>
        </p:style>
      </p:cxnSp>
      <p:pic>
        <p:nvPicPr>
          <p:cNvPr id="42" name="圖片 41">
            <a:extLst>
              <a:ext uri="{FF2B5EF4-FFF2-40B4-BE49-F238E27FC236}">
                <a16:creationId xmlns:a16="http://schemas.microsoft.com/office/drawing/2014/main" id="{36894704-FDB9-4DB6-885B-699839A4143C}"/>
              </a:ext>
            </a:extLst>
          </p:cNvPr>
          <p:cNvPicPr>
            <a:picLocks noChangeAspect="1"/>
          </p:cNvPicPr>
          <p:nvPr/>
        </p:nvPicPr>
        <p:blipFill rotWithShape="1">
          <a:blip r:embed="rId2">
            <a:extLst>
              <a:ext uri="{28A0092B-C50C-407E-A947-70E740481C1C}">
                <a14:useLocalDpi xmlns:a14="http://schemas.microsoft.com/office/drawing/2010/main" val="0"/>
              </a:ext>
            </a:extLst>
          </a:blip>
          <a:srcRect t="21853" r="59052"/>
          <a:stretch/>
        </p:blipFill>
        <p:spPr>
          <a:xfrm>
            <a:off x="1357870" y="3766782"/>
            <a:ext cx="853068" cy="5832787"/>
          </a:xfrm>
          <a:prstGeom prst="rect">
            <a:avLst/>
          </a:prstGeom>
        </p:spPr>
      </p:pic>
      <p:sp>
        <p:nvSpPr>
          <p:cNvPr id="43" name="標題 1">
            <a:extLst>
              <a:ext uri="{FF2B5EF4-FFF2-40B4-BE49-F238E27FC236}">
                <a16:creationId xmlns:a16="http://schemas.microsoft.com/office/drawing/2014/main" id="{9CD65546-FEC4-4771-A038-873590C466DD}"/>
              </a:ext>
            </a:extLst>
          </p:cNvPr>
          <p:cNvSpPr txBox="1">
            <a:spLocks/>
          </p:cNvSpPr>
          <p:nvPr/>
        </p:nvSpPr>
        <p:spPr>
          <a:xfrm>
            <a:off x="2894456" y="681505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u="sng" dirty="0">
                <a:latin typeface="俐方體11號" pitchFamily="2" charset="-120"/>
                <a:ea typeface="俐方體11號" pitchFamily="2" charset="-120"/>
              </a:rPr>
              <a:t>字體</a:t>
            </a:r>
          </a:p>
        </p:txBody>
      </p:sp>
      <p:sp>
        <p:nvSpPr>
          <p:cNvPr id="44" name="標題 1">
            <a:extLst>
              <a:ext uri="{FF2B5EF4-FFF2-40B4-BE49-F238E27FC236}">
                <a16:creationId xmlns:a16="http://schemas.microsoft.com/office/drawing/2014/main" id="{0A410D47-BFD8-45E9-BB60-78F50341103A}"/>
              </a:ext>
            </a:extLst>
          </p:cNvPr>
          <p:cNvSpPr txBox="1">
            <a:spLocks/>
          </p:cNvSpPr>
          <p:nvPr/>
        </p:nvSpPr>
        <p:spPr>
          <a:xfrm>
            <a:off x="2894456" y="7861633"/>
            <a:ext cx="3570512" cy="1949117"/>
          </a:xfrm>
          <a:prstGeom prst="rect">
            <a:avLst/>
          </a:prstGeom>
        </p:spPr>
        <p:txBody>
          <a:bodyPr vert="horz" lIns="91440" tIns="45720" rIns="91440" bIns="45720" rtlCol="0" anchor="t">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400" b="1" dirty="0">
                <a:latin typeface="俐方體11號" pitchFamily="2" charset="-120"/>
                <a:ea typeface="俐方體11號" pitchFamily="2" charset="-120"/>
              </a:rPr>
              <a:t>□像素</a:t>
            </a:r>
            <a:endParaRPr lang="en-US" altLang="zh-TW" sz="4400" b="1" dirty="0">
              <a:latin typeface="俐方體11號" pitchFamily="2" charset="-120"/>
              <a:ea typeface="俐方體11號" pitchFamily="2" charset="-120"/>
            </a:endParaRPr>
          </a:p>
          <a:p>
            <a:r>
              <a:rPr lang="zh-TW" altLang="en-US" sz="4400" b="1" dirty="0">
                <a:latin typeface="俐方體11號" pitchFamily="2" charset="-120"/>
                <a:ea typeface="俐方體11號" pitchFamily="2" charset="-120"/>
              </a:rPr>
              <a:t>□正常</a:t>
            </a:r>
            <a:endParaRPr lang="en-US" altLang="zh-TW" sz="4400" b="1" dirty="0">
              <a:latin typeface="俐方體11號" pitchFamily="2" charset="-120"/>
              <a:ea typeface="俐方體11號" pitchFamily="2" charset="-120"/>
            </a:endParaRPr>
          </a:p>
        </p:txBody>
      </p:sp>
      <p:cxnSp>
        <p:nvCxnSpPr>
          <p:cNvPr id="45" name="直線接點 44">
            <a:extLst>
              <a:ext uri="{FF2B5EF4-FFF2-40B4-BE49-F238E27FC236}">
                <a16:creationId xmlns:a16="http://schemas.microsoft.com/office/drawing/2014/main" id="{8620F68A-9689-432A-874A-D0E3714E98FD}"/>
              </a:ext>
            </a:extLst>
          </p:cNvPr>
          <p:cNvCxnSpPr>
            <a:cxnSpLocks/>
          </p:cNvCxnSpPr>
          <p:nvPr/>
        </p:nvCxnSpPr>
        <p:spPr>
          <a:xfrm>
            <a:off x="7889875" y="2022475"/>
            <a:ext cx="2659063"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6" name="直線接點 45">
            <a:extLst>
              <a:ext uri="{FF2B5EF4-FFF2-40B4-BE49-F238E27FC236}">
                <a16:creationId xmlns:a16="http://schemas.microsoft.com/office/drawing/2014/main" id="{2B165453-3147-424A-BA8A-C1B67A76D814}"/>
              </a:ext>
            </a:extLst>
          </p:cNvPr>
          <p:cNvCxnSpPr>
            <a:cxnSpLocks/>
          </p:cNvCxnSpPr>
          <p:nvPr/>
        </p:nvCxnSpPr>
        <p:spPr>
          <a:xfrm>
            <a:off x="7889875" y="3990027"/>
            <a:ext cx="2659063"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7" name="直線接點 46">
            <a:extLst>
              <a:ext uri="{FF2B5EF4-FFF2-40B4-BE49-F238E27FC236}">
                <a16:creationId xmlns:a16="http://schemas.microsoft.com/office/drawing/2014/main" id="{669B03D5-0178-4D77-842F-51A23D9179E7}"/>
              </a:ext>
            </a:extLst>
          </p:cNvPr>
          <p:cNvCxnSpPr>
            <a:cxnSpLocks/>
          </p:cNvCxnSpPr>
          <p:nvPr/>
        </p:nvCxnSpPr>
        <p:spPr>
          <a:xfrm>
            <a:off x="7889875" y="5977255"/>
            <a:ext cx="2659063"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8" name="直線接點 47">
            <a:extLst>
              <a:ext uri="{FF2B5EF4-FFF2-40B4-BE49-F238E27FC236}">
                <a16:creationId xmlns:a16="http://schemas.microsoft.com/office/drawing/2014/main" id="{3B39B75E-C18C-4B9C-9FC0-F72908AF8F71}"/>
              </a:ext>
            </a:extLst>
          </p:cNvPr>
          <p:cNvCxnSpPr>
            <a:cxnSpLocks/>
          </p:cNvCxnSpPr>
          <p:nvPr/>
        </p:nvCxnSpPr>
        <p:spPr>
          <a:xfrm>
            <a:off x="7889875" y="7969250"/>
            <a:ext cx="2659063"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9" name="直線接點 48">
            <a:extLst>
              <a:ext uri="{FF2B5EF4-FFF2-40B4-BE49-F238E27FC236}">
                <a16:creationId xmlns:a16="http://schemas.microsoft.com/office/drawing/2014/main" id="{EF40EF6C-3744-4338-A98B-1E1EDF9BA20C}"/>
              </a:ext>
            </a:extLst>
          </p:cNvPr>
          <p:cNvCxnSpPr>
            <a:cxnSpLocks/>
          </p:cNvCxnSpPr>
          <p:nvPr/>
        </p:nvCxnSpPr>
        <p:spPr>
          <a:xfrm>
            <a:off x="2986088" y="2022475"/>
            <a:ext cx="131445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50" name="直線接點 49">
            <a:extLst>
              <a:ext uri="{FF2B5EF4-FFF2-40B4-BE49-F238E27FC236}">
                <a16:creationId xmlns:a16="http://schemas.microsoft.com/office/drawing/2014/main" id="{1437A626-40F3-4C34-A688-A83513173EC6}"/>
              </a:ext>
            </a:extLst>
          </p:cNvPr>
          <p:cNvCxnSpPr>
            <a:cxnSpLocks/>
          </p:cNvCxnSpPr>
          <p:nvPr/>
        </p:nvCxnSpPr>
        <p:spPr>
          <a:xfrm>
            <a:off x="2986088" y="4465638"/>
            <a:ext cx="131445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51" name="直線接點 50">
            <a:extLst>
              <a:ext uri="{FF2B5EF4-FFF2-40B4-BE49-F238E27FC236}">
                <a16:creationId xmlns:a16="http://schemas.microsoft.com/office/drawing/2014/main" id="{3F71AD95-20C4-42ED-97D9-0F4FB0FA94F4}"/>
              </a:ext>
            </a:extLst>
          </p:cNvPr>
          <p:cNvCxnSpPr>
            <a:cxnSpLocks/>
          </p:cNvCxnSpPr>
          <p:nvPr/>
        </p:nvCxnSpPr>
        <p:spPr>
          <a:xfrm>
            <a:off x="2986088" y="7682865"/>
            <a:ext cx="1314450" cy="0"/>
          </a:xfrm>
          <a:prstGeom prst="line">
            <a:avLst/>
          </a:prstGeom>
          <a:ln w="38100"/>
        </p:spPr>
        <p:style>
          <a:lnRef idx="1">
            <a:schemeClr val="dk1"/>
          </a:lnRef>
          <a:fillRef idx="0">
            <a:schemeClr val="dk1"/>
          </a:fillRef>
          <a:effectRef idx="0">
            <a:schemeClr val="dk1"/>
          </a:effectRef>
          <a:fontRef idx="minor">
            <a:schemeClr val="tx1"/>
          </a:fontRef>
        </p:style>
      </p:cxnSp>
      <p:grpSp>
        <p:nvGrpSpPr>
          <p:cNvPr id="52" name="群組 51">
            <a:extLst>
              <a:ext uri="{FF2B5EF4-FFF2-40B4-BE49-F238E27FC236}">
                <a16:creationId xmlns:a16="http://schemas.microsoft.com/office/drawing/2014/main" id="{EEC24488-E79F-453D-9E6E-A1D1021A66DB}"/>
              </a:ext>
            </a:extLst>
          </p:cNvPr>
          <p:cNvGrpSpPr/>
          <p:nvPr/>
        </p:nvGrpSpPr>
        <p:grpSpPr>
          <a:xfrm>
            <a:off x="16697297" y="1009397"/>
            <a:ext cx="660914" cy="664277"/>
            <a:chOff x="16459195" y="1006319"/>
            <a:chExt cx="874428" cy="878875"/>
          </a:xfrm>
        </p:grpSpPr>
        <p:sp>
          <p:nvSpPr>
            <p:cNvPr id="53" name="矩形 52">
              <a:extLst>
                <a:ext uri="{FF2B5EF4-FFF2-40B4-BE49-F238E27FC236}">
                  <a16:creationId xmlns:a16="http://schemas.microsoft.com/office/drawing/2014/main" id="{325080E3-E515-4422-BD82-33ACA0BAF786}"/>
                </a:ext>
              </a:extLst>
            </p:cNvPr>
            <p:cNvSpPr/>
            <p:nvPr/>
          </p:nvSpPr>
          <p:spPr>
            <a:xfrm>
              <a:off x="16459195" y="1018921"/>
              <a:ext cx="866273" cy="86627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標題 1">
              <a:extLst>
                <a:ext uri="{FF2B5EF4-FFF2-40B4-BE49-F238E27FC236}">
                  <a16:creationId xmlns:a16="http://schemas.microsoft.com/office/drawing/2014/main" id="{BFE2D397-0164-4E1D-BDBA-D1D253CD399C}"/>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latin typeface="俐方體11號" pitchFamily="2" charset="-120"/>
                  <a:ea typeface="俐方體11號" pitchFamily="2" charset="-120"/>
                </a:rPr>
                <a:t>x</a:t>
              </a:r>
              <a:endParaRPr lang="zh-TW" altLang="en-US" sz="5400" b="1" dirty="0">
                <a:latin typeface="俐方體11號" pitchFamily="2" charset="-120"/>
                <a:ea typeface="俐方體11號" pitchFamily="2" charset="-120"/>
              </a:endParaRPr>
            </a:p>
          </p:txBody>
        </p:sp>
      </p:grpSp>
    </p:spTree>
    <p:extLst>
      <p:ext uri="{BB962C8B-B14F-4D97-AF65-F5344CB8AC3E}">
        <p14:creationId xmlns:p14="http://schemas.microsoft.com/office/powerpoint/2010/main" val="118259981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設定</a:t>
            </a:r>
          </a:p>
        </p:txBody>
      </p:sp>
      <p:sp>
        <p:nvSpPr>
          <p:cNvPr id="17" name="標題 1">
            <a:extLst>
              <a:ext uri="{FF2B5EF4-FFF2-40B4-BE49-F238E27FC236}">
                <a16:creationId xmlns:a16="http://schemas.microsoft.com/office/drawing/2014/main" id="{6541AF21-755F-456C-A615-7292C6B080CB}"/>
              </a:ext>
            </a:extLst>
          </p:cNvPr>
          <p:cNvSpPr txBox="1">
            <a:spLocks/>
          </p:cNvSpPr>
          <p:nvPr/>
        </p:nvSpPr>
        <p:spPr>
          <a:xfrm>
            <a:off x="2894456" y="1149183"/>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u="sng" dirty="0">
                <a:latin typeface="俐方體11號" pitchFamily="2" charset="-120"/>
                <a:ea typeface="俐方體11號" pitchFamily="2" charset="-120"/>
              </a:rPr>
              <a:t>顯示</a:t>
            </a:r>
          </a:p>
        </p:txBody>
      </p:sp>
      <p:sp>
        <p:nvSpPr>
          <p:cNvPr id="19" name="標題 1">
            <a:extLst>
              <a:ext uri="{FF2B5EF4-FFF2-40B4-BE49-F238E27FC236}">
                <a16:creationId xmlns:a16="http://schemas.microsoft.com/office/drawing/2014/main" id="{7B98B636-3ED0-49A2-B97B-D01DF6D54030}"/>
              </a:ext>
            </a:extLst>
          </p:cNvPr>
          <p:cNvSpPr txBox="1">
            <a:spLocks/>
          </p:cNvSpPr>
          <p:nvPr/>
        </p:nvSpPr>
        <p:spPr>
          <a:xfrm>
            <a:off x="2894456" y="3583202"/>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u="sng" dirty="0">
                <a:latin typeface="俐方體11號" pitchFamily="2" charset="-120"/>
                <a:ea typeface="俐方體11號" pitchFamily="2" charset="-120"/>
              </a:rPr>
              <a:t>略過</a:t>
            </a:r>
          </a:p>
        </p:txBody>
      </p:sp>
      <p:sp>
        <p:nvSpPr>
          <p:cNvPr id="20" name="標題 1">
            <a:extLst>
              <a:ext uri="{FF2B5EF4-FFF2-40B4-BE49-F238E27FC236}">
                <a16:creationId xmlns:a16="http://schemas.microsoft.com/office/drawing/2014/main" id="{21F52CC0-83DD-46C8-A607-CE5F3C582A6C}"/>
              </a:ext>
            </a:extLst>
          </p:cNvPr>
          <p:cNvSpPr txBox="1">
            <a:spLocks/>
          </p:cNvSpPr>
          <p:nvPr/>
        </p:nvSpPr>
        <p:spPr>
          <a:xfrm>
            <a:off x="7797052" y="7085070"/>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u="sng" dirty="0">
                <a:latin typeface="俐方體11號" pitchFamily="2" charset="-120"/>
                <a:ea typeface="俐方體11號" pitchFamily="2" charset="-120"/>
              </a:rPr>
              <a:t>音效音量</a:t>
            </a:r>
          </a:p>
        </p:txBody>
      </p:sp>
      <p:sp>
        <p:nvSpPr>
          <p:cNvPr id="21" name="標題 1">
            <a:extLst>
              <a:ext uri="{FF2B5EF4-FFF2-40B4-BE49-F238E27FC236}">
                <a16:creationId xmlns:a16="http://schemas.microsoft.com/office/drawing/2014/main" id="{8463990E-AB1E-4CDF-93D2-D181A342B480}"/>
              </a:ext>
            </a:extLst>
          </p:cNvPr>
          <p:cNvSpPr txBox="1">
            <a:spLocks/>
          </p:cNvSpPr>
          <p:nvPr/>
        </p:nvSpPr>
        <p:spPr>
          <a:xfrm>
            <a:off x="7797052" y="5106441"/>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u="sng" dirty="0">
                <a:latin typeface="俐方體11號" pitchFamily="2" charset="-120"/>
                <a:ea typeface="俐方體11號" pitchFamily="2" charset="-120"/>
              </a:rPr>
              <a:t>音樂音量</a:t>
            </a:r>
          </a:p>
        </p:txBody>
      </p:sp>
      <p:sp>
        <p:nvSpPr>
          <p:cNvPr id="22" name="標題 1">
            <a:extLst>
              <a:ext uri="{FF2B5EF4-FFF2-40B4-BE49-F238E27FC236}">
                <a16:creationId xmlns:a16="http://schemas.microsoft.com/office/drawing/2014/main" id="{ABE070E3-9614-4AF8-85CD-782A6EEAF6B2}"/>
              </a:ext>
            </a:extLst>
          </p:cNvPr>
          <p:cNvSpPr txBox="1">
            <a:spLocks/>
          </p:cNvSpPr>
          <p:nvPr/>
        </p:nvSpPr>
        <p:spPr>
          <a:xfrm>
            <a:off x="2894456" y="2195761"/>
            <a:ext cx="3570512" cy="1425080"/>
          </a:xfrm>
          <a:prstGeom prst="rect">
            <a:avLst/>
          </a:prstGeom>
        </p:spPr>
        <p:txBody>
          <a:bodyPr vert="horz" lIns="91440" tIns="45720" rIns="91440" bIns="45720" rtlCol="0" anchor="t">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400" b="1" dirty="0">
                <a:latin typeface="俐方體11號" pitchFamily="2" charset="-120"/>
                <a:ea typeface="俐方體11號" pitchFamily="2" charset="-120"/>
              </a:rPr>
              <a:t>■視窗</a:t>
            </a:r>
            <a:endParaRPr lang="en-US" altLang="zh-TW" sz="4400" b="1" dirty="0">
              <a:latin typeface="俐方體11號" pitchFamily="2" charset="-120"/>
              <a:ea typeface="俐方體11號" pitchFamily="2" charset="-120"/>
            </a:endParaRPr>
          </a:p>
          <a:p>
            <a:r>
              <a:rPr lang="zh-TW" altLang="en-US" sz="4400" b="1" dirty="0">
                <a:latin typeface="俐方體11號" pitchFamily="2" charset="-120"/>
                <a:ea typeface="俐方體11號" pitchFamily="2" charset="-120"/>
              </a:rPr>
              <a:t>■全螢幕</a:t>
            </a:r>
          </a:p>
        </p:txBody>
      </p:sp>
      <p:sp>
        <p:nvSpPr>
          <p:cNvPr id="23" name="標題 1">
            <a:extLst>
              <a:ext uri="{FF2B5EF4-FFF2-40B4-BE49-F238E27FC236}">
                <a16:creationId xmlns:a16="http://schemas.microsoft.com/office/drawing/2014/main" id="{CF58D2DC-5A26-44E7-AA2D-32213B88E89B}"/>
              </a:ext>
            </a:extLst>
          </p:cNvPr>
          <p:cNvSpPr txBox="1">
            <a:spLocks/>
          </p:cNvSpPr>
          <p:nvPr/>
        </p:nvSpPr>
        <p:spPr>
          <a:xfrm>
            <a:off x="2894456" y="4629780"/>
            <a:ext cx="3570512" cy="2222914"/>
          </a:xfrm>
          <a:prstGeom prst="rect">
            <a:avLst/>
          </a:prstGeom>
        </p:spPr>
        <p:txBody>
          <a:bodyPr vert="horz" lIns="91440" tIns="45720" rIns="91440" bIns="45720" rtlCol="0" anchor="t">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400" b="1" dirty="0">
                <a:latin typeface="俐方體11號" pitchFamily="2" charset="-120"/>
                <a:ea typeface="俐方體11號" pitchFamily="2" charset="-120"/>
              </a:rPr>
              <a:t>■未讀文字</a:t>
            </a:r>
            <a:endParaRPr lang="en-US" altLang="zh-TW" sz="4400" b="1" dirty="0">
              <a:latin typeface="俐方體11號" pitchFamily="2" charset="-120"/>
              <a:ea typeface="俐方體11號" pitchFamily="2" charset="-120"/>
            </a:endParaRPr>
          </a:p>
          <a:p>
            <a:r>
              <a:rPr lang="zh-TW" altLang="en-US" sz="4400" b="1" dirty="0">
                <a:latin typeface="俐方體11號" pitchFamily="2" charset="-120"/>
                <a:ea typeface="俐方體11號" pitchFamily="2" charset="-120"/>
              </a:rPr>
              <a:t>■選擇後</a:t>
            </a:r>
            <a:endParaRPr lang="en-US" altLang="zh-TW" sz="4400" b="1" dirty="0">
              <a:latin typeface="俐方體11號" pitchFamily="2" charset="-120"/>
              <a:ea typeface="俐方體11號" pitchFamily="2" charset="-120"/>
            </a:endParaRPr>
          </a:p>
          <a:p>
            <a:r>
              <a:rPr lang="zh-TW" altLang="en-US" sz="4400" b="1" dirty="0">
                <a:latin typeface="俐方體11號" pitchFamily="2" charset="-120"/>
                <a:ea typeface="俐方體11號" pitchFamily="2" charset="-120"/>
              </a:rPr>
              <a:t>■過渡</a:t>
            </a:r>
          </a:p>
        </p:txBody>
      </p:sp>
      <p:sp>
        <p:nvSpPr>
          <p:cNvPr id="11" name="標題 1">
            <a:extLst>
              <a:ext uri="{FF2B5EF4-FFF2-40B4-BE49-F238E27FC236}">
                <a16:creationId xmlns:a16="http://schemas.microsoft.com/office/drawing/2014/main" id="{2B0B6D14-D609-4A9F-BE7D-3DB2CFA407A9}"/>
              </a:ext>
            </a:extLst>
          </p:cNvPr>
          <p:cNvSpPr txBox="1">
            <a:spLocks/>
          </p:cNvSpPr>
          <p:nvPr/>
        </p:nvSpPr>
        <p:spPr>
          <a:xfrm>
            <a:off x="7797052" y="3127812"/>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u="sng" dirty="0">
                <a:latin typeface="俐方體11號" pitchFamily="2" charset="-120"/>
                <a:ea typeface="俐方體11號" pitchFamily="2" charset="-120"/>
              </a:rPr>
              <a:t>文字速度</a:t>
            </a:r>
          </a:p>
        </p:txBody>
      </p:sp>
      <p:sp>
        <p:nvSpPr>
          <p:cNvPr id="12" name="標題 1">
            <a:extLst>
              <a:ext uri="{FF2B5EF4-FFF2-40B4-BE49-F238E27FC236}">
                <a16:creationId xmlns:a16="http://schemas.microsoft.com/office/drawing/2014/main" id="{C80D8E3E-76D7-4913-8491-8AFE4EC8B46B}"/>
              </a:ext>
            </a:extLst>
          </p:cNvPr>
          <p:cNvSpPr txBox="1">
            <a:spLocks/>
          </p:cNvSpPr>
          <p:nvPr/>
        </p:nvSpPr>
        <p:spPr>
          <a:xfrm>
            <a:off x="7797052" y="1149183"/>
            <a:ext cx="3155367"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u="sng" dirty="0">
                <a:latin typeface="俐方體11號" pitchFamily="2" charset="-120"/>
                <a:ea typeface="俐方體11號" pitchFamily="2" charset="-120"/>
              </a:rPr>
              <a:t>文字大小</a:t>
            </a:r>
          </a:p>
        </p:txBody>
      </p:sp>
      <p:cxnSp>
        <p:nvCxnSpPr>
          <p:cNvPr id="14" name="直線接點 13">
            <a:extLst>
              <a:ext uri="{FF2B5EF4-FFF2-40B4-BE49-F238E27FC236}">
                <a16:creationId xmlns:a16="http://schemas.microsoft.com/office/drawing/2014/main" id="{ACEFAB4B-2E0E-4340-8E32-E6F691EC5ED9}"/>
              </a:ext>
            </a:extLst>
          </p:cNvPr>
          <p:cNvCxnSpPr>
            <a:cxnSpLocks/>
          </p:cNvCxnSpPr>
          <p:nvPr/>
        </p:nvCxnSpPr>
        <p:spPr>
          <a:xfrm>
            <a:off x="7170821" y="1401506"/>
            <a:ext cx="0" cy="7549989"/>
          </a:xfrm>
          <a:prstGeom prst="line">
            <a:avLst/>
          </a:prstGeom>
          <a:ln w="57150"/>
        </p:spPr>
        <p:style>
          <a:lnRef idx="1">
            <a:schemeClr val="dk1"/>
          </a:lnRef>
          <a:fillRef idx="0">
            <a:schemeClr val="dk1"/>
          </a:fillRef>
          <a:effectRef idx="0">
            <a:schemeClr val="dk1"/>
          </a:effectRef>
          <a:fontRef idx="minor">
            <a:schemeClr val="tx1"/>
          </a:fontRef>
        </p:style>
      </p:cxnSp>
      <p:sp>
        <p:nvSpPr>
          <p:cNvPr id="43" name="標題 1">
            <a:extLst>
              <a:ext uri="{FF2B5EF4-FFF2-40B4-BE49-F238E27FC236}">
                <a16:creationId xmlns:a16="http://schemas.microsoft.com/office/drawing/2014/main" id="{9CD65546-FEC4-4771-A038-873590C466DD}"/>
              </a:ext>
            </a:extLst>
          </p:cNvPr>
          <p:cNvSpPr txBox="1">
            <a:spLocks/>
          </p:cNvSpPr>
          <p:nvPr/>
        </p:nvSpPr>
        <p:spPr>
          <a:xfrm>
            <a:off x="2894456" y="681505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u="sng" dirty="0">
                <a:latin typeface="俐方體11號" pitchFamily="2" charset="-120"/>
                <a:ea typeface="俐方體11號" pitchFamily="2" charset="-120"/>
              </a:rPr>
              <a:t>字體</a:t>
            </a:r>
          </a:p>
        </p:txBody>
      </p:sp>
      <p:sp>
        <p:nvSpPr>
          <p:cNvPr id="44" name="標題 1">
            <a:extLst>
              <a:ext uri="{FF2B5EF4-FFF2-40B4-BE49-F238E27FC236}">
                <a16:creationId xmlns:a16="http://schemas.microsoft.com/office/drawing/2014/main" id="{0A410D47-BFD8-45E9-BB60-78F50341103A}"/>
              </a:ext>
            </a:extLst>
          </p:cNvPr>
          <p:cNvSpPr txBox="1">
            <a:spLocks/>
          </p:cNvSpPr>
          <p:nvPr/>
        </p:nvSpPr>
        <p:spPr>
          <a:xfrm>
            <a:off x="2894456" y="7861633"/>
            <a:ext cx="3570512" cy="1949117"/>
          </a:xfrm>
          <a:prstGeom prst="rect">
            <a:avLst/>
          </a:prstGeom>
        </p:spPr>
        <p:txBody>
          <a:bodyPr vert="horz" lIns="91440" tIns="45720" rIns="91440" bIns="45720" rtlCol="0" anchor="t">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400" b="1" dirty="0">
                <a:latin typeface="俐方體11號" pitchFamily="2" charset="-120"/>
                <a:ea typeface="俐方體11號" pitchFamily="2" charset="-120"/>
              </a:rPr>
              <a:t>■像素</a:t>
            </a:r>
            <a:endParaRPr lang="en-US" altLang="zh-TW" sz="4400" b="1" dirty="0">
              <a:latin typeface="俐方體11號" pitchFamily="2" charset="-120"/>
              <a:ea typeface="俐方體11號" pitchFamily="2" charset="-120"/>
            </a:endParaRPr>
          </a:p>
          <a:p>
            <a:r>
              <a:rPr lang="zh-TW" altLang="en-US" sz="4400" b="1" dirty="0">
                <a:latin typeface="俐方體11號" pitchFamily="2" charset="-120"/>
                <a:ea typeface="俐方體11號" pitchFamily="2" charset="-120"/>
              </a:rPr>
              <a:t>■正常</a:t>
            </a:r>
            <a:endParaRPr lang="en-US" altLang="zh-TW" sz="4400" b="1" dirty="0">
              <a:latin typeface="俐方體11號" pitchFamily="2" charset="-120"/>
              <a:ea typeface="俐方體11號" pitchFamily="2" charset="-120"/>
            </a:endParaRPr>
          </a:p>
        </p:txBody>
      </p:sp>
      <p:cxnSp>
        <p:nvCxnSpPr>
          <p:cNvPr id="45" name="直線接點 44">
            <a:extLst>
              <a:ext uri="{FF2B5EF4-FFF2-40B4-BE49-F238E27FC236}">
                <a16:creationId xmlns:a16="http://schemas.microsoft.com/office/drawing/2014/main" id="{8620F68A-9689-432A-874A-D0E3714E98FD}"/>
              </a:ext>
            </a:extLst>
          </p:cNvPr>
          <p:cNvCxnSpPr>
            <a:cxnSpLocks/>
          </p:cNvCxnSpPr>
          <p:nvPr/>
        </p:nvCxnSpPr>
        <p:spPr>
          <a:xfrm>
            <a:off x="7889875" y="2022475"/>
            <a:ext cx="2659063"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6" name="直線接點 45">
            <a:extLst>
              <a:ext uri="{FF2B5EF4-FFF2-40B4-BE49-F238E27FC236}">
                <a16:creationId xmlns:a16="http://schemas.microsoft.com/office/drawing/2014/main" id="{2B165453-3147-424A-BA8A-C1B67A76D814}"/>
              </a:ext>
            </a:extLst>
          </p:cNvPr>
          <p:cNvCxnSpPr>
            <a:cxnSpLocks/>
          </p:cNvCxnSpPr>
          <p:nvPr/>
        </p:nvCxnSpPr>
        <p:spPr>
          <a:xfrm>
            <a:off x="7889875" y="3990027"/>
            <a:ext cx="2659063"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7" name="直線接點 46">
            <a:extLst>
              <a:ext uri="{FF2B5EF4-FFF2-40B4-BE49-F238E27FC236}">
                <a16:creationId xmlns:a16="http://schemas.microsoft.com/office/drawing/2014/main" id="{669B03D5-0178-4D77-842F-51A23D9179E7}"/>
              </a:ext>
            </a:extLst>
          </p:cNvPr>
          <p:cNvCxnSpPr>
            <a:cxnSpLocks/>
          </p:cNvCxnSpPr>
          <p:nvPr/>
        </p:nvCxnSpPr>
        <p:spPr>
          <a:xfrm>
            <a:off x="7889875" y="5977255"/>
            <a:ext cx="2659063"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8" name="直線接點 47">
            <a:extLst>
              <a:ext uri="{FF2B5EF4-FFF2-40B4-BE49-F238E27FC236}">
                <a16:creationId xmlns:a16="http://schemas.microsoft.com/office/drawing/2014/main" id="{3B39B75E-C18C-4B9C-9FC0-F72908AF8F71}"/>
              </a:ext>
            </a:extLst>
          </p:cNvPr>
          <p:cNvCxnSpPr>
            <a:cxnSpLocks/>
          </p:cNvCxnSpPr>
          <p:nvPr/>
        </p:nvCxnSpPr>
        <p:spPr>
          <a:xfrm>
            <a:off x="7889875" y="7969250"/>
            <a:ext cx="2659063"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9" name="直線接點 48">
            <a:extLst>
              <a:ext uri="{FF2B5EF4-FFF2-40B4-BE49-F238E27FC236}">
                <a16:creationId xmlns:a16="http://schemas.microsoft.com/office/drawing/2014/main" id="{EF40EF6C-3744-4338-A98B-1E1EDF9BA20C}"/>
              </a:ext>
            </a:extLst>
          </p:cNvPr>
          <p:cNvCxnSpPr>
            <a:cxnSpLocks/>
          </p:cNvCxnSpPr>
          <p:nvPr/>
        </p:nvCxnSpPr>
        <p:spPr>
          <a:xfrm>
            <a:off x="2986088" y="2022475"/>
            <a:ext cx="131445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50" name="直線接點 49">
            <a:extLst>
              <a:ext uri="{FF2B5EF4-FFF2-40B4-BE49-F238E27FC236}">
                <a16:creationId xmlns:a16="http://schemas.microsoft.com/office/drawing/2014/main" id="{1437A626-40F3-4C34-A688-A83513173EC6}"/>
              </a:ext>
            </a:extLst>
          </p:cNvPr>
          <p:cNvCxnSpPr>
            <a:cxnSpLocks/>
          </p:cNvCxnSpPr>
          <p:nvPr/>
        </p:nvCxnSpPr>
        <p:spPr>
          <a:xfrm>
            <a:off x="2986088" y="4465638"/>
            <a:ext cx="131445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51" name="直線接點 50">
            <a:extLst>
              <a:ext uri="{FF2B5EF4-FFF2-40B4-BE49-F238E27FC236}">
                <a16:creationId xmlns:a16="http://schemas.microsoft.com/office/drawing/2014/main" id="{3F71AD95-20C4-42ED-97D9-0F4FB0FA94F4}"/>
              </a:ext>
            </a:extLst>
          </p:cNvPr>
          <p:cNvCxnSpPr>
            <a:cxnSpLocks/>
          </p:cNvCxnSpPr>
          <p:nvPr/>
        </p:nvCxnSpPr>
        <p:spPr>
          <a:xfrm>
            <a:off x="2986088" y="7682865"/>
            <a:ext cx="1314450" cy="0"/>
          </a:xfrm>
          <a:prstGeom prst="line">
            <a:avLst/>
          </a:prstGeom>
          <a:ln w="38100"/>
        </p:spPr>
        <p:style>
          <a:lnRef idx="1">
            <a:schemeClr val="dk1"/>
          </a:lnRef>
          <a:fillRef idx="0">
            <a:schemeClr val="dk1"/>
          </a:fillRef>
          <a:effectRef idx="0">
            <a:schemeClr val="dk1"/>
          </a:effectRef>
          <a:fontRef idx="minor">
            <a:schemeClr val="tx1"/>
          </a:fontRef>
        </p:style>
      </p:cxnSp>
      <p:pic>
        <p:nvPicPr>
          <p:cNvPr id="24" name="圖片 23">
            <a:extLst>
              <a:ext uri="{FF2B5EF4-FFF2-40B4-BE49-F238E27FC236}">
                <a16:creationId xmlns:a16="http://schemas.microsoft.com/office/drawing/2014/main" id="{EFC529DC-D379-4ED0-9875-11C013512FE5}"/>
              </a:ext>
            </a:extLst>
          </p:cNvPr>
          <p:cNvPicPr>
            <a:picLocks noChangeAspect="1"/>
          </p:cNvPicPr>
          <p:nvPr/>
        </p:nvPicPr>
        <p:blipFill rotWithShape="1">
          <a:blip r:embed="rId2">
            <a:extLst>
              <a:ext uri="{28A0092B-C50C-407E-A947-70E740481C1C}">
                <a14:useLocalDpi xmlns:a14="http://schemas.microsoft.com/office/drawing/2010/main" val="0"/>
              </a:ext>
            </a:extLst>
          </a:blip>
          <a:srcRect l="65179" t="21853" r="-4851" b="-183"/>
          <a:stretch/>
        </p:blipFill>
        <p:spPr>
          <a:xfrm>
            <a:off x="1357869" y="3766782"/>
            <a:ext cx="826487" cy="5846435"/>
          </a:xfrm>
          <a:prstGeom prst="rect">
            <a:avLst/>
          </a:prstGeom>
        </p:spPr>
      </p:pic>
      <p:grpSp>
        <p:nvGrpSpPr>
          <p:cNvPr id="25" name="群組 24">
            <a:extLst>
              <a:ext uri="{FF2B5EF4-FFF2-40B4-BE49-F238E27FC236}">
                <a16:creationId xmlns:a16="http://schemas.microsoft.com/office/drawing/2014/main" id="{53A32E8E-FDFF-49F0-BB29-64E3133E2821}"/>
              </a:ext>
            </a:extLst>
          </p:cNvPr>
          <p:cNvGrpSpPr/>
          <p:nvPr/>
        </p:nvGrpSpPr>
        <p:grpSpPr>
          <a:xfrm>
            <a:off x="16697297" y="1009397"/>
            <a:ext cx="660914" cy="664277"/>
            <a:chOff x="16459195" y="1006319"/>
            <a:chExt cx="874428" cy="878875"/>
          </a:xfrm>
        </p:grpSpPr>
        <p:sp>
          <p:nvSpPr>
            <p:cNvPr id="26" name="矩形 25">
              <a:extLst>
                <a:ext uri="{FF2B5EF4-FFF2-40B4-BE49-F238E27FC236}">
                  <a16:creationId xmlns:a16="http://schemas.microsoft.com/office/drawing/2014/main" id="{143E78CB-DAA1-40A6-A08F-887C19693FB0}"/>
                </a:ext>
              </a:extLst>
            </p:cNvPr>
            <p:cNvSpPr/>
            <p:nvPr/>
          </p:nvSpPr>
          <p:spPr>
            <a:xfrm>
              <a:off x="16459195" y="1018921"/>
              <a:ext cx="866273" cy="866273"/>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標題 1">
              <a:extLst>
                <a:ext uri="{FF2B5EF4-FFF2-40B4-BE49-F238E27FC236}">
                  <a16:creationId xmlns:a16="http://schemas.microsoft.com/office/drawing/2014/main" id="{0D4F52AF-6E4D-4A81-8D6A-7C28BA9CFDE2}"/>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solidFill>
                    <a:schemeClr val="bg1"/>
                  </a:solidFill>
                  <a:latin typeface="俐方體11號" pitchFamily="2" charset="-120"/>
                  <a:ea typeface="俐方體11號" pitchFamily="2" charset="-120"/>
                </a:rPr>
                <a:t>x</a:t>
              </a:r>
              <a:endParaRPr lang="zh-TW" altLang="en-US" sz="5400" b="1" dirty="0">
                <a:solidFill>
                  <a:schemeClr val="bg1"/>
                </a:solidFill>
                <a:latin typeface="俐方體11號" pitchFamily="2" charset="-120"/>
                <a:ea typeface="俐方體11號" pitchFamily="2" charset="-120"/>
              </a:endParaRPr>
            </a:p>
          </p:txBody>
        </p:sp>
      </p:grpSp>
    </p:spTree>
    <p:extLst>
      <p:ext uri="{BB962C8B-B14F-4D97-AF65-F5344CB8AC3E}">
        <p14:creationId xmlns:p14="http://schemas.microsoft.com/office/powerpoint/2010/main" val="235893613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載入</a:t>
            </a:r>
          </a:p>
        </p:txBody>
      </p:sp>
      <p:grpSp>
        <p:nvGrpSpPr>
          <p:cNvPr id="2" name="群組 1">
            <a:extLst>
              <a:ext uri="{FF2B5EF4-FFF2-40B4-BE49-F238E27FC236}">
                <a16:creationId xmlns:a16="http://schemas.microsoft.com/office/drawing/2014/main" id="{F634284D-6EFE-44B3-AD27-47F5EAC1B00A}"/>
              </a:ext>
            </a:extLst>
          </p:cNvPr>
          <p:cNvGrpSpPr/>
          <p:nvPr/>
        </p:nvGrpSpPr>
        <p:grpSpPr>
          <a:xfrm>
            <a:off x="3243687" y="4548965"/>
            <a:ext cx="2166293" cy="1273979"/>
            <a:chOff x="2818855" y="1217023"/>
            <a:chExt cx="1548429" cy="1273979"/>
          </a:xfrm>
        </p:grpSpPr>
        <p:sp>
          <p:nvSpPr>
            <p:cNvPr id="12" name="標題 1">
              <a:extLst>
                <a:ext uri="{FF2B5EF4-FFF2-40B4-BE49-F238E27FC236}">
                  <a16:creationId xmlns:a16="http://schemas.microsoft.com/office/drawing/2014/main" id="{22B2C3DD-0CB3-4668-8FCD-8BB8C9CF9958}"/>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19" name="矩形 18">
              <a:extLst>
                <a:ext uri="{FF2B5EF4-FFF2-40B4-BE49-F238E27FC236}">
                  <a16:creationId xmlns:a16="http://schemas.microsoft.com/office/drawing/2014/main" id="{92E1934B-9B86-43F1-92A4-58B2B4E5EB30}"/>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36" name="群組 35">
            <a:extLst>
              <a:ext uri="{FF2B5EF4-FFF2-40B4-BE49-F238E27FC236}">
                <a16:creationId xmlns:a16="http://schemas.microsoft.com/office/drawing/2014/main" id="{2446E58A-F20F-4A83-A02A-497F2BA18A2B}"/>
              </a:ext>
            </a:extLst>
          </p:cNvPr>
          <p:cNvGrpSpPr/>
          <p:nvPr/>
        </p:nvGrpSpPr>
        <p:grpSpPr>
          <a:xfrm>
            <a:off x="6114275" y="4548965"/>
            <a:ext cx="2166293" cy="1273979"/>
            <a:chOff x="2818855" y="1217023"/>
            <a:chExt cx="1548429" cy="1273979"/>
          </a:xfrm>
        </p:grpSpPr>
        <p:sp>
          <p:nvSpPr>
            <p:cNvPr id="37" name="標題 1">
              <a:extLst>
                <a:ext uri="{FF2B5EF4-FFF2-40B4-BE49-F238E27FC236}">
                  <a16:creationId xmlns:a16="http://schemas.microsoft.com/office/drawing/2014/main" id="{4DA9920D-0140-4A91-BD85-EFE130571DA9}"/>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38" name="矩形 37">
              <a:extLst>
                <a:ext uri="{FF2B5EF4-FFF2-40B4-BE49-F238E27FC236}">
                  <a16:creationId xmlns:a16="http://schemas.microsoft.com/office/drawing/2014/main" id="{181D8CA9-DFFC-45BC-BD28-931C9F867939}"/>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39" name="群組 38">
            <a:extLst>
              <a:ext uri="{FF2B5EF4-FFF2-40B4-BE49-F238E27FC236}">
                <a16:creationId xmlns:a16="http://schemas.microsoft.com/office/drawing/2014/main" id="{570FD7CB-3050-450E-B49F-3813B5ECEA7E}"/>
              </a:ext>
            </a:extLst>
          </p:cNvPr>
          <p:cNvGrpSpPr/>
          <p:nvPr/>
        </p:nvGrpSpPr>
        <p:grpSpPr>
          <a:xfrm>
            <a:off x="8984863" y="3639352"/>
            <a:ext cx="2166293" cy="1273979"/>
            <a:chOff x="2818855" y="1217023"/>
            <a:chExt cx="1548429" cy="1273979"/>
          </a:xfrm>
        </p:grpSpPr>
        <p:sp>
          <p:nvSpPr>
            <p:cNvPr id="40" name="標題 1">
              <a:extLst>
                <a:ext uri="{FF2B5EF4-FFF2-40B4-BE49-F238E27FC236}">
                  <a16:creationId xmlns:a16="http://schemas.microsoft.com/office/drawing/2014/main" id="{BAB18F19-C1DD-4281-A9E6-BF884909F0F3}"/>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41" name="矩形 40">
              <a:extLst>
                <a:ext uri="{FF2B5EF4-FFF2-40B4-BE49-F238E27FC236}">
                  <a16:creationId xmlns:a16="http://schemas.microsoft.com/office/drawing/2014/main" id="{9A442462-9D0F-4FF6-A83E-790D396ECFA4}"/>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42" name="群組 41">
            <a:extLst>
              <a:ext uri="{FF2B5EF4-FFF2-40B4-BE49-F238E27FC236}">
                <a16:creationId xmlns:a16="http://schemas.microsoft.com/office/drawing/2014/main" id="{4C157CA6-6206-4A94-9D8D-F24B3A6DAD84}"/>
              </a:ext>
            </a:extLst>
          </p:cNvPr>
          <p:cNvGrpSpPr/>
          <p:nvPr/>
        </p:nvGrpSpPr>
        <p:grpSpPr>
          <a:xfrm>
            <a:off x="14726038" y="4548965"/>
            <a:ext cx="2166293" cy="1273979"/>
            <a:chOff x="2818855" y="1217023"/>
            <a:chExt cx="1548429" cy="1273979"/>
          </a:xfrm>
        </p:grpSpPr>
        <p:sp>
          <p:nvSpPr>
            <p:cNvPr id="43" name="標題 1">
              <a:extLst>
                <a:ext uri="{FF2B5EF4-FFF2-40B4-BE49-F238E27FC236}">
                  <a16:creationId xmlns:a16="http://schemas.microsoft.com/office/drawing/2014/main" id="{86E0730F-A173-42B3-BA41-583BA68C71E4}"/>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44" name="矩形 43">
              <a:extLst>
                <a:ext uri="{FF2B5EF4-FFF2-40B4-BE49-F238E27FC236}">
                  <a16:creationId xmlns:a16="http://schemas.microsoft.com/office/drawing/2014/main" id="{CD516B09-4C9A-4EBC-A13D-8DC84AEA36A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69" name="群組 68">
            <a:extLst>
              <a:ext uri="{FF2B5EF4-FFF2-40B4-BE49-F238E27FC236}">
                <a16:creationId xmlns:a16="http://schemas.microsoft.com/office/drawing/2014/main" id="{EA5159E0-8AB2-4ECD-AB4E-E727E93C3E7A}"/>
              </a:ext>
            </a:extLst>
          </p:cNvPr>
          <p:cNvGrpSpPr/>
          <p:nvPr/>
        </p:nvGrpSpPr>
        <p:grpSpPr>
          <a:xfrm>
            <a:off x="8984863" y="5488856"/>
            <a:ext cx="2166293" cy="1273979"/>
            <a:chOff x="2818855" y="1217023"/>
            <a:chExt cx="1548429" cy="1273979"/>
          </a:xfrm>
        </p:grpSpPr>
        <p:sp>
          <p:nvSpPr>
            <p:cNvPr id="70" name="標題 1">
              <a:extLst>
                <a:ext uri="{FF2B5EF4-FFF2-40B4-BE49-F238E27FC236}">
                  <a16:creationId xmlns:a16="http://schemas.microsoft.com/office/drawing/2014/main" id="{7E90DACF-171C-42B8-96E9-D62480E41145}"/>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en-US" altLang="zh-TW" sz="4000" b="1" dirty="0">
                <a:latin typeface="俐方體11號" pitchFamily="2" charset="-120"/>
                <a:ea typeface="俐方體11號" pitchFamily="2" charset="-120"/>
              </a:endParaRPr>
            </a:p>
          </p:txBody>
        </p:sp>
        <p:sp>
          <p:nvSpPr>
            <p:cNvPr id="71" name="矩形 70">
              <a:extLst>
                <a:ext uri="{FF2B5EF4-FFF2-40B4-BE49-F238E27FC236}">
                  <a16:creationId xmlns:a16="http://schemas.microsoft.com/office/drawing/2014/main" id="{C1706CC1-80D1-450D-9B58-A562BB4C39EF}"/>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72" name="群組 71">
            <a:extLst>
              <a:ext uri="{FF2B5EF4-FFF2-40B4-BE49-F238E27FC236}">
                <a16:creationId xmlns:a16="http://schemas.microsoft.com/office/drawing/2014/main" id="{BB28B301-B4DC-4E87-B7A7-3CC55C8442E0}"/>
              </a:ext>
            </a:extLst>
          </p:cNvPr>
          <p:cNvGrpSpPr/>
          <p:nvPr/>
        </p:nvGrpSpPr>
        <p:grpSpPr>
          <a:xfrm>
            <a:off x="11855451" y="4548965"/>
            <a:ext cx="2166293" cy="1273979"/>
            <a:chOff x="2818855" y="1217023"/>
            <a:chExt cx="1548429" cy="1273979"/>
          </a:xfrm>
        </p:grpSpPr>
        <p:sp>
          <p:nvSpPr>
            <p:cNvPr id="73" name="標題 1">
              <a:extLst>
                <a:ext uri="{FF2B5EF4-FFF2-40B4-BE49-F238E27FC236}">
                  <a16:creationId xmlns:a16="http://schemas.microsoft.com/office/drawing/2014/main" id="{2E84129D-7F84-4A9E-9BD5-F01271DF27E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74" name="矩形 73">
              <a:extLst>
                <a:ext uri="{FF2B5EF4-FFF2-40B4-BE49-F238E27FC236}">
                  <a16:creationId xmlns:a16="http://schemas.microsoft.com/office/drawing/2014/main" id="{32108122-2FA4-459C-A1D9-C31043B737F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cxnSp>
        <p:nvCxnSpPr>
          <p:cNvPr id="5" name="直線接點 4">
            <a:extLst>
              <a:ext uri="{FF2B5EF4-FFF2-40B4-BE49-F238E27FC236}">
                <a16:creationId xmlns:a16="http://schemas.microsoft.com/office/drawing/2014/main" id="{F3E48BFD-7314-4DEC-A25A-87DA5FC0BAC0}"/>
              </a:ext>
            </a:extLst>
          </p:cNvPr>
          <p:cNvCxnSpPr>
            <a:cxnSpLocks/>
            <a:stCxn id="19" idx="3"/>
            <a:endCxn id="38" idx="1"/>
          </p:cNvCxnSpPr>
          <p:nvPr/>
        </p:nvCxnSpPr>
        <p:spPr>
          <a:xfrm>
            <a:off x="5409980" y="5185955"/>
            <a:ext cx="7042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2FF6AEDF-14F6-43DC-9907-171873C17DC2}"/>
              </a:ext>
            </a:extLst>
          </p:cNvPr>
          <p:cNvCxnSpPr>
            <a:cxnSpLocks/>
            <a:stCxn id="74" idx="3"/>
            <a:endCxn id="44" idx="1"/>
          </p:cNvCxnSpPr>
          <p:nvPr/>
        </p:nvCxnSpPr>
        <p:spPr>
          <a:xfrm>
            <a:off x="14021744" y="5185955"/>
            <a:ext cx="70429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標題 1">
            <a:extLst>
              <a:ext uri="{FF2B5EF4-FFF2-40B4-BE49-F238E27FC236}">
                <a16:creationId xmlns:a16="http://schemas.microsoft.com/office/drawing/2014/main" id="{0EE1A378-830A-45C6-92DF-9FE9D8C72113}"/>
              </a:ext>
            </a:extLst>
          </p:cNvPr>
          <p:cNvSpPr txBox="1">
            <a:spLocks/>
          </p:cNvSpPr>
          <p:nvPr/>
        </p:nvSpPr>
        <p:spPr>
          <a:xfrm>
            <a:off x="2591393" y="909948"/>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000" b="1" dirty="0">
                <a:latin typeface="俐方體11號" pitchFamily="2" charset="-120"/>
                <a:ea typeface="俐方體11號" pitchFamily="2" charset="-120"/>
              </a:rPr>
              <a:t>一、初識</a:t>
            </a:r>
          </a:p>
        </p:txBody>
      </p:sp>
      <p:sp>
        <p:nvSpPr>
          <p:cNvPr id="54" name="標題 1">
            <a:extLst>
              <a:ext uri="{FF2B5EF4-FFF2-40B4-BE49-F238E27FC236}">
                <a16:creationId xmlns:a16="http://schemas.microsoft.com/office/drawing/2014/main" id="{EAC44695-7193-4F72-955B-0E2FDC5FF643}"/>
              </a:ext>
            </a:extLst>
          </p:cNvPr>
          <p:cNvSpPr txBox="1">
            <a:spLocks/>
          </p:cNvSpPr>
          <p:nvPr/>
        </p:nvSpPr>
        <p:spPr>
          <a:xfrm>
            <a:off x="8172862" y="8405631"/>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000" b="1" dirty="0">
                <a:latin typeface="俐方體11號" pitchFamily="2" charset="-120"/>
                <a:ea typeface="俐方體11號" pitchFamily="2" charset="-120"/>
              </a:rPr>
              <a:t>1</a:t>
            </a:r>
            <a:r>
              <a:rPr lang="zh-TW" altLang="en-US" sz="4000" b="1" dirty="0">
                <a:latin typeface="俐方體11號" pitchFamily="2" charset="-120"/>
                <a:ea typeface="俐方體11號" pitchFamily="2" charset="-120"/>
              </a:rPr>
              <a:t> </a:t>
            </a:r>
            <a:r>
              <a:rPr lang="en-US" altLang="zh-TW" sz="4000" b="1" dirty="0">
                <a:solidFill>
                  <a:schemeClr val="bg1">
                    <a:lumMod val="50000"/>
                  </a:schemeClr>
                </a:solidFill>
                <a:latin typeface="俐方體11號" pitchFamily="2" charset="-120"/>
                <a:ea typeface="俐方體11號" pitchFamily="2" charset="-120"/>
              </a:rPr>
              <a:t>2</a:t>
            </a:r>
            <a:r>
              <a:rPr lang="zh-TW" altLang="en-US" sz="4000" b="1" dirty="0">
                <a:solidFill>
                  <a:schemeClr val="bg1">
                    <a:lumMod val="50000"/>
                  </a:schemeClr>
                </a:solidFill>
                <a:latin typeface="俐方體11號" pitchFamily="2" charset="-120"/>
                <a:ea typeface="俐方體11號" pitchFamily="2" charset="-120"/>
              </a:rPr>
              <a:t> </a:t>
            </a:r>
            <a:r>
              <a:rPr lang="en-US" altLang="zh-TW" sz="4000" b="1" dirty="0">
                <a:solidFill>
                  <a:schemeClr val="bg1">
                    <a:lumMod val="50000"/>
                  </a:schemeClr>
                </a:solidFill>
                <a:latin typeface="俐方體11號" pitchFamily="2" charset="-120"/>
                <a:ea typeface="俐方體11號" pitchFamily="2" charset="-120"/>
              </a:rPr>
              <a:t>3</a:t>
            </a:r>
            <a:endParaRPr lang="zh-TW" altLang="en-US" sz="4000" b="1" dirty="0">
              <a:solidFill>
                <a:schemeClr val="bg1">
                  <a:lumMod val="50000"/>
                </a:schemeClr>
              </a:solidFill>
              <a:latin typeface="俐方體11號" pitchFamily="2" charset="-120"/>
              <a:ea typeface="俐方體11號" pitchFamily="2" charset="-120"/>
            </a:endParaRPr>
          </a:p>
        </p:txBody>
      </p:sp>
      <p:pic>
        <p:nvPicPr>
          <p:cNvPr id="48" name="圖片 47">
            <a:extLst>
              <a:ext uri="{FF2B5EF4-FFF2-40B4-BE49-F238E27FC236}">
                <a16:creationId xmlns:a16="http://schemas.microsoft.com/office/drawing/2014/main" id="{6AB2C619-9BC6-4251-9C4B-B03CA5CD7B5A}"/>
              </a:ext>
            </a:extLst>
          </p:cNvPr>
          <p:cNvPicPr>
            <a:picLocks noChangeAspect="1"/>
          </p:cNvPicPr>
          <p:nvPr/>
        </p:nvPicPr>
        <p:blipFill rotWithShape="1">
          <a:blip r:embed="rId2">
            <a:extLst>
              <a:ext uri="{28A0092B-C50C-407E-A947-70E740481C1C}">
                <a14:useLocalDpi xmlns:a14="http://schemas.microsoft.com/office/drawing/2010/main" val="0"/>
              </a:ext>
            </a:extLst>
          </a:blip>
          <a:srcRect t="21853" r="59052"/>
          <a:stretch/>
        </p:blipFill>
        <p:spPr>
          <a:xfrm>
            <a:off x="1357870" y="3766782"/>
            <a:ext cx="853068" cy="5832787"/>
          </a:xfrm>
          <a:prstGeom prst="rect">
            <a:avLst/>
          </a:prstGeom>
        </p:spPr>
      </p:pic>
      <p:cxnSp>
        <p:nvCxnSpPr>
          <p:cNvPr id="6" name="接點: 肘形 5">
            <a:extLst>
              <a:ext uri="{FF2B5EF4-FFF2-40B4-BE49-F238E27FC236}">
                <a16:creationId xmlns:a16="http://schemas.microsoft.com/office/drawing/2014/main" id="{4188EAEC-B33E-406D-B73A-99733DF061D3}"/>
              </a:ext>
            </a:extLst>
          </p:cNvPr>
          <p:cNvCxnSpPr>
            <a:stCxn id="38" idx="3"/>
            <a:endCxn id="41" idx="1"/>
          </p:cNvCxnSpPr>
          <p:nvPr/>
        </p:nvCxnSpPr>
        <p:spPr>
          <a:xfrm flipV="1">
            <a:off x="8280568" y="4276342"/>
            <a:ext cx="704295" cy="909613"/>
          </a:xfrm>
          <a:prstGeom prst="bentConnector3">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50" name="接點: 肘形 49">
            <a:extLst>
              <a:ext uri="{FF2B5EF4-FFF2-40B4-BE49-F238E27FC236}">
                <a16:creationId xmlns:a16="http://schemas.microsoft.com/office/drawing/2014/main" id="{9DA8F1B2-E4F4-41E6-A463-15095F7CD866}"/>
              </a:ext>
            </a:extLst>
          </p:cNvPr>
          <p:cNvCxnSpPr>
            <a:cxnSpLocks/>
            <a:stCxn id="38" idx="3"/>
            <a:endCxn id="71" idx="1"/>
          </p:cNvCxnSpPr>
          <p:nvPr/>
        </p:nvCxnSpPr>
        <p:spPr>
          <a:xfrm>
            <a:off x="8280568" y="5185955"/>
            <a:ext cx="704295" cy="939891"/>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52" name="接點: 肘形 51">
            <a:extLst>
              <a:ext uri="{FF2B5EF4-FFF2-40B4-BE49-F238E27FC236}">
                <a16:creationId xmlns:a16="http://schemas.microsoft.com/office/drawing/2014/main" id="{AA4CB8CA-2C43-452D-97E2-9BB9638D56D4}"/>
              </a:ext>
            </a:extLst>
          </p:cNvPr>
          <p:cNvCxnSpPr>
            <a:cxnSpLocks/>
            <a:stCxn id="41" idx="3"/>
            <a:endCxn id="74" idx="1"/>
          </p:cNvCxnSpPr>
          <p:nvPr/>
        </p:nvCxnSpPr>
        <p:spPr>
          <a:xfrm>
            <a:off x="11151156" y="4276342"/>
            <a:ext cx="704295" cy="909613"/>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grpSp>
        <p:nvGrpSpPr>
          <p:cNvPr id="55" name="群組 54">
            <a:extLst>
              <a:ext uri="{FF2B5EF4-FFF2-40B4-BE49-F238E27FC236}">
                <a16:creationId xmlns:a16="http://schemas.microsoft.com/office/drawing/2014/main" id="{D249CF05-97AC-4D31-8BC2-08130B31A42B}"/>
              </a:ext>
            </a:extLst>
          </p:cNvPr>
          <p:cNvGrpSpPr/>
          <p:nvPr/>
        </p:nvGrpSpPr>
        <p:grpSpPr>
          <a:xfrm>
            <a:off x="16697297" y="1009397"/>
            <a:ext cx="660914" cy="664277"/>
            <a:chOff x="16459195" y="1006319"/>
            <a:chExt cx="874428" cy="878875"/>
          </a:xfrm>
        </p:grpSpPr>
        <p:sp>
          <p:nvSpPr>
            <p:cNvPr id="56" name="矩形 55">
              <a:extLst>
                <a:ext uri="{FF2B5EF4-FFF2-40B4-BE49-F238E27FC236}">
                  <a16:creationId xmlns:a16="http://schemas.microsoft.com/office/drawing/2014/main" id="{FFF6FE78-29DE-4A4E-A1C3-A62F964922B4}"/>
                </a:ext>
              </a:extLst>
            </p:cNvPr>
            <p:cNvSpPr/>
            <p:nvPr/>
          </p:nvSpPr>
          <p:spPr>
            <a:xfrm>
              <a:off x="16459195" y="1018921"/>
              <a:ext cx="866273" cy="86627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標題 1">
              <a:extLst>
                <a:ext uri="{FF2B5EF4-FFF2-40B4-BE49-F238E27FC236}">
                  <a16:creationId xmlns:a16="http://schemas.microsoft.com/office/drawing/2014/main" id="{9E8E3B1B-3300-4A1A-AFB3-97DE294363D0}"/>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latin typeface="俐方體11號" pitchFamily="2" charset="-120"/>
                  <a:ea typeface="俐方體11號" pitchFamily="2" charset="-120"/>
                </a:rPr>
                <a:t>x</a:t>
              </a:r>
              <a:endParaRPr lang="zh-TW" altLang="en-US" sz="5400" b="1" dirty="0">
                <a:latin typeface="俐方體11號" pitchFamily="2" charset="-120"/>
                <a:ea typeface="俐方體11號" pitchFamily="2" charset="-120"/>
              </a:endParaRPr>
            </a:p>
          </p:txBody>
        </p:sp>
      </p:grpSp>
    </p:spTree>
    <p:extLst>
      <p:ext uri="{BB962C8B-B14F-4D97-AF65-F5344CB8AC3E}">
        <p14:creationId xmlns:p14="http://schemas.microsoft.com/office/powerpoint/2010/main" val="42006407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載入</a:t>
            </a:r>
          </a:p>
        </p:txBody>
      </p:sp>
      <p:grpSp>
        <p:nvGrpSpPr>
          <p:cNvPr id="42" name="群組 41">
            <a:extLst>
              <a:ext uri="{FF2B5EF4-FFF2-40B4-BE49-F238E27FC236}">
                <a16:creationId xmlns:a16="http://schemas.microsoft.com/office/drawing/2014/main" id="{4C157CA6-6206-4A94-9D8D-F24B3A6DAD84}"/>
              </a:ext>
            </a:extLst>
          </p:cNvPr>
          <p:cNvGrpSpPr/>
          <p:nvPr/>
        </p:nvGrpSpPr>
        <p:grpSpPr>
          <a:xfrm>
            <a:off x="5141375" y="4548965"/>
            <a:ext cx="2166293" cy="1273979"/>
            <a:chOff x="2818855" y="1217023"/>
            <a:chExt cx="1548429" cy="1273979"/>
          </a:xfrm>
        </p:grpSpPr>
        <p:sp>
          <p:nvSpPr>
            <p:cNvPr id="43" name="標題 1">
              <a:extLst>
                <a:ext uri="{FF2B5EF4-FFF2-40B4-BE49-F238E27FC236}">
                  <a16:creationId xmlns:a16="http://schemas.microsoft.com/office/drawing/2014/main" id="{86E0730F-A173-42B3-BA41-583BA68C71E4}"/>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44" name="矩形 43">
              <a:extLst>
                <a:ext uri="{FF2B5EF4-FFF2-40B4-BE49-F238E27FC236}">
                  <a16:creationId xmlns:a16="http://schemas.microsoft.com/office/drawing/2014/main" id="{CD516B09-4C9A-4EBC-A13D-8DC84AEA36A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u="sng">
                <a:latin typeface="俐方體11號" pitchFamily="2" charset="-120"/>
                <a:ea typeface="俐方體11號" pitchFamily="2" charset="-120"/>
              </a:endParaRPr>
            </a:p>
          </p:txBody>
        </p:sp>
      </p:grpSp>
      <p:grpSp>
        <p:nvGrpSpPr>
          <p:cNvPr id="48" name="群組 47">
            <a:extLst>
              <a:ext uri="{FF2B5EF4-FFF2-40B4-BE49-F238E27FC236}">
                <a16:creationId xmlns:a16="http://schemas.microsoft.com/office/drawing/2014/main" id="{8BF23547-F233-42B4-B9B2-BDCD379C98AF}"/>
              </a:ext>
            </a:extLst>
          </p:cNvPr>
          <p:cNvGrpSpPr/>
          <p:nvPr/>
        </p:nvGrpSpPr>
        <p:grpSpPr>
          <a:xfrm>
            <a:off x="7614526" y="5359187"/>
            <a:ext cx="2166293" cy="1273979"/>
            <a:chOff x="2818855" y="1217023"/>
            <a:chExt cx="1548429" cy="1273979"/>
          </a:xfrm>
        </p:grpSpPr>
        <p:sp>
          <p:nvSpPr>
            <p:cNvPr id="49" name="標題 1">
              <a:extLst>
                <a:ext uri="{FF2B5EF4-FFF2-40B4-BE49-F238E27FC236}">
                  <a16:creationId xmlns:a16="http://schemas.microsoft.com/office/drawing/2014/main" id="{D968C1E0-B1CD-452C-B431-A4088968370E}"/>
                </a:ext>
              </a:extLst>
            </p:cNvPr>
            <p:cNvSpPr txBox="1">
              <a:spLocks/>
            </p:cNvSpPr>
            <p:nvPr/>
          </p:nvSpPr>
          <p:spPr>
            <a:xfrm>
              <a:off x="2818855" y="135684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50" name="矩形 49">
              <a:extLst>
                <a:ext uri="{FF2B5EF4-FFF2-40B4-BE49-F238E27FC236}">
                  <a16:creationId xmlns:a16="http://schemas.microsoft.com/office/drawing/2014/main" id="{49018F63-4920-4E61-BBE3-8CAC695DEA6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63" name="群組 62">
            <a:extLst>
              <a:ext uri="{FF2B5EF4-FFF2-40B4-BE49-F238E27FC236}">
                <a16:creationId xmlns:a16="http://schemas.microsoft.com/office/drawing/2014/main" id="{7E0544DA-7C50-4241-9AA7-7060165EA272}"/>
              </a:ext>
            </a:extLst>
          </p:cNvPr>
          <p:cNvGrpSpPr/>
          <p:nvPr/>
        </p:nvGrpSpPr>
        <p:grpSpPr>
          <a:xfrm>
            <a:off x="10087677" y="4548965"/>
            <a:ext cx="2134117" cy="1273979"/>
            <a:chOff x="2818855" y="1217023"/>
            <a:chExt cx="1548429" cy="1273979"/>
          </a:xfrm>
        </p:grpSpPr>
        <p:sp>
          <p:nvSpPr>
            <p:cNvPr id="64" name="標題 1">
              <a:extLst>
                <a:ext uri="{FF2B5EF4-FFF2-40B4-BE49-F238E27FC236}">
                  <a16:creationId xmlns:a16="http://schemas.microsoft.com/office/drawing/2014/main" id="{8BA5A763-3E78-45EF-8CDB-9FBA9A311275}"/>
                </a:ext>
              </a:extLst>
            </p:cNvPr>
            <p:cNvSpPr txBox="1">
              <a:spLocks/>
            </p:cNvSpPr>
            <p:nvPr/>
          </p:nvSpPr>
          <p:spPr>
            <a:xfrm>
              <a:off x="2818855" y="13758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65" name="矩形 64">
              <a:extLst>
                <a:ext uri="{FF2B5EF4-FFF2-40B4-BE49-F238E27FC236}">
                  <a16:creationId xmlns:a16="http://schemas.microsoft.com/office/drawing/2014/main" id="{90BBF600-3861-43A6-A96D-A6470A2A5F68}"/>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u="sng">
                <a:latin typeface="俐方體11號" pitchFamily="2" charset="-120"/>
                <a:ea typeface="俐方體11號" pitchFamily="2" charset="-120"/>
              </a:endParaRPr>
            </a:p>
          </p:txBody>
        </p:sp>
      </p:grpSp>
      <p:grpSp>
        <p:nvGrpSpPr>
          <p:cNvPr id="69" name="群組 68">
            <a:extLst>
              <a:ext uri="{FF2B5EF4-FFF2-40B4-BE49-F238E27FC236}">
                <a16:creationId xmlns:a16="http://schemas.microsoft.com/office/drawing/2014/main" id="{3438C7C1-E165-4C4A-83A2-78DC787710DA}"/>
              </a:ext>
            </a:extLst>
          </p:cNvPr>
          <p:cNvGrpSpPr/>
          <p:nvPr/>
        </p:nvGrpSpPr>
        <p:grpSpPr>
          <a:xfrm>
            <a:off x="2668224" y="4548965"/>
            <a:ext cx="2166293" cy="1273979"/>
            <a:chOff x="2818855" y="1217023"/>
            <a:chExt cx="1548429" cy="1273979"/>
          </a:xfrm>
        </p:grpSpPr>
        <p:sp>
          <p:nvSpPr>
            <p:cNvPr id="70" name="標題 1">
              <a:extLst>
                <a:ext uri="{FF2B5EF4-FFF2-40B4-BE49-F238E27FC236}">
                  <a16:creationId xmlns:a16="http://schemas.microsoft.com/office/drawing/2014/main" id="{89F62084-05D0-4D8F-88C1-CDFF0405DC4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71" name="矩形 70">
              <a:extLst>
                <a:ext uri="{FF2B5EF4-FFF2-40B4-BE49-F238E27FC236}">
                  <a16:creationId xmlns:a16="http://schemas.microsoft.com/office/drawing/2014/main" id="{7CB84BBB-C41A-4BA1-A5BE-3A11770B3E6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72" name="群組 71">
            <a:extLst>
              <a:ext uri="{FF2B5EF4-FFF2-40B4-BE49-F238E27FC236}">
                <a16:creationId xmlns:a16="http://schemas.microsoft.com/office/drawing/2014/main" id="{349753CC-B2E8-48CE-B3EF-49D75C628F84}"/>
              </a:ext>
            </a:extLst>
          </p:cNvPr>
          <p:cNvGrpSpPr/>
          <p:nvPr/>
        </p:nvGrpSpPr>
        <p:grpSpPr>
          <a:xfrm>
            <a:off x="12528651" y="3699235"/>
            <a:ext cx="2166293" cy="1273979"/>
            <a:chOff x="2818855" y="1217023"/>
            <a:chExt cx="1548429" cy="1273979"/>
          </a:xfrm>
        </p:grpSpPr>
        <p:sp>
          <p:nvSpPr>
            <p:cNvPr id="73" name="標題 1">
              <a:extLst>
                <a:ext uri="{FF2B5EF4-FFF2-40B4-BE49-F238E27FC236}">
                  <a16:creationId xmlns:a16="http://schemas.microsoft.com/office/drawing/2014/main" id="{AC89B076-9ADE-4DA6-BF47-E8572D3C8FA7}"/>
                </a:ext>
              </a:extLst>
            </p:cNvPr>
            <p:cNvSpPr txBox="1">
              <a:spLocks/>
            </p:cNvSpPr>
            <p:nvPr/>
          </p:nvSpPr>
          <p:spPr>
            <a:xfrm>
              <a:off x="2818855" y="13758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74" name="矩形 73">
              <a:extLst>
                <a:ext uri="{FF2B5EF4-FFF2-40B4-BE49-F238E27FC236}">
                  <a16:creationId xmlns:a16="http://schemas.microsoft.com/office/drawing/2014/main" id="{F6178E90-4AA5-4EE2-8FFA-9B34EF8C9E2B}"/>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75" name="群組 74">
            <a:extLst>
              <a:ext uri="{FF2B5EF4-FFF2-40B4-BE49-F238E27FC236}">
                <a16:creationId xmlns:a16="http://schemas.microsoft.com/office/drawing/2014/main" id="{BCE8FCA8-5BC9-4F56-8BAA-982E453F1973}"/>
              </a:ext>
            </a:extLst>
          </p:cNvPr>
          <p:cNvGrpSpPr/>
          <p:nvPr/>
        </p:nvGrpSpPr>
        <p:grpSpPr>
          <a:xfrm>
            <a:off x="15001801" y="4548965"/>
            <a:ext cx="2134117" cy="1273979"/>
            <a:chOff x="2818855" y="1217023"/>
            <a:chExt cx="1548429" cy="1273979"/>
          </a:xfrm>
        </p:grpSpPr>
        <p:sp>
          <p:nvSpPr>
            <p:cNvPr id="76" name="標題 1">
              <a:extLst>
                <a:ext uri="{FF2B5EF4-FFF2-40B4-BE49-F238E27FC236}">
                  <a16:creationId xmlns:a16="http://schemas.microsoft.com/office/drawing/2014/main" id="{0FF784BA-A876-416E-A386-73F9DBDEB55A}"/>
                </a:ext>
              </a:extLst>
            </p:cNvPr>
            <p:cNvSpPr txBox="1">
              <a:spLocks/>
            </p:cNvSpPr>
            <p:nvPr/>
          </p:nvSpPr>
          <p:spPr>
            <a:xfrm>
              <a:off x="2818855" y="13758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77" name="矩形 76">
              <a:extLst>
                <a:ext uri="{FF2B5EF4-FFF2-40B4-BE49-F238E27FC236}">
                  <a16:creationId xmlns:a16="http://schemas.microsoft.com/office/drawing/2014/main" id="{C8D90E2F-1190-47CB-8B8A-0FDB554598A3}"/>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41" name="群組 40">
            <a:extLst>
              <a:ext uri="{FF2B5EF4-FFF2-40B4-BE49-F238E27FC236}">
                <a16:creationId xmlns:a16="http://schemas.microsoft.com/office/drawing/2014/main" id="{36DAEFB6-21B7-4997-B8C5-394C33FF7B2C}"/>
              </a:ext>
            </a:extLst>
          </p:cNvPr>
          <p:cNvGrpSpPr/>
          <p:nvPr/>
        </p:nvGrpSpPr>
        <p:grpSpPr>
          <a:xfrm>
            <a:off x="7614526" y="3699235"/>
            <a:ext cx="2166293" cy="1273979"/>
            <a:chOff x="2818855" y="1217023"/>
            <a:chExt cx="1548429" cy="1273979"/>
          </a:xfrm>
        </p:grpSpPr>
        <p:sp>
          <p:nvSpPr>
            <p:cNvPr id="45" name="標題 1">
              <a:extLst>
                <a:ext uri="{FF2B5EF4-FFF2-40B4-BE49-F238E27FC236}">
                  <a16:creationId xmlns:a16="http://schemas.microsoft.com/office/drawing/2014/main" id="{6AE71E3E-BDEC-42F5-BD8A-E306EFAC8271}"/>
                </a:ext>
              </a:extLst>
            </p:cNvPr>
            <p:cNvSpPr txBox="1">
              <a:spLocks/>
            </p:cNvSpPr>
            <p:nvPr/>
          </p:nvSpPr>
          <p:spPr>
            <a:xfrm>
              <a:off x="2818855" y="135684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46" name="矩形 45">
              <a:extLst>
                <a:ext uri="{FF2B5EF4-FFF2-40B4-BE49-F238E27FC236}">
                  <a16:creationId xmlns:a16="http://schemas.microsoft.com/office/drawing/2014/main" id="{FF175203-AB3A-4436-BCAA-F91DC64D3F87}"/>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cxnSp>
        <p:nvCxnSpPr>
          <p:cNvPr id="47" name="直線接點 46">
            <a:extLst>
              <a:ext uri="{FF2B5EF4-FFF2-40B4-BE49-F238E27FC236}">
                <a16:creationId xmlns:a16="http://schemas.microsoft.com/office/drawing/2014/main" id="{30CAE235-AE81-4794-A391-78BDB78FE3C7}"/>
              </a:ext>
            </a:extLst>
          </p:cNvPr>
          <p:cNvCxnSpPr>
            <a:cxnSpLocks/>
            <a:stCxn id="71" idx="3"/>
            <a:endCxn id="44" idx="1"/>
          </p:cNvCxnSpPr>
          <p:nvPr/>
        </p:nvCxnSpPr>
        <p:spPr>
          <a:xfrm>
            <a:off x="4834517" y="5185955"/>
            <a:ext cx="3068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標題 1">
            <a:extLst>
              <a:ext uri="{FF2B5EF4-FFF2-40B4-BE49-F238E27FC236}">
                <a16:creationId xmlns:a16="http://schemas.microsoft.com/office/drawing/2014/main" id="{4A6193F3-4CD8-47A7-A714-8EA20D8E3718}"/>
              </a:ext>
            </a:extLst>
          </p:cNvPr>
          <p:cNvSpPr txBox="1">
            <a:spLocks/>
          </p:cNvSpPr>
          <p:nvPr/>
        </p:nvSpPr>
        <p:spPr>
          <a:xfrm>
            <a:off x="8172862" y="8405631"/>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000" b="1" dirty="0">
                <a:solidFill>
                  <a:schemeClr val="bg1">
                    <a:lumMod val="50000"/>
                  </a:schemeClr>
                </a:solidFill>
                <a:latin typeface="俐方體11號" pitchFamily="2" charset="-120"/>
                <a:ea typeface="俐方體11號" pitchFamily="2" charset="-120"/>
              </a:rPr>
              <a:t>1</a:t>
            </a:r>
            <a:r>
              <a:rPr lang="zh-TW" altLang="en-US" sz="4000" b="1" dirty="0">
                <a:solidFill>
                  <a:schemeClr val="bg1">
                    <a:lumMod val="50000"/>
                  </a:schemeClr>
                </a:solidFill>
                <a:latin typeface="俐方體11號" pitchFamily="2" charset="-120"/>
                <a:ea typeface="俐方體11號" pitchFamily="2" charset="-120"/>
              </a:rPr>
              <a:t> </a:t>
            </a:r>
            <a:r>
              <a:rPr lang="en-US" altLang="zh-TW" sz="4000" b="1" dirty="0">
                <a:latin typeface="俐方體11號" pitchFamily="2" charset="-120"/>
                <a:ea typeface="俐方體11號" pitchFamily="2" charset="-120"/>
              </a:rPr>
              <a:t>2</a:t>
            </a:r>
            <a:r>
              <a:rPr lang="zh-TW" altLang="en-US" sz="4000" b="1" dirty="0">
                <a:solidFill>
                  <a:schemeClr val="bg1">
                    <a:lumMod val="50000"/>
                  </a:schemeClr>
                </a:solidFill>
                <a:latin typeface="俐方體11號" pitchFamily="2" charset="-120"/>
                <a:ea typeface="俐方體11號" pitchFamily="2" charset="-120"/>
              </a:rPr>
              <a:t> </a:t>
            </a:r>
            <a:r>
              <a:rPr lang="en-US" altLang="zh-TW" sz="4000" b="1" dirty="0">
                <a:solidFill>
                  <a:schemeClr val="bg1">
                    <a:lumMod val="50000"/>
                  </a:schemeClr>
                </a:solidFill>
                <a:latin typeface="俐方體11號" pitchFamily="2" charset="-120"/>
                <a:ea typeface="俐方體11號" pitchFamily="2" charset="-120"/>
              </a:rPr>
              <a:t>3</a:t>
            </a:r>
            <a:endParaRPr lang="zh-TW" altLang="en-US" sz="4000" b="1" dirty="0">
              <a:solidFill>
                <a:schemeClr val="bg1">
                  <a:lumMod val="50000"/>
                </a:schemeClr>
              </a:solidFill>
              <a:latin typeface="俐方體11號" pitchFamily="2" charset="-120"/>
              <a:ea typeface="俐方體11號" pitchFamily="2" charset="-120"/>
            </a:endParaRPr>
          </a:p>
        </p:txBody>
      </p:sp>
      <p:sp>
        <p:nvSpPr>
          <p:cNvPr id="57" name="標題 1">
            <a:extLst>
              <a:ext uri="{FF2B5EF4-FFF2-40B4-BE49-F238E27FC236}">
                <a16:creationId xmlns:a16="http://schemas.microsoft.com/office/drawing/2014/main" id="{9E761F13-F1EE-4DD7-9FEB-F363600FB35F}"/>
              </a:ext>
            </a:extLst>
          </p:cNvPr>
          <p:cNvSpPr txBox="1">
            <a:spLocks/>
          </p:cNvSpPr>
          <p:nvPr/>
        </p:nvSpPr>
        <p:spPr>
          <a:xfrm>
            <a:off x="2591393" y="909948"/>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000" b="1" dirty="0">
                <a:latin typeface="俐方體11號" pitchFamily="2" charset="-120"/>
                <a:ea typeface="俐方體11號" pitchFamily="2" charset="-120"/>
              </a:rPr>
              <a:t>二、登山</a:t>
            </a:r>
          </a:p>
        </p:txBody>
      </p:sp>
      <p:grpSp>
        <p:nvGrpSpPr>
          <p:cNvPr id="58" name="Google Shape;6968;p144">
            <a:extLst>
              <a:ext uri="{FF2B5EF4-FFF2-40B4-BE49-F238E27FC236}">
                <a16:creationId xmlns:a16="http://schemas.microsoft.com/office/drawing/2014/main" id="{F297FCE3-09E0-46D0-A074-47D63DA65E3D}"/>
              </a:ext>
            </a:extLst>
          </p:cNvPr>
          <p:cNvGrpSpPr/>
          <p:nvPr/>
        </p:nvGrpSpPr>
        <p:grpSpPr>
          <a:xfrm>
            <a:off x="6997718" y="5538953"/>
            <a:ext cx="418618" cy="414547"/>
            <a:chOff x="-37385100" y="3949908"/>
            <a:chExt cx="321350" cy="318225"/>
          </a:xfrm>
          <a:solidFill>
            <a:schemeClr val="bg1"/>
          </a:solidFill>
        </p:grpSpPr>
        <p:sp>
          <p:nvSpPr>
            <p:cNvPr id="59" name="Google Shape;6969;p144">
              <a:extLst>
                <a:ext uri="{FF2B5EF4-FFF2-40B4-BE49-F238E27FC236}">
                  <a16:creationId xmlns:a16="http://schemas.microsoft.com/office/drawing/2014/main" id="{EF14C000-403F-463D-9E91-67F733AA6E78}"/>
                </a:ext>
              </a:extLst>
            </p:cNvPr>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sp>
          <p:nvSpPr>
            <p:cNvPr id="60" name="Google Shape;6970;p144">
              <a:extLst>
                <a:ext uri="{FF2B5EF4-FFF2-40B4-BE49-F238E27FC236}">
                  <a16:creationId xmlns:a16="http://schemas.microsoft.com/office/drawing/2014/main" id="{DBD2CD33-583A-4A11-A17A-A601DF19612B}"/>
                </a:ext>
              </a:extLst>
            </p:cNvPr>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grpSp>
      <p:grpSp>
        <p:nvGrpSpPr>
          <p:cNvPr id="61" name="Google Shape;6968;p144">
            <a:extLst>
              <a:ext uri="{FF2B5EF4-FFF2-40B4-BE49-F238E27FC236}">
                <a16:creationId xmlns:a16="http://schemas.microsoft.com/office/drawing/2014/main" id="{6ACC0C59-8E6B-4F5E-B7CA-7C26C4FEFF43}"/>
              </a:ext>
            </a:extLst>
          </p:cNvPr>
          <p:cNvGrpSpPr/>
          <p:nvPr/>
        </p:nvGrpSpPr>
        <p:grpSpPr>
          <a:xfrm>
            <a:off x="11911844" y="5539124"/>
            <a:ext cx="418618" cy="414547"/>
            <a:chOff x="-37385100" y="3949908"/>
            <a:chExt cx="321350" cy="318225"/>
          </a:xfrm>
          <a:solidFill>
            <a:schemeClr val="bg1"/>
          </a:solidFill>
        </p:grpSpPr>
        <p:sp>
          <p:nvSpPr>
            <p:cNvPr id="62" name="Google Shape;6969;p144">
              <a:extLst>
                <a:ext uri="{FF2B5EF4-FFF2-40B4-BE49-F238E27FC236}">
                  <a16:creationId xmlns:a16="http://schemas.microsoft.com/office/drawing/2014/main" id="{824C124E-36C3-424B-B1AC-01A8E6CC94DE}"/>
                </a:ext>
              </a:extLst>
            </p:cNvPr>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sp>
          <p:nvSpPr>
            <p:cNvPr id="66" name="Google Shape;6970;p144">
              <a:extLst>
                <a:ext uri="{FF2B5EF4-FFF2-40B4-BE49-F238E27FC236}">
                  <a16:creationId xmlns:a16="http://schemas.microsoft.com/office/drawing/2014/main" id="{066D3A35-1406-4767-94D7-BA9594FD52B3}"/>
                </a:ext>
              </a:extLst>
            </p:cNvPr>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grpSp>
      <p:grpSp>
        <p:nvGrpSpPr>
          <p:cNvPr id="67" name="群組 66">
            <a:extLst>
              <a:ext uri="{FF2B5EF4-FFF2-40B4-BE49-F238E27FC236}">
                <a16:creationId xmlns:a16="http://schemas.microsoft.com/office/drawing/2014/main" id="{1FEE8F43-7B60-46B4-A9FD-FBCDF60046B4}"/>
              </a:ext>
            </a:extLst>
          </p:cNvPr>
          <p:cNvGrpSpPr/>
          <p:nvPr/>
        </p:nvGrpSpPr>
        <p:grpSpPr>
          <a:xfrm>
            <a:off x="12528651" y="5359187"/>
            <a:ext cx="2166293" cy="1273979"/>
            <a:chOff x="2818855" y="1217023"/>
            <a:chExt cx="1548429" cy="1273979"/>
          </a:xfrm>
        </p:grpSpPr>
        <p:sp>
          <p:nvSpPr>
            <p:cNvPr id="68" name="標題 1">
              <a:extLst>
                <a:ext uri="{FF2B5EF4-FFF2-40B4-BE49-F238E27FC236}">
                  <a16:creationId xmlns:a16="http://schemas.microsoft.com/office/drawing/2014/main" id="{71D9C72F-9907-451F-BCDB-FF87301EA0A0}"/>
                </a:ext>
              </a:extLst>
            </p:cNvPr>
            <p:cNvSpPr txBox="1">
              <a:spLocks/>
            </p:cNvSpPr>
            <p:nvPr/>
          </p:nvSpPr>
          <p:spPr>
            <a:xfrm>
              <a:off x="2818855" y="13468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bg1">
                    <a:lumMod val="50000"/>
                  </a:schemeClr>
                </a:solidFill>
                <a:latin typeface="俐方體11號" pitchFamily="2" charset="-120"/>
                <a:ea typeface="俐方體11號" pitchFamily="2" charset="-120"/>
              </a:endParaRPr>
            </a:p>
          </p:txBody>
        </p:sp>
        <p:sp>
          <p:nvSpPr>
            <p:cNvPr id="78" name="矩形 77">
              <a:extLst>
                <a:ext uri="{FF2B5EF4-FFF2-40B4-BE49-F238E27FC236}">
                  <a16:creationId xmlns:a16="http://schemas.microsoft.com/office/drawing/2014/main" id="{2C0FFA9E-6B11-4886-A265-0C0549883CB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pic>
        <p:nvPicPr>
          <p:cNvPr id="79" name="圖片 78">
            <a:extLst>
              <a:ext uri="{FF2B5EF4-FFF2-40B4-BE49-F238E27FC236}">
                <a16:creationId xmlns:a16="http://schemas.microsoft.com/office/drawing/2014/main" id="{EA35B509-5630-4241-9B97-6F7157AAA5F1}"/>
              </a:ext>
            </a:extLst>
          </p:cNvPr>
          <p:cNvPicPr>
            <a:picLocks noChangeAspect="1"/>
          </p:cNvPicPr>
          <p:nvPr/>
        </p:nvPicPr>
        <p:blipFill rotWithShape="1">
          <a:blip r:embed="rId2">
            <a:extLst>
              <a:ext uri="{28A0092B-C50C-407E-A947-70E740481C1C}">
                <a14:useLocalDpi xmlns:a14="http://schemas.microsoft.com/office/drawing/2010/main" val="0"/>
              </a:ext>
            </a:extLst>
          </a:blip>
          <a:srcRect t="21853" r="59052"/>
          <a:stretch/>
        </p:blipFill>
        <p:spPr>
          <a:xfrm>
            <a:off x="1357870" y="3766782"/>
            <a:ext cx="853068" cy="5832787"/>
          </a:xfrm>
          <a:prstGeom prst="rect">
            <a:avLst/>
          </a:prstGeom>
        </p:spPr>
      </p:pic>
      <p:cxnSp>
        <p:nvCxnSpPr>
          <p:cNvPr id="81" name="接點: 肘形 80">
            <a:extLst>
              <a:ext uri="{FF2B5EF4-FFF2-40B4-BE49-F238E27FC236}">
                <a16:creationId xmlns:a16="http://schemas.microsoft.com/office/drawing/2014/main" id="{27A5D824-B6CC-4E77-8554-1F4F703CD2F3}"/>
              </a:ext>
            </a:extLst>
          </p:cNvPr>
          <p:cNvCxnSpPr>
            <a:cxnSpLocks/>
            <a:stCxn id="44" idx="3"/>
            <a:endCxn id="46" idx="1"/>
          </p:cNvCxnSpPr>
          <p:nvPr/>
        </p:nvCxnSpPr>
        <p:spPr>
          <a:xfrm flipV="1">
            <a:off x="7307668" y="4336225"/>
            <a:ext cx="306858" cy="849730"/>
          </a:xfrm>
          <a:prstGeom prst="bentConnector3">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2" name="接點: 肘形 81">
            <a:extLst>
              <a:ext uri="{FF2B5EF4-FFF2-40B4-BE49-F238E27FC236}">
                <a16:creationId xmlns:a16="http://schemas.microsoft.com/office/drawing/2014/main" id="{D47E52C4-5612-4CF6-8F91-EF81A6151ECC}"/>
              </a:ext>
            </a:extLst>
          </p:cNvPr>
          <p:cNvCxnSpPr>
            <a:cxnSpLocks/>
            <a:stCxn id="44" idx="3"/>
            <a:endCxn id="50" idx="1"/>
          </p:cNvCxnSpPr>
          <p:nvPr/>
        </p:nvCxnSpPr>
        <p:spPr>
          <a:xfrm>
            <a:off x="7307668" y="5185955"/>
            <a:ext cx="306858" cy="81022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3" name="接點: 肘形 82">
            <a:extLst>
              <a:ext uri="{FF2B5EF4-FFF2-40B4-BE49-F238E27FC236}">
                <a16:creationId xmlns:a16="http://schemas.microsoft.com/office/drawing/2014/main" id="{2B546500-E8F4-4A0A-98DF-5D3A5E373A99}"/>
              </a:ext>
            </a:extLst>
          </p:cNvPr>
          <p:cNvCxnSpPr>
            <a:cxnSpLocks/>
            <a:stCxn id="46" idx="3"/>
            <a:endCxn id="65" idx="1"/>
          </p:cNvCxnSpPr>
          <p:nvPr/>
        </p:nvCxnSpPr>
        <p:spPr>
          <a:xfrm>
            <a:off x="9780819" y="4336225"/>
            <a:ext cx="306858" cy="849730"/>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4" name="接點: 肘形 83">
            <a:extLst>
              <a:ext uri="{FF2B5EF4-FFF2-40B4-BE49-F238E27FC236}">
                <a16:creationId xmlns:a16="http://schemas.microsoft.com/office/drawing/2014/main" id="{817759CF-BAD4-4D8D-9230-06AD6EED35E8}"/>
              </a:ext>
            </a:extLst>
          </p:cNvPr>
          <p:cNvCxnSpPr>
            <a:cxnSpLocks/>
            <a:stCxn id="65" idx="3"/>
            <a:endCxn id="78" idx="1"/>
          </p:cNvCxnSpPr>
          <p:nvPr/>
        </p:nvCxnSpPr>
        <p:spPr>
          <a:xfrm>
            <a:off x="12221794" y="5185955"/>
            <a:ext cx="306857" cy="81022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5" name="接點: 肘形 84">
            <a:extLst>
              <a:ext uri="{FF2B5EF4-FFF2-40B4-BE49-F238E27FC236}">
                <a16:creationId xmlns:a16="http://schemas.microsoft.com/office/drawing/2014/main" id="{72ED0DB7-10DF-4D01-8FE3-53242CF50074}"/>
              </a:ext>
            </a:extLst>
          </p:cNvPr>
          <p:cNvCxnSpPr>
            <a:cxnSpLocks/>
            <a:stCxn id="65" idx="3"/>
            <a:endCxn id="74" idx="1"/>
          </p:cNvCxnSpPr>
          <p:nvPr/>
        </p:nvCxnSpPr>
        <p:spPr>
          <a:xfrm flipV="1">
            <a:off x="12221794" y="4336225"/>
            <a:ext cx="306857" cy="849730"/>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6" name="接點: 肘形 85">
            <a:extLst>
              <a:ext uri="{FF2B5EF4-FFF2-40B4-BE49-F238E27FC236}">
                <a16:creationId xmlns:a16="http://schemas.microsoft.com/office/drawing/2014/main" id="{E2900AC4-DCA3-4B39-B560-00835932AE5C}"/>
              </a:ext>
            </a:extLst>
          </p:cNvPr>
          <p:cNvCxnSpPr>
            <a:cxnSpLocks/>
            <a:stCxn id="74" idx="3"/>
            <a:endCxn id="77" idx="1"/>
          </p:cNvCxnSpPr>
          <p:nvPr/>
        </p:nvCxnSpPr>
        <p:spPr>
          <a:xfrm>
            <a:off x="14694944" y="4336225"/>
            <a:ext cx="306857" cy="849730"/>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grpSp>
        <p:nvGrpSpPr>
          <p:cNvPr id="87" name="群組 86">
            <a:extLst>
              <a:ext uri="{FF2B5EF4-FFF2-40B4-BE49-F238E27FC236}">
                <a16:creationId xmlns:a16="http://schemas.microsoft.com/office/drawing/2014/main" id="{C71F1397-22F4-44E7-AF4C-1D8EED0CD3D4}"/>
              </a:ext>
            </a:extLst>
          </p:cNvPr>
          <p:cNvGrpSpPr/>
          <p:nvPr/>
        </p:nvGrpSpPr>
        <p:grpSpPr>
          <a:xfrm>
            <a:off x="16697297" y="1009397"/>
            <a:ext cx="660914" cy="664277"/>
            <a:chOff x="16459195" y="1006319"/>
            <a:chExt cx="874428" cy="878875"/>
          </a:xfrm>
        </p:grpSpPr>
        <p:sp>
          <p:nvSpPr>
            <p:cNvPr id="88" name="矩形 87">
              <a:extLst>
                <a:ext uri="{FF2B5EF4-FFF2-40B4-BE49-F238E27FC236}">
                  <a16:creationId xmlns:a16="http://schemas.microsoft.com/office/drawing/2014/main" id="{58F8641D-CA51-485C-993A-4AD9D8BB0D8A}"/>
                </a:ext>
              </a:extLst>
            </p:cNvPr>
            <p:cNvSpPr/>
            <p:nvPr/>
          </p:nvSpPr>
          <p:spPr>
            <a:xfrm>
              <a:off x="16459195" y="1018921"/>
              <a:ext cx="866273" cy="86627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標題 1">
              <a:extLst>
                <a:ext uri="{FF2B5EF4-FFF2-40B4-BE49-F238E27FC236}">
                  <a16:creationId xmlns:a16="http://schemas.microsoft.com/office/drawing/2014/main" id="{3525F73B-8987-41B4-A91A-ACD758417E4E}"/>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latin typeface="俐方體11號" pitchFamily="2" charset="-120"/>
                  <a:ea typeface="俐方體11號" pitchFamily="2" charset="-120"/>
                </a:rPr>
                <a:t>x</a:t>
              </a:r>
              <a:endParaRPr lang="zh-TW" altLang="en-US" sz="5400" b="1" dirty="0">
                <a:latin typeface="俐方體11號" pitchFamily="2" charset="-120"/>
                <a:ea typeface="俐方體11號" pitchFamily="2" charset="-120"/>
              </a:endParaRPr>
            </a:p>
          </p:txBody>
        </p:sp>
      </p:grpSp>
    </p:spTree>
    <p:extLst>
      <p:ext uri="{BB962C8B-B14F-4D97-AF65-F5344CB8AC3E}">
        <p14:creationId xmlns:p14="http://schemas.microsoft.com/office/powerpoint/2010/main" val="245695239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載入</a:t>
            </a:r>
          </a:p>
        </p:txBody>
      </p:sp>
      <p:grpSp>
        <p:nvGrpSpPr>
          <p:cNvPr id="54" name="群組 53">
            <a:extLst>
              <a:ext uri="{FF2B5EF4-FFF2-40B4-BE49-F238E27FC236}">
                <a16:creationId xmlns:a16="http://schemas.microsoft.com/office/drawing/2014/main" id="{E6706819-6491-4425-8EFA-C88050A3B341}"/>
              </a:ext>
            </a:extLst>
          </p:cNvPr>
          <p:cNvGrpSpPr/>
          <p:nvPr/>
        </p:nvGrpSpPr>
        <p:grpSpPr>
          <a:xfrm>
            <a:off x="5775750" y="7759084"/>
            <a:ext cx="2134117" cy="1273979"/>
            <a:chOff x="2818855" y="1217023"/>
            <a:chExt cx="1548429" cy="1273979"/>
          </a:xfrm>
        </p:grpSpPr>
        <p:sp>
          <p:nvSpPr>
            <p:cNvPr id="55" name="標題 1">
              <a:extLst>
                <a:ext uri="{FF2B5EF4-FFF2-40B4-BE49-F238E27FC236}">
                  <a16:creationId xmlns:a16="http://schemas.microsoft.com/office/drawing/2014/main" id="{E110C456-5703-4158-AE72-97717AE4378B}"/>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56" name="矩形 55">
              <a:extLst>
                <a:ext uri="{FF2B5EF4-FFF2-40B4-BE49-F238E27FC236}">
                  <a16:creationId xmlns:a16="http://schemas.microsoft.com/office/drawing/2014/main" id="{A1195C1D-7594-43C4-9393-32F7B9291EE2}"/>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bg1">
                    <a:lumMod val="50000"/>
                  </a:schemeClr>
                </a:solidFill>
                <a:latin typeface="俐方體11號" pitchFamily="2" charset="-120"/>
                <a:ea typeface="俐方體11號" pitchFamily="2" charset="-120"/>
              </a:endParaRPr>
            </a:p>
          </p:txBody>
        </p:sp>
      </p:grpSp>
      <p:grpSp>
        <p:nvGrpSpPr>
          <p:cNvPr id="57" name="群組 56">
            <a:extLst>
              <a:ext uri="{FF2B5EF4-FFF2-40B4-BE49-F238E27FC236}">
                <a16:creationId xmlns:a16="http://schemas.microsoft.com/office/drawing/2014/main" id="{D2363C90-18B6-4175-BA10-F089C66DB4C8}"/>
              </a:ext>
            </a:extLst>
          </p:cNvPr>
          <p:cNvGrpSpPr/>
          <p:nvPr/>
        </p:nvGrpSpPr>
        <p:grpSpPr>
          <a:xfrm>
            <a:off x="5775750" y="4548965"/>
            <a:ext cx="2134117" cy="1273979"/>
            <a:chOff x="2818855" y="1217023"/>
            <a:chExt cx="1548429" cy="1273979"/>
          </a:xfrm>
        </p:grpSpPr>
        <p:sp>
          <p:nvSpPr>
            <p:cNvPr id="58" name="標題 1">
              <a:extLst>
                <a:ext uri="{FF2B5EF4-FFF2-40B4-BE49-F238E27FC236}">
                  <a16:creationId xmlns:a16="http://schemas.microsoft.com/office/drawing/2014/main" id="{5D499533-C25E-4546-B335-39A159FF3EE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59" name="矩形 58">
              <a:extLst>
                <a:ext uri="{FF2B5EF4-FFF2-40B4-BE49-F238E27FC236}">
                  <a16:creationId xmlns:a16="http://schemas.microsoft.com/office/drawing/2014/main" id="{179812A4-EC30-40F9-B98B-EEEBEEBC34FE}"/>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latin typeface="俐方體11號" pitchFamily="2" charset="-120"/>
                <a:ea typeface="俐方體11號" pitchFamily="2" charset="-120"/>
              </a:endParaRPr>
            </a:p>
          </p:txBody>
        </p:sp>
      </p:grpSp>
      <p:grpSp>
        <p:nvGrpSpPr>
          <p:cNvPr id="60" name="群組 59">
            <a:extLst>
              <a:ext uri="{FF2B5EF4-FFF2-40B4-BE49-F238E27FC236}">
                <a16:creationId xmlns:a16="http://schemas.microsoft.com/office/drawing/2014/main" id="{9198F005-487C-4B52-9431-A905F56BCA0A}"/>
              </a:ext>
            </a:extLst>
          </p:cNvPr>
          <p:cNvGrpSpPr/>
          <p:nvPr/>
        </p:nvGrpSpPr>
        <p:grpSpPr>
          <a:xfrm>
            <a:off x="5775750" y="2894896"/>
            <a:ext cx="2134117" cy="1273979"/>
            <a:chOff x="2818855" y="1217023"/>
            <a:chExt cx="1548429" cy="1273979"/>
          </a:xfrm>
        </p:grpSpPr>
        <p:sp>
          <p:nvSpPr>
            <p:cNvPr id="61" name="標題 1">
              <a:extLst>
                <a:ext uri="{FF2B5EF4-FFF2-40B4-BE49-F238E27FC236}">
                  <a16:creationId xmlns:a16="http://schemas.microsoft.com/office/drawing/2014/main" id="{02208561-81B6-4C90-AA29-3EC0B438E19D}"/>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62" name="矩形 61">
              <a:extLst>
                <a:ext uri="{FF2B5EF4-FFF2-40B4-BE49-F238E27FC236}">
                  <a16:creationId xmlns:a16="http://schemas.microsoft.com/office/drawing/2014/main" id="{4114B9D8-1D6B-48D4-B969-5CCE44C1D464}"/>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bg1">
                    <a:lumMod val="50000"/>
                  </a:schemeClr>
                </a:solidFill>
                <a:latin typeface="俐方體11號" pitchFamily="2" charset="-120"/>
                <a:ea typeface="俐方體11號" pitchFamily="2" charset="-120"/>
              </a:endParaRPr>
            </a:p>
          </p:txBody>
        </p:sp>
      </p:grpSp>
      <p:grpSp>
        <p:nvGrpSpPr>
          <p:cNvPr id="66" name="群組 65">
            <a:extLst>
              <a:ext uri="{FF2B5EF4-FFF2-40B4-BE49-F238E27FC236}">
                <a16:creationId xmlns:a16="http://schemas.microsoft.com/office/drawing/2014/main" id="{D1605D3B-16F4-4114-9C4B-53F3FDD3CC39}"/>
              </a:ext>
            </a:extLst>
          </p:cNvPr>
          <p:cNvGrpSpPr/>
          <p:nvPr/>
        </p:nvGrpSpPr>
        <p:grpSpPr>
          <a:xfrm>
            <a:off x="5775750" y="1215407"/>
            <a:ext cx="2134117" cy="1273979"/>
            <a:chOff x="2818855" y="1217023"/>
            <a:chExt cx="1548429" cy="1273979"/>
          </a:xfrm>
        </p:grpSpPr>
        <p:sp>
          <p:nvSpPr>
            <p:cNvPr id="67" name="標題 1">
              <a:extLst>
                <a:ext uri="{FF2B5EF4-FFF2-40B4-BE49-F238E27FC236}">
                  <a16:creationId xmlns:a16="http://schemas.microsoft.com/office/drawing/2014/main" id="{CCF20032-2C4F-4B84-8EE6-CDC3DDE1E43F}"/>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68" name="矩形 67">
              <a:extLst>
                <a:ext uri="{FF2B5EF4-FFF2-40B4-BE49-F238E27FC236}">
                  <a16:creationId xmlns:a16="http://schemas.microsoft.com/office/drawing/2014/main" id="{06465B9A-EA92-49F0-8943-04CD9FEABFF4}"/>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bg1">
                    <a:lumMod val="50000"/>
                  </a:schemeClr>
                </a:solidFill>
                <a:latin typeface="俐方體11號" pitchFamily="2" charset="-120"/>
                <a:ea typeface="俐方體11號" pitchFamily="2" charset="-120"/>
              </a:endParaRPr>
            </a:p>
          </p:txBody>
        </p:sp>
      </p:grpSp>
      <p:grpSp>
        <p:nvGrpSpPr>
          <p:cNvPr id="69" name="群組 68">
            <a:extLst>
              <a:ext uri="{FF2B5EF4-FFF2-40B4-BE49-F238E27FC236}">
                <a16:creationId xmlns:a16="http://schemas.microsoft.com/office/drawing/2014/main" id="{3438C7C1-E165-4C4A-83A2-78DC787710DA}"/>
              </a:ext>
            </a:extLst>
          </p:cNvPr>
          <p:cNvGrpSpPr/>
          <p:nvPr/>
        </p:nvGrpSpPr>
        <p:grpSpPr>
          <a:xfrm>
            <a:off x="2668224" y="4548965"/>
            <a:ext cx="2166293" cy="1273979"/>
            <a:chOff x="2818855" y="1217023"/>
            <a:chExt cx="1548429" cy="1273979"/>
          </a:xfrm>
        </p:grpSpPr>
        <p:sp>
          <p:nvSpPr>
            <p:cNvPr id="70" name="標題 1">
              <a:extLst>
                <a:ext uri="{FF2B5EF4-FFF2-40B4-BE49-F238E27FC236}">
                  <a16:creationId xmlns:a16="http://schemas.microsoft.com/office/drawing/2014/main" id="{89F62084-05D0-4D8F-88C1-CDFF0405DC4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71" name="矩形 70">
              <a:extLst>
                <a:ext uri="{FF2B5EF4-FFF2-40B4-BE49-F238E27FC236}">
                  <a16:creationId xmlns:a16="http://schemas.microsoft.com/office/drawing/2014/main" id="{7CB84BBB-C41A-4BA1-A5BE-3A11770B3E6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75" name="群組 74">
            <a:extLst>
              <a:ext uri="{FF2B5EF4-FFF2-40B4-BE49-F238E27FC236}">
                <a16:creationId xmlns:a16="http://schemas.microsoft.com/office/drawing/2014/main" id="{BCE8FCA8-5BC9-4F56-8BAA-982E453F1973}"/>
              </a:ext>
            </a:extLst>
          </p:cNvPr>
          <p:cNvGrpSpPr/>
          <p:nvPr/>
        </p:nvGrpSpPr>
        <p:grpSpPr>
          <a:xfrm>
            <a:off x="5775750" y="6152027"/>
            <a:ext cx="2134117" cy="1273979"/>
            <a:chOff x="2818855" y="1217023"/>
            <a:chExt cx="1548429" cy="1273979"/>
          </a:xfrm>
        </p:grpSpPr>
        <p:sp>
          <p:nvSpPr>
            <p:cNvPr id="76" name="標題 1">
              <a:extLst>
                <a:ext uri="{FF2B5EF4-FFF2-40B4-BE49-F238E27FC236}">
                  <a16:creationId xmlns:a16="http://schemas.microsoft.com/office/drawing/2014/main" id="{0FF784BA-A876-416E-A386-73F9DBDEB55A}"/>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77" name="矩形 76">
              <a:extLst>
                <a:ext uri="{FF2B5EF4-FFF2-40B4-BE49-F238E27FC236}">
                  <a16:creationId xmlns:a16="http://schemas.microsoft.com/office/drawing/2014/main" id="{C8D90E2F-1190-47CB-8B8A-0FDB554598A3}"/>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bg1">
                    <a:lumMod val="50000"/>
                  </a:schemeClr>
                </a:solidFill>
                <a:latin typeface="俐方體11號" pitchFamily="2" charset="-120"/>
                <a:ea typeface="俐方體11號" pitchFamily="2" charset="-120"/>
              </a:endParaRPr>
            </a:p>
          </p:txBody>
        </p:sp>
      </p:grpSp>
      <p:grpSp>
        <p:nvGrpSpPr>
          <p:cNvPr id="38" name="群組 37">
            <a:extLst>
              <a:ext uri="{FF2B5EF4-FFF2-40B4-BE49-F238E27FC236}">
                <a16:creationId xmlns:a16="http://schemas.microsoft.com/office/drawing/2014/main" id="{234C853F-D35B-44BC-A2A9-6965443E86C6}"/>
              </a:ext>
            </a:extLst>
          </p:cNvPr>
          <p:cNvGrpSpPr/>
          <p:nvPr/>
        </p:nvGrpSpPr>
        <p:grpSpPr>
          <a:xfrm>
            <a:off x="8851100" y="4548965"/>
            <a:ext cx="2134117" cy="1273979"/>
            <a:chOff x="2818855" y="1217023"/>
            <a:chExt cx="1548429" cy="1273979"/>
          </a:xfrm>
        </p:grpSpPr>
        <p:sp>
          <p:nvSpPr>
            <p:cNvPr id="39" name="標題 1">
              <a:extLst>
                <a:ext uri="{FF2B5EF4-FFF2-40B4-BE49-F238E27FC236}">
                  <a16:creationId xmlns:a16="http://schemas.microsoft.com/office/drawing/2014/main" id="{714C6E1C-8B93-4A21-8A99-70D43AC51B4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40" name="矩形 39">
              <a:extLst>
                <a:ext uri="{FF2B5EF4-FFF2-40B4-BE49-F238E27FC236}">
                  <a16:creationId xmlns:a16="http://schemas.microsoft.com/office/drawing/2014/main" id="{57789FE3-6B10-4CC6-ABEB-940C3E1CB5F9}"/>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latin typeface="俐方體11號" pitchFamily="2" charset="-120"/>
                <a:ea typeface="俐方體11號" pitchFamily="2" charset="-120"/>
              </a:endParaRPr>
            </a:p>
          </p:txBody>
        </p:sp>
      </p:grpSp>
      <p:grpSp>
        <p:nvGrpSpPr>
          <p:cNvPr id="44" name="群組 43">
            <a:extLst>
              <a:ext uri="{FF2B5EF4-FFF2-40B4-BE49-F238E27FC236}">
                <a16:creationId xmlns:a16="http://schemas.microsoft.com/office/drawing/2014/main" id="{80E61586-5762-4353-8E07-5B7BD4CF95E9}"/>
              </a:ext>
            </a:extLst>
          </p:cNvPr>
          <p:cNvGrpSpPr/>
          <p:nvPr/>
        </p:nvGrpSpPr>
        <p:grpSpPr>
          <a:xfrm>
            <a:off x="8818924" y="6152027"/>
            <a:ext cx="2166293" cy="1273979"/>
            <a:chOff x="2818855" y="1217023"/>
            <a:chExt cx="1548429" cy="1273979"/>
          </a:xfrm>
        </p:grpSpPr>
        <p:sp>
          <p:nvSpPr>
            <p:cNvPr id="45" name="標題 1">
              <a:extLst>
                <a:ext uri="{FF2B5EF4-FFF2-40B4-BE49-F238E27FC236}">
                  <a16:creationId xmlns:a16="http://schemas.microsoft.com/office/drawing/2014/main" id="{BACF7BF2-340D-47E2-9FB7-6A0DFB1D9AA2}"/>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46" name="矩形 45">
              <a:extLst>
                <a:ext uri="{FF2B5EF4-FFF2-40B4-BE49-F238E27FC236}">
                  <a16:creationId xmlns:a16="http://schemas.microsoft.com/office/drawing/2014/main" id="{1A3D53B9-FD4E-4E93-A8AB-23BE1861E7F8}"/>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50" name="群組 49">
            <a:extLst>
              <a:ext uri="{FF2B5EF4-FFF2-40B4-BE49-F238E27FC236}">
                <a16:creationId xmlns:a16="http://schemas.microsoft.com/office/drawing/2014/main" id="{FBF7604C-5DE0-470D-8546-2E17E16BE1E7}"/>
              </a:ext>
            </a:extLst>
          </p:cNvPr>
          <p:cNvGrpSpPr/>
          <p:nvPr/>
        </p:nvGrpSpPr>
        <p:grpSpPr>
          <a:xfrm>
            <a:off x="11926450" y="2894896"/>
            <a:ext cx="2134117" cy="1273979"/>
            <a:chOff x="2818855" y="1217023"/>
            <a:chExt cx="1548429" cy="1273979"/>
          </a:xfrm>
        </p:grpSpPr>
        <p:sp>
          <p:nvSpPr>
            <p:cNvPr id="51" name="標題 1">
              <a:extLst>
                <a:ext uri="{FF2B5EF4-FFF2-40B4-BE49-F238E27FC236}">
                  <a16:creationId xmlns:a16="http://schemas.microsoft.com/office/drawing/2014/main" id="{EC42A347-98FD-4664-905D-3452F2D9BE2E}"/>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52" name="矩形 51">
              <a:extLst>
                <a:ext uri="{FF2B5EF4-FFF2-40B4-BE49-F238E27FC236}">
                  <a16:creationId xmlns:a16="http://schemas.microsoft.com/office/drawing/2014/main" id="{9BEBCD72-C6B0-4D0F-8CE5-F2F94A85A6D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bg1">
                    <a:lumMod val="50000"/>
                  </a:schemeClr>
                </a:solidFill>
                <a:latin typeface="俐方體11號" pitchFamily="2" charset="-120"/>
                <a:ea typeface="俐方體11號" pitchFamily="2" charset="-120"/>
              </a:endParaRPr>
            </a:p>
          </p:txBody>
        </p:sp>
      </p:grpSp>
      <p:grpSp>
        <p:nvGrpSpPr>
          <p:cNvPr id="53" name="群組 52">
            <a:extLst>
              <a:ext uri="{FF2B5EF4-FFF2-40B4-BE49-F238E27FC236}">
                <a16:creationId xmlns:a16="http://schemas.microsoft.com/office/drawing/2014/main" id="{1D983882-C82D-40A9-91AC-28CF2A906BCA}"/>
              </a:ext>
            </a:extLst>
          </p:cNvPr>
          <p:cNvGrpSpPr/>
          <p:nvPr/>
        </p:nvGrpSpPr>
        <p:grpSpPr>
          <a:xfrm>
            <a:off x="11926450" y="4548965"/>
            <a:ext cx="2134117" cy="1273979"/>
            <a:chOff x="2818855" y="1217023"/>
            <a:chExt cx="1548429" cy="1273979"/>
          </a:xfrm>
        </p:grpSpPr>
        <p:sp>
          <p:nvSpPr>
            <p:cNvPr id="63" name="標題 1">
              <a:extLst>
                <a:ext uri="{FF2B5EF4-FFF2-40B4-BE49-F238E27FC236}">
                  <a16:creationId xmlns:a16="http://schemas.microsoft.com/office/drawing/2014/main" id="{33C6739F-21C8-4077-A67A-D352C6D6F5B8}"/>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en-US" altLang="zh-TW" sz="4000" b="1" dirty="0">
                <a:latin typeface="俐方體11號" pitchFamily="2" charset="-120"/>
                <a:ea typeface="俐方體11號" pitchFamily="2" charset="-120"/>
              </a:endParaRPr>
            </a:p>
          </p:txBody>
        </p:sp>
        <p:sp>
          <p:nvSpPr>
            <p:cNvPr id="64" name="矩形 63">
              <a:extLst>
                <a:ext uri="{FF2B5EF4-FFF2-40B4-BE49-F238E27FC236}">
                  <a16:creationId xmlns:a16="http://schemas.microsoft.com/office/drawing/2014/main" id="{4C2921F4-3785-416E-8B45-1B23181B56CD}"/>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bg1">
                    <a:lumMod val="50000"/>
                  </a:schemeClr>
                </a:solidFill>
                <a:latin typeface="俐方體11號" pitchFamily="2" charset="-120"/>
                <a:ea typeface="俐方體11號" pitchFamily="2" charset="-120"/>
              </a:endParaRPr>
            </a:p>
          </p:txBody>
        </p:sp>
      </p:grpSp>
      <p:grpSp>
        <p:nvGrpSpPr>
          <p:cNvPr id="65" name="群組 64">
            <a:extLst>
              <a:ext uri="{FF2B5EF4-FFF2-40B4-BE49-F238E27FC236}">
                <a16:creationId xmlns:a16="http://schemas.microsoft.com/office/drawing/2014/main" id="{3C7C9EF4-2013-43D3-8C1E-891A8156DAF1}"/>
              </a:ext>
            </a:extLst>
          </p:cNvPr>
          <p:cNvGrpSpPr/>
          <p:nvPr/>
        </p:nvGrpSpPr>
        <p:grpSpPr>
          <a:xfrm>
            <a:off x="15001801" y="4548965"/>
            <a:ext cx="2134117" cy="1273979"/>
            <a:chOff x="2818855" y="1217023"/>
            <a:chExt cx="1548429" cy="1273979"/>
          </a:xfrm>
        </p:grpSpPr>
        <p:sp>
          <p:nvSpPr>
            <p:cNvPr id="72" name="標題 1">
              <a:extLst>
                <a:ext uri="{FF2B5EF4-FFF2-40B4-BE49-F238E27FC236}">
                  <a16:creationId xmlns:a16="http://schemas.microsoft.com/office/drawing/2014/main" id="{D3749643-1E8F-40EE-81A2-D362D9DA21C1}"/>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bg1">
                    <a:lumMod val="50000"/>
                  </a:schemeClr>
                </a:solidFill>
                <a:latin typeface="俐方體11號" pitchFamily="2" charset="-120"/>
                <a:ea typeface="俐方體11號" pitchFamily="2" charset="-120"/>
              </a:endParaRPr>
            </a:p>
          </p:txBody>
        </p:sp>
        <p:sp>
          <p:nvSpPr>
            <p:cNvPr id="73" name="矩形 72">
              <a:extLst>
                <a:ext uri="{FF2B5EF4-FFF2-40B4-BE49-F238E27FC236}">
                  <a16:creationId xmlns:a16="http://schemas.microsoft.com/office/drawing/2014/main" id="{19A28266-E075-45F7-933F-57A13EB34E47}"/>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latin typeface="俐方體11號" pitchFamily="2" charset="-120"/>
                <a:ea typeface="俐方體11號" pitchFamily="2" charset="-120"/>
              </a:endParaRPr>
            </a:p>
          </p:txBody>
        </p:sp>
      </p:grpSp>
      <p:cxnSp>
        <p:nvCxnSpPr>
          <p:cNvPr id="89" name="直線接點 88">
            <a:extLst>
              <a:ext uri="{FF2B5EF4-FFF2-40B4-BE49-F238E27FC236}">
                <a16:creationId xmlns:a16="http://schemas.microsoft.com/office/drawing/2014/main" id="{A9885D64-0850-4728-9AB8-142C94C1BFB8}"/>
              </a:ext>
            </a:extLst>
          </p:cNvPr>
          <p:cNvCxnSpPr>
            <a:cxnSpLocks/>
            <a:stCxn id="59" idx="3"/>
            <a:endCxn id="40" idx="1"/>
          </p:cNvCxnSpPr>
          <p:nvPr/>
        </p:nvCxnSpPr>
        <p:spPr>
          <a:xfrm>
            <a:off x="7909867" y="5185955"/>
            <a:ext cx="9412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線接點 92">
            <a:extLst>
              <a:ext uri="{FF2B5EF4-FFF2-40B4-BE49-F238E27FC236}">
                <a16:creationId xmlns:a16="http://schemas.microsoft.com/office/drawing/2014/main" id="{EA80501F-61C7-43DF-81A9-D7D10260DF5D}"/>
              </a:ext>
            </a:extLst>
          </p:cNvPr>
          <p:cNvCxnSpPr>
            <a:cxnSpLocks/>
            <a:stCxn id="40" idx="3"/>
            <a:endCxn id="64" idx="1"/>
          </p:cNvCxnSpPr>
          <p:nvPr/>
        </p:nvCxnSpPr>
        <p:spPr>
          <a:xfrm>
            <a:off x="10985217" y="5185955"/>
            <a:ext cx="9412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線接點 94">
            <a:extLst>
              <a:ext uri="{FF2B5EF4-FFF2-40B4-BE49-F238E27FC236}">
                <a16:creationId xmlns:a16="http://schemas.microsoft.com/office/drawing/2014/main" id="{4D18E2A4-572F-47C1-81A7-3A94DE044327}"/>
              </a:ext>
            </a:extLst>
          </p:cNvPr>
          <p:cNvCxnSpPr>
            <a:cxnSpLocks/>
            <a:stCxn id="71" idx="3"/>
            <a:endCxn id="59" idx="1"/>
          </p:cNvCxnSpPr>
          <p:nvPr/>
        </p:nvCxnSpPr>
        <p:spPr>
          <a:xfrm>
            <a:off x="4834517" y="5185955"/>
            <a:ext cx="9412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標題 1">
            <a:extLst>
              <a:ext uri="{FF2B5EF4-FFF2-40B4-BE49-F238E27FC236}">
                <a16:creationId xmlns:a16="http://schemas.microsoft.com/office/drawing/2014/main" id="{A0BFB56E-8334-4181-8835-7503282B4853}"/>
              </a:ext>
            </a:extLst>
          </p:cNvPr>
          <p:cNvSpPr txBox="1">
            <a:spLocks/>
          </p:cNvSpPr>
          <p:nvPr/>
        </p:nvSpPr>
        <p:spPr>
          <a:xfrm>
            <a:off x="8172862" y="8405631"/>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000" b="1" dirty="0">
                <a:solidFill>
                  <a:schemeClr val="bg1">
                    <a:lumMod val="50000"/>
                  </a:schemeClr>
                </a:solidFill>
                <a:latin typeface="俐方體11號" pitchFamily="2" charset="-120"/>
                <a:ea typeface="俐方體11號" pitchFamily="2" charset="-120"/>
              </a:rPr>
              <a:t>1</a:t>
            </a:r>
            <a:r>
              <a:rPr lang="zh-TW" altLang="en-US" sz="4000" b="1" dirty="0">
                <a:solidFill>
                  <a:schemeClr val="bg1">
                    <a:lumMod val="50000"/>
                  </a:schemeClr>
                </a:solidFill>
                <a:latin typeface="俐方體11號" pitchFamily="2" charset="-120"/>
                <a:ea typeface="俐方體11號" pitchFamily="2" charset="-120"/>
              </a:rPr>
              <a:t> </a:t>
            </a:r>
            <a:r>
              <a:rPr lang="en-US" altLang="zh-TW" sz="4000" b="1" dirty="0">
                <a:solidFill>
                  <a:schemeClr val="bg1">
                    <a:lumMod val="50000"/>
                  </a:schemeClr>
                </a:solidFill>
                <a:latin typeface="俐方體11號" pitchFamily="2" charset="-120"/>
                <a:ea typeface="俐方體11號" pitchFamily="2" charset="-120"/>
              </a:rPr>
              <a:t>2</a:t>
            </a:r>
            <a:r>
              <a:rPr lang="zh-TW" altLang="en-US" sz="4000" b="1" dirty="0">
                <a:latin typeface="俐方體11號" pitchFamily="2" charset="-120"/>
                <a:ea typeface="俐方體11號" pitchFamily="2" charset="-120"/>
              </a:rPr>
              <a:t> </a:t>
            </a:r>
            <a:r>
              <a:rPr lang="en-US" altLang="zh-TW" sz="4000" b="1" dirty="0">
                <a:latin typeface="俐方體11號" pitchFamily="2" charset="-120"/>
                <a:ea typeface="俐方體11號" pitchFamily="2" charset="-120"/>
              </a:rPr>
              <a:t>3</a:t>
            </a:r>
            <a:endParaRPr lang="zh-TW" altLang="en-US" sz="4000" b="1" dirty="0">
              <a:latin typeface="俐方體11號" pitchFamily="2" charset="-120"/>
              <a:ea typeface="俐方體11號" pitchFamily="2" charset="-120"/>
            </a:endParaRPr>
          </a:p>
        </p:txBody>
      </p:sp>
      <p:sp>
        <p:nvSpPr>
          <p:cNvPr id="102" name="標題 1">
            <a:extLst>
              <a:ext uri="{FF2B5EF4-FFF2-40B4-BE49-F238E27FC236}">
                <a16:creationId xmlns:a16="http://schemas.microsoft.com/office/drawing/2014/main" id="{B0F46806-A5B0-4B30-9F7B-3401B25AC181}"/>
              </a:ext>
            </a:extLst>
          </p:cNvPr>
          <p:cNvSpPr txBox="1">
            <a:spLocks/>
          </p:cNvSpPr>
          <p:nvPr/>
        </p:nvSpPr>
        <p:spPr>
          <a:xfrm>
            <a:off x="2591393" y="909948"/>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000" b="1" dirty="0">
                <a:latin typeface="俐方體11號" pitchFamily="2" charset="-120"/>
                <a:ea typeface="俐方體11號" pitchFamily="2" charset="-120"/>
              </a:rPr>
              <a:t>三、下山  </a:t>
            </a:r>
          </a:p>
        </p:txBody>
      </p:sp>
      <p:grpSp>
        <p:nvGrpSpPr>
          <p:cNvPr id="74" name="群組 73">
            <a:extLst>
              <a:ext uri="{FF2B5EF4-FFF2-40B4-BE49-F238E27FC236}">
                <a16:creationId xmlns:a16="http://schemas.microsoft.com/office/drawing/2014/main" id="{3213C919-3647-4070-827D-3D426928867E}"/>
              </a:ext>
            </a:extLst>
          </p:cNvPr>
          <p:cNvGrpSpPr/>
          <p:nvPr/>
        </p:nvGrpSpPr>
        <p:grpSpPr>
          <a:xfrm>
            <a:off x="11926450" y="6152027"/>
            <a:ext cx="2134117" cy="1273979"/>
            <a:chOff x="2818855" y="1217023"/>
            <a:chExt cx="1548429" cy="1273979"/>
          </a:xfrm>
        </p:grpSpPr>
        <p:sp>
          <p:nvSpPr>
            <p:cNvPr id="78" name="標題 1">
              <a:extLst>
                <a:ext uri="{FF2B5EF4-FFF2-40B4-BE49-F238E27FC236}">
                  <a16:creationId xmlns:a16="http://schemas.microsoft.com/office/drawing/2014/main" id="{E1806F95-169F-4BFE-8D02-BB60DBAB8915}"/>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latin typeface="俐方體11號" pitchFamily="2" charset="-120"/>
                <a:ea typeface="俐方體11號" pitchFamily="2" charset="-120"/>
              </a:endParaRPr>
            </a:p>
          </p:txBody>
        </p:sp>
        <p:sp>
          <p:nvSpPr>
            <p:cNvPr id="79" name="矩形 78">
              <a:extLst>
                <a:ext uri="{FF2B5EF4-FFF2-40B4-BE49-F238E27FC236}">
                  <a16:creationId xmlns:a16="http://schemas.microsoft.com/office/drawing/2014/main" id="{018FBE09-8E5C-4959-8173-A32EA815FB83}"/>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bg1">
                    <a:lumMod val="50000"/>
                  </a:schemeClr>
                </a:solidFill>
                <a:latin typeface="俐方體11號" pitchFamily="2" charset="-120"/>
                <a:ea typeface="俐方體11號" pitchFamily="2" charset="-120"/>
              </a:endParaRPr>
            </a:p>
          </p:txBody>
        </p:sp>
      </p:grpSp>
      <p:pic>
        <p:nvPicPr>
          <p:cNvPr id="81" name="圖片 80">
            <a:extLst>
              <a:ext uri="{FF2B5EF4-FFF2-40B4-BE49-F238E27FC236}">
                <a16:creationId xmlns:a16="http://schemas.microsoft.com/office/drawing/2014/main" id="{7C8CFF9E-A406-4327-8EF8-C75A4346CB2A}"/>
              </a:ext>
            </a:extLst>
          </p:cNvPr>
          <p:cNvPicPr>
            <a:picLocks noChangeAspect="1"/>
          </p:cNvPicPr>
          <p:nvPr/>
        </p:nvPicPr>
        <p:blipFill rotWithShape="1">
          <a:blip r:embed="rId2">
            <a:extLst>
              <a:ext uri="{28A0092B-C50C-407E-A947-70E740481C1C}">
                <a14:useLocalDpi xmlns:a14="http://schemas.microsoft.com/office/drawing/2010/main" val="0"/>
              </a:ext>
            </a:extLst>
          </a:blip>
          <a:srcRect t="21853" r="59052"/>
          <a:stretch/>
        </p:blipFill>
        <p:spPr>
          <a:xfrm>
            <a:off x="1357870" y="3766782"/>
            <a:ext cx="853068" cy="5832787"/>
          </a:xfrm>
          <a:prstGeom prst="rect">
            <a:avLst/>
          </a:prstGeom>
        </p:spPr>
      </p:pic>
      <p:cxnSp>
        <p:nvCxnSpPr>
          <p:cNvPr id="82" name="接點: 肘形 81">
            <a:extLst>
              <a:ext uri="{FF2B5EF4-FFF2-40B4-BE49-F238E27FC236}">
                <a16:creationId xmlns:a16="http://schemas.microsoft.com/office/drawing/2014/main" id="{6A8F50BA-D7D2-4A8D-9094-ED8CF0CB8541}"/>
              </a:ext>
            </a:extLst>
          </p:cNvPr>
          <p:cNvCxnSpPr>
            <a:cxnSpLocks/>
            <a:stCxn id="71" idx="3"/>
            <a:endCxn id="62" idx="1"/>
          </p:cNvCxnSpPr>
          <p:nvPr/>
        </p:nvCxnSpPr>
        <p:spPr>
          <a:xfrm flipV="1">
            <a:off x="4834517" y="3531886"/>
            <a:ext cx="941233" cy="1654069"/>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3" name="接點: 肘形 82">
            <a:extLst>
              <a:ext uri="{FF2B5EF4-FFF2-40B4-BE49-F238E27FC236}">
                <a16:creationId xmlns:a16="http://schemas.microsoft.com/office/drawing/2014/main" id="{288FC008-0B8B-4A83-949B-394BD87039D5}"/>
              </a:ext>
            </a:extLst>
          </p:cNvPr>
          <p:cNvCxnSpPr>
            <a:cxnSpLocks/>
            <a:stCxn id="71" idx="3"/>
            <a:endCxn id="77" idx="1"/>
          </p:cNvCxnSpPr>
          <p:nvPr/>
        </p:nvCxnSpPr>
        <p:spPr>
          <a:xfrm>
            <a:off x="4834517" y="5185955"/>
            <a:ext cx="941233" cy="160306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4" name="接點: 肘形 83">
            <a:extLst>
              <a:ext uri="{FF2B5EF4-FFF2-40B4-BE49-F238E27FC236}">
                <a16:creationId xmlns:a16="http://schemas.microsoft.com/office/drawing/2014/main" id="{06C98911-7FCF-43C7-AEBD-BB8E26DADF4E}"/>
              </a:ext>
            </a:extLst>
          </p:cNvPr>
          <p:cNvCxnSpPr>
            <a:cxnSpLocks/>
            <a:stCxn id="71" idx="3"/>
            <a:endCxn id="68" idx="1"/>
          </p:cNvCxnSpPr>
          <p:nvPr/>
        </p:nvCxnSpPr>
        <p:spPr>
          <a:xfrm flipV="1">
            <a:off x="4834517" y="1852397"/>
            <a:ext cx="941233" cy="3333558"/>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5" name="接點: 肘形 84">
            <a:extLst>
              <a:ext uri="{FF2B5EF4-FFF2-40B4-BE49-F238E27FC236}">
                <a16:creationId xmlns:a16="http://schemas.microsoft.com/office/drawing/2014/main" id="{44D98809-DB23-4EDE-945F-798A3EBD3A3D}"/>
              </a:ext>
            </a:extLst>
          </p:cNvPr>
          <p:cNvCxnSpPr>
            <a:cxnSpLocks/>
            <a:stCxn id="71" idx="3"/>
            <a:endCxn id="56" idx="1"/>
          </p:cNvCxnSpPr>
          <p:nvPr/>
        </p:nvCxnSpPr>
        <p:spPr>
          <a:xfrm>
            <a:off x="4834517" y="5185955"/>
            <a:ext cx="941233" cy="3210119"/>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6" name="接點: 肘形 85">
            <a:extLst>
              <a:ext uri="{FF2B5EF4-FFF2-40B4-BE49-F238E27FC236}">
                <a16:creationId xmlns:a16="http://schemas.microsoft.com/office/drawing/2014/main" id="{7D0F4F84-764C-4B98-8928-714CF655D277}"/>
              </a:ext>
            </a:extLst>
          </p:cNvPr>
          <p:cNvCxnSpPr>
            <a:cxnSpLocks/>
            <a:stCxn id="40" idx="3"/>
            <a:endCxn id="52" idx="1"/>
          </p:cNvCxnSpPr>
          <p:nvPr/>
        </p:nvCxnSpPr>
        <p:spPr>
          <a:xfrm flipV="1">
            <a:off x="10985217" y="3531886"/>
            <a:ext cx="941233" cy="1654069"/>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7" name="接點: 肘形 86">
            <a:extLst>
              <a:ext uri="{FF2B5EF4-FFF2-40B4-BE49-F238E27FC236}">
                <a16:creationId xmlns:a16="http://schemas.microsoft.com/office/drawing/2014/main" id="{0282F144-1E7C-402A-B51B-E4B512E9F5A5}"/>
              </a:ext>
            </a:extLst>
          </p:cNvPr>
          <p:cNvCxnSpPr>
            <a:cxnSpLocks/>
            <a:stCxn id="40" idx="3"/>
            <a:endCxn id="79" idx="1"/>
          </p:cNvCxnSpPr>
          <p:nvPr/>
        </p:nvCxnSpPr>
        <p:spPr>
          <a:xfrm>
            <a:off x="10985217" y="5185955"/>
            <a:ext cx="941233" cy="160306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91" name="接點: 肘形 90">
            <a:extLst>
              <a:ext uri="{FF2B5EF4-FFF2-40B4-BE49-F238E27FC236}">
                <a16:creationId xmlns:a16="http://schemas.microsoft.com/office/drawing/2014/main" id="{E5B915CF-1407-45E6-969F-0FCD7F8B86CD}"/>
              </a:ext>
            </a:extLst>
          </p:cNvPr>
          <p:cNvCxnSpPr>
            <a:cxnSpLocks/>
            <a:stCxn id="59" idx="3"/>
            <a:endCxn id="46" idx="1"/>
          </p:cNvCxnSpPr>
          <p:nvPr/>
        </p:nvCxnSpPr>
        <p:spPr>
          <a:xfrm>
            <a:off x="7909867" y="5185955"/>
            <a:ext cx="909057" cy="160306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100" name="直線接點 99">
            <a:extLst>
              <a:ext uri="{FF2B5EF4-FFF2-40B4-BE49-F238E27FC236}">
                <a16:creationId xmlns:a16="http://schemas.microsoft.com/office/drawing/2014/main" id="{35F56C4F-E663-4127-B702-322986E0C5C8}"/>
              </a:ext>
            </a:extLst>
          </p:cNvPr>
          <p:cNvCxnSpPr>
            <a:cxnSpLocks/>
            <a:stCxn id="64" idx="3"/>
            <a:endCxn id="73" idx="1"/>
          </p:cNvCxnSpPr>
          <p:nvPr/>
        </p:nvCxnSpPr>
        <p:spPr>
          <a:xfrm>
            <a:off x="14060567" y="5185955"/>
            <a:ext cx="9412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3" name="群組 102">
            <a:extLst>
              <a:ext uri="{FF2B5EF4-FFF2-40B4-BE49-F238E27FC236}">
                <a16:creationId xmlns:a16="http://schemas.microsoft.com/office/drawing/2014/main" id="{D8F66818-5E78-47A1-8498-31C30FACB25A}"/>
              </a:ext>
            </a:extLst>
          </p:cNvPr>
          <p:cNvGrpSpPr/>
          <p:nvPr/>
        </p:nvGrpSpPr>
        <p:grpSpPr>
          <a:xfrm>
            <a:off x="16697297" y="1009397"/>
            <a:ext cx="660914" cy="664277"/>
            <a:chOff x="16459195" y="1006319"/>
            <a:chExt cx="874428" cy="878875"/>
          </a:xfrm>
        </p:grpSpPr>
        <p:sp>
          <p:nvSpPr>
            <p:cNvPr id="104" name="矩形 103">
              <a:extLst>
                <a:ext uri="{FF2B5EF4-FFF2-40B4-BE49-F238E27FC236}">
                  <a16:creationId xmlns:a16="http://schemas.microsoft.com/office/drawing/2014/main" id="{2F4F8439-3016-4EF1-BF9B-9A1355F5534A}"/>
                </a:ext>
              </a:extLst>
            </p:cNvPr>
            <p:cNvSpPr/>
            <p:nvPr/>
          </p:nvSpPr>
          <p:spPr>
            <a:xfrm>
              <a:off x="16459195" y="1018921"/>
              <a:ext cx="866273" cy="86627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 name="標題 1">
              <a:extLst>
                <a:ext uri="{FF2B5EF4-FFF2-40B4-BE49-F238E27FC236}">
                  <a16:creationId xmlns:a16="http://schemas.microsoft.com/office/drawing/2014/main" id="{90DA6139-D301-48C6-A557-528FFAFDC47C}"/>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latin typeface="俐方體11號" pitchFamily="2" charset="-120"/>
                  <a:ea typeface="俐方體11號" pitchFamily="2" charset="-120"/>
                </a:rPr>
                <a:t>x</a:t>
              </a:r>
              <a:endParaRPr lang="zh-TW" altLang="en-US" sz="5400" b="1" dirty="0">
                <a:latin typeface="俐方體11號" pitchFamily="2" charset="-120"/>
                <a:ea typeface="俐方體11號" pitchFamily="2" charset="-120"/>
              </a:endParaRPr>
            </a:p>
          </p:txBody>
        </p:sp>
      </p:grpSp>
    </p:spTree>
    <p:extLst>
      <p:ext uri="{BB962C8B-B14F-4D97-AF65-F5344CB8AC3E}">
        <p14:creationId xmlns:p14="http://schemas.microsoft.com/office/powerpoint/2010/main" val="10244343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載入</a:t>
            </a:r>
          </a:p>
        </p:txBody>
      </p:sp>
      <p:grpSp>
        <p:nvGrpSpPr>
          <p:cNvPr id="2" name="群組 1">
            <a:extLst>
              <a:ext uri="{FF2B5EF4-FFF2-40B4-BE49-F238E27FC236}">
                <a16:creationId xmlns:a16="http://schemas.microsoft.com/office/drawing/2014/main" id="{F634284D-6EFE-44B3-AD27-47F5EAC1B00A}"/>
              </a:ext>
            </a:extLst>
          </p:cNvPr>
          <p:cNvGrpSpPr/>
          <p:nvPr/>
        </p:nvGrpSpPr>
        <p:grpSpPr>
          <a:xfrm>
            <a:off x="3243687" y="4548965"/>
            <a:ext cx="2166293" cy="1273979"/>
            <a:chOff x="2818855" y="1217023"/>
            <a:chExt cx="1548429" cy="1273979"/>
          </a:xfrm>
        </p:grpSpPr>
        <p:sp>
          <p:nvSpPr>
            <p:cNvPr id="12" name="標題 1">
              <a:extLst>
                <a:ext uri="{FF2B5EF4-FFF2-40B4-BE49-F238E27FC236}">
                  <a16:creationId xmlns:a16="http://schemas.microsoft.com/office/drawing/2014/main" id="{22B2C3DD-0CB3-4668-8FCD-8BB8C9CF9958}"/>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19" name="矩形 18">
              <a:extLst>
                <a:ext uri="{FF2B5EF4-FFF2-40B4-BE49-F238E27FC236}">
                  <a16:creationId xmlns:a16="http://schemas.microsoft.com/office/drawing/2014/main" id="{92E1934B-9B86-43F1-92A4-58B2B4E5EB30}"/>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36" name="群組 35">
            <a:extLst>
              <a:ext uri="{FF2B5EF4-FFF2-40B4-BE49-F238E27FC236}">
                <a16:creationId xmlns:a16="http://schemas.microsoft.com/office/drawing/2014/main" id="{2446E58A-F20F-4A83-A02A-497F2BA18A2B}"/>
              </a:ext>
            </a:extLst>
          </p:cNvPr>
          <p:cNvGrpSpPr/>
          <p:nvPr/>
        </p:nvGrpSpPr>
        <p:grpSpPr>
          <a:xfrm>
            <a:off x="6114275" y="4548965"/>
            <a:ext cx="2166293" cy="1273979"/>
            <a:chOff x="2818855" y="1217023"/>
            <a:chExt cx="1548429" cy="1273979"/>
          </a:xfrm>
        </p:grpSpPr>
        <p:sp>
          <p:nvSpPr>
            <p:cNvPr id="37" name="標題 1">
              <a:extLst>
                <a:ext uri="{FF2B5EF4-FFF2-40B4-BE49-F238E27FC236}">
                  <a16:creationId xmlns:a16="http://schemas.microsoft.com/office/drawing/2014/main" id="{4DA9920D-0140-4A91-BD85-EFE130571DA9}"/>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en-US" altLang="zh-TW" sz="4000" b="1" dirty="0">
                <a:solidFill>
                  <a:schemeClr val="accent1"/>
                </a:solidFill>
                <a:latin typeface="俐方體11號" pitchFamily="2" charset="-120"/>
                <a:ea typeface="俐方體11號" pitchFamily="2" charset="-120"/>
              </a:endParaRPr>
            </a:p>
          </p:txBody>
        </p:sp>
        <p:sp>
          <p:nvSpPr>
            <p:cNvPr id="38" name="矩形 37">
              <a:extLst>
                <a:ext uri="{FF2B5EF4-FFF2-40B4-BE49-F238E27FC236}">
                  <a16:creationId xmlns:a16="http://schemas.microsoft.com/office/drawing/2014/main" id="{181D8CA9-DFFC-45BC-BD28-931C9F867939}"/>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39" name="群組 38">
            <a:extLst>
              <a:ext uri="{FF2B5EF4-FFF2-40B4-BE49-F238E27FC236}">
                <a16:creationId xmlns:a16="http://schemas.microsoft.com/office/drawing/2014/main" id="{570FD7CB-3050-450E-B49F-3813B5ECEA7E}"/>
              </a:ext>
            </a:extLst>
          </p:cNvPr>
          <p:cNvGrpSpPr/>
          <p:nvPr/>
        </p:nvGrpSpPr>
        <p:grpSpPr>
          <a:xfrm>
            <a:off x="8984863" y="3639352"/>
            <a:ext cx="2166293" cy="1273979"/>
            <a:chOff x="2818855" y="1217023"/>
            <a:chExt cx="1548429" cy="1273979"/>
          </a:xfrm>
        </p:grpSpPr>
        <p:sp>
          <p:nvSpPr>
            <p:cNvPr id="40" name="標題 1">
              <a:extLst>
                <a:ext uri="{FF2B5EF4-FFF2-40B4-BE49-F238E27FC236}">
                  <a16:creationId xmlns:a16="http://schemas.microsoft.com/office/drawing/2014/main" id="{BAB18F19-C1DD-4281-A9E6-BF884909F0F3}"/>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41" name="矩形 40">
              <a:extLst>
                <a:ext uri="{FF2B5EF4-FFF2-40B4-BE49-F238E27FC236}">
                  <a16:creationId xmlns:a16="http://schemas.microsoft.com/office/drawing/2014/main" id="{9A442462-9D0F-4FF6-A83E-790D396ECFA4}"/>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42" name="群組 41">
            <a:extLst>
              <a:ext uri="{FF2B5EF4-FFF2-40B4-BE49-F238E27FC236}">
                <a16:creationId xmlns:a16="http://schemas.microsoft.com/office/drawing/2014/main" id="{4C157CA6-6206-4A94-9D8D-F24B3A6DAD84}"/>
              </a:ext>
            </a:extLst>
          </p:cNvPr>
          <p:cNvGrpSpPr/>
          <p:nvPr/>
        </p:nvGrpSpPr>
        <p:grpSpPr>
          <a:xfrm>
            <a:off x="14726038" y="4548965"/>
            <a:ext cx="2166293" cy="1273979"/>
            <a:chOff x="2818855" y="1217023"/>
            <a:chExt cx="1548429" cy="1273979"/>
          </a:xfrm>
        </p:grpSpPr>
        <p:sp>
          <p:nvSpPr>
            <p:cNvPr id="43" name="標題 1">
              <a:extLst>
                <a:ext uri="{FF2B5EF4-FFF2-40B4-BE49-F238E27FC236}">
                  <a16:creationId xmlns:a16="http://schemas.microsoft.com/office/drawing/2014/main" id="{86E0730F-A173-42B3-BA41-583BA68C71E4}"/>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44" name="矩形 43">
              <a:extLst>
                <a:ext uri="{FF2B5EF4-FFF2-40B4-BE49-F238E27FC236}">
                  <a16:creationId xmlns:a16="http://schemas.microsoft.com/office/drawing/2014/main" id="{CD516B09-4C9A-4EBC-A13D-8DC84AEA36A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69" name="群組 68">
            <a:extLst>
              <a:ext uri="{FF2B5EF4-FFF2-40B4-BE49-F238E27FC236}">
                <a16:creationId xmlns:a16="http://schemas.microsoft.com/office/drawing/2014/main" id="{EA5159E0-8AB2-4ECD-AB4E-E727E93C3E7A}"/>
              </a:ext>
            </a:extLst>
          </p:cNvPr>
          <p:cNvGrpSpPr/>
          <p:nvPr/>
        </p:nvGrpSpPr>
        <p:grpSpPr>
          <a:xfrm>
            <a:off x="8984863" y="5488856"/>
            <a:ext cx="2166293" cy="1273979"/>
            <a:chOff x="2818855" y="1217023"/>
            <a:chExt cx="1548429" cy="1273979"/>
          </a:xfrm>
        </p:grpSpPr>
        <p:sp>
          <p:nvSpPr>
            <p:cNvPr id="70" name="標題 1">
              <a:extLst>
                <a:ext uri="{FF2B5EF4-FFF2-40B4-BE49-F238E27FC236}">
                  <a16:creationId xmlns:a16="http://schemas.microsoft.com/office/drawing/2014/main" id="{7E90DACF-171C-42B8-96E9-D62480E41145}"/>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en-US" altLang="zh-TW" sz="4000" b="1" dirty="0">
                <a:solidFill>
                  <a:schemeClr val="accent1"/>
                </a:solidFill>
                <a:latin typeface="俐方體11號" pitchFamily="2" charset="-120"/>
                <a:ea typeface="俐方體11號" pitchFamily="2" charset="-120"/>
              </a:endParaRPr>
            </a:p>
          </p:txBody>
        </p:sp>
        <p:sp>
          <p:nvSpPr>
            <p:cNvPr id="71" name="矩形 70">
              <a:extLst>
                <a:ext uri="{FF2B5EF4-FFF2-40B4-BE49-F238E27FC236}">
                  <a16:creationId xmlns:a16="http://schemas.microsoft.com/office/drawing/2014/main" id="{C1706CC1-80D1-450D-9B58-A562BB4C39EF}"/>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72" name="群組 71">
            <a:extLst>
              <a:ext uri="{FF2B5EF4-FFF2-40B4-BE49-F238E27FC236}">
                <a16:creationId xmlns:a16="http://schemas.microsoft.com/office/drawing/2014/main" id="{BB28B301-B4DC-4E87-B7A7-3CC55C8442E0}"/>
              </a:ext>
            </a:extLst>
          </p:cNvPr>
          <p:cNvGrpSpPr/>
          <p:nvPr/>
        </p:nvGrpSpPr>
        <p:grpSpPr>
          <a:xfrm>
            <a:off x="11855451" y="4548965"/>
            <a:ext cx="2166293" cy="1273979"/>
            <a:chOff x="2818855" y="1217023"/>
            <a:chExt cx="1548429" cy="1273979"/>
          </a:xfrm>
        </p:grpSpPr>
        <p:sp>
          <p:nvSpPr>
            <p:cNvPr id="73" name="標題 1">
              <a:extLst>
                <a:ext uri="{FF2B5EF4-FFF2-40B4-BE49-F238E27FC236}">
                  <a16:creationId xmlns:a16="http://schemas.microsoft.com/office/drawing/2014/main" id="{2E84129D-7F84-4A9E-9BD5-F01271DF27E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74" name="矩形 73">
              <a:extLst>
                <a:ext uri="{FF2B5EF4-FFF2-40B4-BE49-F238E27FC236}">
                  <a16:creationId xmlns:a16="http://schemas.microsoft.com/office/drawing/2014/main" id="{32108122-2FA4-459C-A1D9-C31043B737F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cxnSp>
        <p:nvCxnSpPr>
          <p:cNvPr id="5" name="直線接點 4">
            <a:extLst>
              <a:ext uri="{FF2B5EF4-FFF2-40B4-BE49-F238E27FC236}">
                <a16:creationId xmlns:a16="http://schemas.microsoft.com/office/drawing/2014/main" id="{F3E48BFD-7314-4DEC-A25A-87DA5FC0BAC0}"/>
              </a:ext>
            </a:extLst>
          </p:cNvPr>
          <p:cNvCxnSpPr>
            <a:cxnSpLocks/>
            <a:stCxn id="19" idx="3"/>
            <a:endCxn id="38" idx="1"/>
          </p:cNvCxnSpPr>
          <p:nvPr/>
        </p:nvCxnSpPr>
        <p:spPr>
          <a:xfrm>
            <a:off x="5409980" y="5185955"/>
            <a:ext cx="7042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2FF6AEDF-14F6-43DC-9907-171873C17DC2}"/>
              </a:ext>
            </a:extLst>
          </p:cNvPr>
          <p:cNvCxnSpPr>
            <a:cxnSpLocks/>
            <a:stCxn id="74" idx="3"/>
            <a:endCxn id="44" idx="1"/>
          </p:cNvCxnSpPr>
          <p:nvPr/>
        </p:nvCxnSpPr>
        <p:spPr>
          <a:xfrm>
            <a:off x="14021744" y="5185955"/>
            <a:ext cx="70429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標題 1">
            <a:extLst>
              <a:ext uri="{FF2B5EF4-FFF2-40B4-BE49-F238E27FC236}">
                <a16:creationId xmlns:a16="http://schemas.microsoft.com/office/drawing/2014/main" id="{0EE1A378-830A-45C6-92DF-9FE9D8C72113}"/>
              </a:ext>
            </a:extLst>
          </p:cNvPr>
          <p:cNvSpPr txBox="1">
            <a:spLocks/>
          </p:cNvSpPr>
          <p:nvPr/>
        </p:nvSpPr>
        <p:spPr>
          <a:xfrm>
            <a:off x="2591393" y="909948"/>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000" b="1" dirty="0">
                <a:latin typeface="俐方體11號" pitchFamily="2" charset="-120"/>
                <a:ea typeface="俐方體11號" pitchFamily="2" charset="-120"/>
              </a:rPr>
              <a:t>一、初識</a:t>
            </a:r>
          </a:p>
        </p:txBody>
      </p:sp>
      <p:sp>
        <p:nvSpPr>
          <p:cNvPr id="54" name="標題 1">
            <a:extLst>
              <a:ext uri="{FF2B5EF4-FFF2-40B4-BE49-F238E27FC236}">
                <a16:creationId xmlns:a16="http://schemas.microsoft.com/office/drawing/2014/main" id="{EAC44695-7193-4F72-955B-0E2FDC5FF643}"/>
              </a:ext>
            </a:extLst>
          </p:cNvPr>
          <p:cNvSpPr txBox="1">
            <a:spLocks/>
          </p:cNvSpPr>
          <p:nvPr/>
        </p:nvSpPr>
        <p:spPr>
          <a:xfrm>
            <a:off x="8172862" y="8405631"/>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000" b="1" dirty="0">
                <a:latin typeface="俐方體11號" pitchFamily="2" charset="-120"/>
                <a:ea typeface="俐方體11號" pitchFamily="2" charset="-120"/>
              </a:rPr>
              <a:t>1</a:t>
            </a:r>
            <a:r>
              <a:rPr lang="zh-TW" altLang="en-US" sz="4000" b="1" dirty="0">
                <a:latin typeface="俐方體11號" pitchFamily="2" charset="-120"/>
                <a:ea typeface="俐方體11號" pitchFamily="2" charset="-120"/>
              </a:rPr>
              <a:t> </a:t>
            </a:r>
            <a:r>
              <a:rPr lang="en-US" altLang="zh-TW" sz="4000" b="1" dirty="0">
                <a:solidFill>
                  <a:schemeClr val="accent1"/>
                </a:solidFill>
                <a:latin typeface="俐方體11號" pitchFamily="2" charset="-120"/>
                <a:ea typeface="俐方體11號" pitchFamily="2" charset="-120"/>
              </a:rPr>
              <a:t>2</a:t>
            </a:r>
            <a:r>
              <a:rPr lang="zh-TW" altLang="en-US" sz="4000" b="1" dirty="0">
                <a:solidFill>
                  <a:schemeClr val="accent1"/>
                </a:solidFill>
                <a:latin typeface="俐方體11號" pitchFamily="2" charset="-120"/>
                <a:ea typeface="俐方體11號" pitchFamily="2" charset="-120"/>
              </a:rPr>
              <a:t> </a:t>
            </a:r>
            <a:r>
              <a:rPr lang="en-US" altLang="zh-TW" sz="4000" b="1" dirty="0">
                <a:solidFill>
                  <a:schemeClr val="accent1"/>
                </a:solidFill>
                <a:latin typeface="俐方體11號" pitchFamily="2" charset="-120"/>
                <a:ea typeface="俐方體11號" pitchFamily="2" charset="-120"/>
              </a:rPr>
              <a:t>3</a:t>
            </a:r>
            <a:endParaRPr lang="zh-TW" altLang="en-US" sz="4000" b="1" dirty="0">
              <a:solidFill>
                <a:schemeClr val="accent1"/>
              </a:solidFill>
              <a:latin typeface="俐方體11號" pitchFamily="2" charset="-120"/>
              <a:ea typeface="俐方體11號" pitchFamily="2" charset="-120"/>
            </a:endParaRPr>
          </a:p>
        </p:txBody>
      </p:sp>
      <p:cxnSp>
        <p:nvCxnSpPr>
          <p:cNvPr id="6" name="接點: 肘形 5">
            <a:extLst>
              <a:ext uri="{FF2B5EF4-FFF2-40B4-BE49-F238E27FC236}">
                <a16:creationId xmlns:a16="http://schemas.microsoft.com/office/drawing/2014/main" id="{4188EAEC-B33E-406D-B73A-99733DF061D3}"/>
              </a:ext>
            </a:extLst>
          </p:cNvPr>
          <p:cNvCxnSpPr>
            <a:stCxn id="38" idx="3"/>
            <a:endCxn id="41" idx="1"/>
          </p:cNvCxnSpPr>
          <p:nvPr/>
        </p:nvCxnSpPr>
        <p:spPr>
          <a:xfrm flipV="1">
            <a:off x="8280568" y="4276342"/>
            <a:ext cx="704295" cy="909613"/>
          </a:xfrm>
          <a:prstGeom prst="bentConnector3">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50" name="接點: 肘形 49">
            <a:extLst>
              <a:ext uri="{FF2B5EF4-FFF2-40B4-BE49-F238E27FC236}">
                <a16:creationId xmlns:a16="http://schemas.microsoft.com/office/drawing/2014/main" id="{9DA8F1B2-E4F4-41E6-A463-15095F7CD866}"/>
              </a:ext>
            </a:extLst>
          </p:cNvPr>
          <p:cNvCxnSpPr>
            <a:cxnSpLocks/>
            <a:stCxn id="38" idx="3"/>
            <a:endCxn id="71" idx="1"/>
          </p:cNvCxnSpPr>
          <p:nvPr/>
        </p:nvCxnSpPr>
        <p:spPr>
          <a:xfrm>
            <a:off x="8280568" y="5185955"/>
            <a:ext cx="704295" cy="939891"/>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52" name="接點: 肘形 51">
            <a:extLst>
              <a:ext uri="{FF2B5EF4-FFF2-40B4-BE49-F238E27FC236}">
                <a16:creationId xmlns:a16="http://schemas.microsoft.com/office/drawing/2014/main" id="{AA4CB8CA-2C43-452D-97E2-9BB9638D56D4}"/>
              </a:ext>
            </a:extLst>
          </p:cNvPr>
          <p:cNvCxnSpPr>
            <a:cxnSpLocks/>
            <a:stCxn id="41" idx="3"/>
            <a:endCxn id="74" idx="1"/>
          </p:cNvCxnSpPr>
          <p:nvPr/>
        </p:nvCxnSpPr>
        <p:spPr>
          <a:xfrm>
            <a:off x="11151156" y="4276342"/>
            <a:ext cx="704295" cy="909613"/>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grpSp>
        <p:nvGrpSpPr>
          <p:cNvPr id="33" name="群組 32">
            <a:extLst>
              <a:ext uri="{FF2B5EF4-FFF2-40B4-BE49-F238E27FC236}">
                <a16:creationId xmlns:a16="http://schemas.microsoft.com/office/drawing/2014/main" id="{E5AB2608-6046-46B0-AB78-C108021CAA60}"/>
              </a:ext>
            </a:extLst>
          </p:cNvPr>
          <p:cNvGrpSpPr/>
          <p:nvPr/>
        </p:nvGrpSpPr>
        <p:grpSpPr>
          <a:xfrm>
            <a:off x="16697297" y="1009397"/>
            <a:ext cx="660914" cy="664277"/>
            <a:chOff x="16459195" y="1006319"/>
            <a:chExt cx="874428" cy="878875"/>
          </a:xfrm>
        </p:grpSpPr>
        <p:sp>
          <p:nvSpPr>
            <p:cNvPr id="34" name="矩形 33">
              <a:extLst>
                <a:ext uri="{FF2B5EF4-FFF2-40B4-BE49-F238E27FC236}">
                  <a16:creationId xmlns:a16="http://schemas.microsoft.com/office/drawing/2014/main" id="{6C343FAA-8929-43E9-BFF2-B41C46E6A420}"/>
                </a:ext>
              </a:extLst>
            </p:cNvPr>
            <p:cNvSpPr/>
            <p:nvPr/>
          </p:nvSpPr>
          <p:spPr>
            <a:xfrm>
              <a:off x="16459195" y="1018921"/>
              <a:ext cx="866273" cy="866273"/>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標題 1">
              <a:extLst>
                <a:ext uri="{FF2B5EF4-FFF2-40B4-BE49-F238E27FC236}">
                  <a16:creationId xmlns:a16="http://schemas.microsoft.com/office/drawing/2014/main" id="{6865010E-AB8E-4464-8E3F-04DA7EBF0402}"/>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solidFill>
                    <a:schemeClr val="bg1"/>
                  </a:solidFill>
                  <a:latin typeface="俐方體11號" pitchFamily="2" charset="-120"/>
                  <a:ea typeface="俐方體11號" pitchFamily="2" charset="-120"/>
                </a:rPr>
                <a:t>x</a:t>
              </a:r>
              <a:endParaRPr lang="zh-TW" altLang="en-US" sz="5400" b="1" dirty="0">
                <a:solidFill>
                  <a:schemeClr val="bg1"/>
                </a:solidFill>
                <a:latin typeface="俐方體11號" pitchFamily="2" charset="-120"/>
                <a:ea typeface="俐方體11號" pitchFamily="2" charset="-120"/>
              </a:endParaRPr>
            </a:p>
          </p:txBody>
        </p:sp>
      </p:grpSp>
      <p:pic>
        <p:nvPicPr>
          <p:cNvPr id="46" name="圖片 45">
            <a:extLst>
              <a:ext uri="{FF2B5EF4-FFF2-40B4-BE49-F238E27FC236}">
                <a16:creationId xmlns:a16="http://schemas.microsoft.com/office/drawing/2014/main" id="{5E2C059A-F5E5-4D7E-AA9E-97A93786AAA4}"/>
              </a:ext>
            </a:extLst>
          </p:cNvPr>
          <p:cNvPicPr>
            <a:picLocks noChangeAspect="1"/>
          </p:cNvPicPr>
          <p:nvPr/>
        </p:nvPicPr>
        <p:blipFill rotWithShape="1">
          <a:blip r:embed="rId2">
            <a:extLst>
              <a:ext uri="{28A0092B-C50C-407E-A947-70E740481C1C}">
                <a14:useLocalDpi xmlns:a14="http://schemas.microsoft.com/office/drawing/2010/main" val="0"/>
              </a:ext>
            </a:extLst>
          </a:blip>
          <a:srcRect l="65179" t="21853" r="-4851" b="-183"/>
          <a:stretch/>
        </p:blipFill>
        <p:spPr>
          <a:xfrm>
            <a:off x="1357869" y="3766782"/>
            <a:ext cx="826487" cy="5846435"/>
          </a:xfrm>
          <a:prstGeom prst="rect">
            <a:avLst/>
          </a:prstGeom>
        </p:spPr>
      </p:pic>
    </p:spTree>
    <p:extLst>
      <p:ext uri="{BB962C8B-B14F-4D97-AF65-F5344CB8AC3E}">
        <p14:creationId xmlns:p14="http://schemas.microsoft.com/office/powerpoint/2010/main" val="326999392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載入</a:t>
            </a:r>
          </a:p>
        </p:txBody>
      </p:sp>
      <p:grpSp>
        <p:nvGrpSpPr>
          <p:cNvPr id="42" name="群組 41">
            <a:extLst>
              <a:ext uri="{FF2B5EF4-FFF2-40B4-BE49-F238E27FC236}">
                <a16:creationId xmlns:a16="http://schemas.microsoft.com/office/drawing/2014/main" id="{4C157CA6-6206-4A94-9D8D-F24B3A6DAD84}"/>
              </a:ext>
            </a:extLst>
          </p:cNvPr>
          <p:cNvGrpSpPr/>
          <p:nvPr/>
        </p:nvGrpSpPr>
        <p:grpSpPr>
          <a:xfrm>
            <a:off x="5141375" y="4548965"/>
            <a:ext cx="2166293" cy="1273979"/>
            <a:chOff x="2818855" y="1217023"/>
            <a:chExt cx="1548429" cy="1273979"/>
          </a:xfrm>
        </p:grpSpPr>
        <p:sp>
          <p:nvSpPr>
            <p:cNvPr id="43" name="標題 1">
              <a:extLst>
                <a:ext uri="{FF2B5EF4-FFF2-40B4-BE49-F238E27FC236}">
                  <a16:creationId xmlns:a16="http://schemas.microsoft.com/office/drawing/2014/main" id="{86E0730F-A173-42B3-BA41-583BA68C71E4}"/>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44" name="矩形 43">
              <a:extLst>
                <a:ext uri="{FF2B5EF4-FFF2-40B4-BE49-F238E27FC236}">
                  <a16:creationId xmlns:a16="http://schemas.microsoft.com/office/drawing/2014/main" id="{CD516B09-4C9A-4EBC-A13D-8DC84AEA36A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u="sng">
                <a:solidFill>
                  <a:schemeClr val="accent1"/>
                </a:solidFill>
                <a:latin typeface="俐方體11號" pitchFamily="2" charset="-120"/>
                <a:ea typeface="俐方體11號" pitchFamily="2" charset="-120"/>
              </a:endParaRPr>
            </a:p>
          </p:txBody>
        </p:sp>
      </p:grpSp>
      <p:grpSp>
        <p:nvGrpSpPr>
          <p:cNvPr id="48" name="群組 47">
            <a:extLst>
              <a:ext uri="{FF2B5EF4-FFF2-40B4-BE49-F238E27FC236}">
                <a16:creationId xmlns:a16="http://schemas.microsoft.com/office/drawing/2014/main" id="{8BF23547-F233-42B4-B9B2-BDCD379C98AF}"/>
              </a:ext>
            </a:extLst>
          </p:cNvPr>
          <p:cNvGrpSpPr/>
          <p:nvPr/>
        </p:nvGrpSpPr>
        <p:grpSpPr>
          <a:xfrm>
            <a:off x="7614526" y="5359187"/>
            <a:ext cx="2166293" cy="1273979"/>
            <a:chOff x="2818855" y="1217023"/>
            <a:chExt cx="1548429" cy="1273979"/>
          </a:xfrm>
        </p:grpSpPr>
        <p:sp>
          <p:nvSpPr>
            <p:cNvPr id="49" name="標題 1">
              <a:extLst>
                <a:ext uri="{FF2B5EF4-FFF2-40B4-BE49-F238E27FC236}">
                  <a16:creationId xmlns:a16="http://schemas.microsoft.com/office/drawing/2014/main" id="{D968C1E0-B1CD-452C-B431-A4088968370E}"/>
                </a:ext>
              </a:extLst>
            </p:cNvPr>
            <p:cNvSpPr txBox="1">
              <a:spLocks/>
            </p:cNvSpPr>
            <p:nvPr/>
          </p:nvSpPr>
          <p:spPr>
            <a:xfrm>
              <a:off x="2818855" y="135684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50" name="矩形 49">
              <a:extLst>
                <a:ext uri="{FF2B5EF4-FFF2-40B4-BE49-F238E27FC236}">
                  <a16:creationId xmlns:a16="http://schemas.microsoft.com/office/drawing/2014/main" id="{49018F63-4920-4E61-BBE3-8CAC695DEA6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63" name="群組 62">
            <a:extLst>
              <a:ext uri="{FF2B5EF4-FFF2-40B4-BE49-F238E27FC236}">
                <a16:creationId xmlns:a16="http://schemas.microsoft.com/office/drawing/2014/main" id="{7E0544DA-7C50-4241-9AA7-7060165EA272}"/>
              </a:ext>
            </a:extLst>
          </p:cNvPr>
          <p:cNvGrpSpPr/>
          <p:nvPr/>
        </p:nvGrpSpPr>
        <p:grpSpPr>
          <a:xfrm>
            <a:off x="10087677" y="4548965"/>
            <a:ext cx="2134117" cy="1273979"/>
            <a:chOff x="2818855" y="1217023"/>
            <a:chExt cx="1548429" cy="1273979"/>
          </a:xfrm>
        </p:grpSpPr>
        <p:sp>
          <p:nvSpPr>
            <p:cNvPr id="64" name="標題 1">
              <a:extLst>
                <a:ext uri="{FF2B5EF4-FFF2-40B4-BE49-F238E27FC236}">
                  <a16:creationId xmlns:a16="http://schemas.microsoft.com/office/drawing/2014/main" id="{8BA5A763-3E78-45EF-8CDB-9FBA9A311275}"/>
                </a:ext>
              </a:extLst>
            </p:cNvPr>
            <p:cNvSpPr txBox="1">
              <a:spLocks/>
            </p:cNvSpPr>
            <p:nvPr/>
          </p:nvSpPr>
          <p:spPr>
            <a:xfrm>
              <a:off x="2818855" y="13758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65" name="矩形 64">
              <a:extLst>
                <a:ext uri="{FF2B5EF4-FFF2-40B4-BE49-F238E27FC236}">
                  <a16:creationId xmlns:a16="http://schemas.microsoft.com/office/drawing/2014/main" id="{90BBF600-3861-43A6-A96D-A6470A2A5F68}"/>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u="sng">
                <a:solidFill>
                  <a:schemeClr val="accent1"/>
                </a:solidFill>
                <a:latin typeface="俐方體11號" pitchFamily="2" charset="-120"/>
                <a:ea typeface="俐方體11號" pitchFamily="2" charset="-120"/>
              </a:endParaRPr>
            </a:p>
          </p:txBody>
        </p:sp>
      </p:grpSp>
      <p:grpSp>
        <p:nvGrpSpPr>
          <p:cNvPr id="69" name="群組 68">
            <a:extLst>
              <a:ext uri="{FF2B5EF4-FFF2-40B4-BE49-F238E27FC236}">
                <a16:creationId xmlns:a16="http://schemas.microsoft.com/office/drawing/2014/main" id="{3438C7C1-E165-4C4A-83A2-78DC787710DA}"/>
              </a:ext>
            </a:extLst>
          </p:cNvPr>
          <p:cNvGrpSpPr/>
          <p:nvPr/>
        </p:nvGrpSpPr>
        <p:grpSpPr>
          <a:xfrm>
            <a:off x="2668224" y="4548965"/>
            <a:ext cx="2166293" cy="1273979"/>
            <a:chOff x="2818855" y="1217023"/>
            <a:chExt cx="1548429" cy="1273979"/>
          </a:xfrm>
        </p:grpSpPr>
        <p:sp>
          <p:nvSpPr>
            <p:cNvPr id="70" name="標題 1">
              <a:extLst>
                <a:ext uri="{FF2B5EF4-FFF2-40B4-BE49-F238E27FC236}">
                  <a16:creationId xmlns:a16="http://schemas.microsoft.com/office/drawing/2014/main" id="{89F62084-05D0-4D8F-88C1-CDFF0405DC4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71" name="矩形 70">
              <a:extLst>
                <a:ext uri="{FF2B5EF4-FFF2-40B4-BE49-F238E27FC236}">
                  <a16:creationId xmlns:a16="http://schemas.microsoft.com/office/drawing/2014/main" id="{7CB84BBB-C41A-4BA1-A5BE-3A11770B3E6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72" name="群組 71">
            <a:extLst>
              <a:ext uri="{FF2B5EF4-FFF2-40B4-BE49-F238E27FC236}">
                <a16:creationId xmlns:a16="http://schemas.microsoft.com/office/drawing/2014/main" id="{349753CC-B2E8-48CE-B3EF-49D75C628F84}"/>
              </a:ext>
            </a:extLst>
          </p:cNvPr>
          <p:cNvGrpSpPr/>
          <p:nvPr/>
        </p:nvGrpSpPr>
        <p:grpSpPr>
          <a:xfrm>
            <a:off x="12528651" y="3699235"/>
            <a:ext cx="2166293" cy="1273979"/>
            <a:chOff x="2818855" y="1217023"/>
            <a:chExt cx="1548429" cy="1273979"/>
          </a:xfrm>
        </p:grpSpPr>
        <p:sp>
          <p:nvSpPr>
            <p:cNvPr id="73" name="標題 1">
              <a:extLst>
                <a:ext uri="{FF2B5EF4-FFF2-40B4-BE49-F238E27FC236}">
                  <a16:creationId xmlns:a16="http://schemas.microsoft.com/office/drawing/2014/main" id="{AC89B076-9ADE-4DA6-BF47-E8572D3C8FA7}"/>
                </a:ext>
              </a:extLst>
            </p:cNvPr>
            <p:cNvSpPr txBox="1">
              <a:spLocks/>
            </p:cNvSpPr>
            <p:nvPr/>
          </p:nvSpPr>
          <p:spPr>
            <a:xfrm>
              <a:off x="2818855" y="13758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74" name="矩形 73">
              <a:extLst>
                <a:ext uri="{FF2B5EF4-FFF2-40B4-BE49-F238E27FC236}">
                  <a16:creationId xmlns:a16="http://schemas.microsoft.com/office/drawing/2014/main" id="{F6178E90-4AA5-4EE2-8FFA-9B34EF8C9E2B}"/>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75" name="群組 74">
            <a:extLst>
              <a:ext uri="{FF2B5EF4-FFF2-40B4-BE49-F238E27FC236}">
                <a16:creationId xmlns:a16="http://schemas.microsoft.com/office/drawing/2014/main" id="{BCE8FCA8-5BC9-4F56-8BAA-982E453F1973}"/>
              </a:ext>
            </a:extLst>
          </p:cNvPr>
          <p:cNvGrpSpPr/>
          <p:nvPr/>
        </p:nvGrpSpPr>
        <p:grpSpPr>
          <a:xfrm>
            <a:off x="15001801" y="4548965"/>
            <a:ext cx="2134117" cy="1273979"/>
            <a:chOff x="2818855" y="1217023"/>
            <a:chExt cx="1548429" cy="1273979"/>
          </a:xfrm>
        </p:grpSpPr>
        <p:sp>
          <p:nvSpPr>
            <p:cNvPr id="76" name="標題 1">
              <a:extLst>
                <a:ext uri="{FF2B5EF4-FFF2-40B4-BE49-F238E27FC236}">
                  <a16:creationId xmlns:a16="http://schemas.microsoft.com/office/drawing/2014/main" id="{0FF784BA-A876-416E-A386-73F9DBDEB55A}"/>
                </a:ext>
              </a:extLst>
            </p:cNvPr>
            <p:cNvSpPr txBox="1">
              <a:spLocks/>
            </p:cNvSpPr>
            <p:nvPr/>
          </p:nvSpPr>
          <p:spPr>
            <a:xfrm>
              <a:off x="2818855" y="13758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77" name="矩形 76">
              <a:extLst>
                <a:ext uri="{FF2B5EF4-FFF2-40B4-BE49-F238E27FC236}">
                  <a16:creationId xmlns:a16="http://schemas.microsoft.com/office/drawing/2014/main" id="{C8D90E2F-1190-47CB-8B8A-0FDB554598A3}"/>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41" name="群組 40">
            <a:extLst>
              <a:ext uri="{FF2B5EF4-FFF2-40B4-BE49-F238E27FC236}">
                <a16:creationId xmlns:a16="http://schemas.microsoft.com/office/drawing/2014/main" id="{36DAEFB6-21B7-4997-B8C5-394C33FF7B2C}"/>
              </a:ext>
            </a:extLst>
          </p:cNvPr>
          <p:cNvGrpSpPr/>
          <p:nvPr/>
        </p:nvGrpSpPr>
        <p:grpSpPr>
          <a:xfrm>
            <a:off x="7614526" y="3699235"/>
            <a:ext cx="2166293" cy="1273979"/>
            <a:chOff x="2818855" y="1217023"/>
            <a:chExt cx="1548429" cy="1273979"/>
          </a:xfrm>
        </p:grpSpPr>
        <p:sp>
          <p:nvSpPr>
            <p:cNvPr id="45" name="標題 1">
              <a:extLst>
                <a:ext uri="{FF2B5EF4-FFF2-40B4-BE49-F238E27FC236}">
                  <a16:creationId xmlns:a16="http://schemas.microsoft.com/office/drawing/2014/main" id="{6AE71E3E-BDEC-42F5-BD8A-E306EFAC8271}"/>
                </a:ext>
              </a:extLst>
            </p:cNvPr>
            <p:cNvSpPr txBox="1">
              <a:spLocks/>
            </p:cNvSpPr>
            <p:nvPr/>
          </p:nvSpPr>
          <p:spPr>
            <a:xfrm>
              <a:off x="2818855" y="135684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46" name="矩形 45">
              <a:extLst>
                <a:ext uri="{FF2B5EF4-FFF2-40B4-BE49-F238E27FC236}">
                  <a16:creationId xmlns:a16="http://schemas.microsoft.com/office/drawing/2014/main" id="{FF175203-AB3A-4436-BCAA-F91DC64D3F87}"/>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cxnSp>
        <p:nvCxnSpPr>
          <p:cNvPr id="47" name="直線接點 46">
            <a:extLst>
              <a:ext uri="{FF2B5EF4-FFF2-40B4-BE49-F238E27FC236}">
                <a16:creationId xmlns:a16="http://schemas.microsoft.com/office/drawing/2014/main" id="{30CAE235-AE81-4794-A391-78BDB78FE3C7}"/>
              </a:ext>
            </a:extLst>
          </p:cNvPr>
          <p:cNvCxnSpPr>
            <a:cxnSpLocks/>
            <a:stCxn id="71" idx="3"/>
            <a:endCxn id="44" idx="1"/>
          </p:cNvCxnSpPr>
          <p:nvPr/>
        </p:nvCxnSpPr>
        <p:spPr>
          <a:xfrm>
            <a:off x="4834517" y="5185955"/>
            <a:ext cx="3068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標題 1">
            <a:extLst>
              <a:ext uri="{FF2B5EF4-FFF2-40B4-BE49-F238E27FC236}">
                <a16:creationId xmlns:a16="http://schemas.microsoft.com/office/drawing/2014/main" id="{4A6193F3-4CD8-47A7-A714-8EA20D8E3718}"/>
              </a:ext>
            </a:extLst>
          </p:cNvPr>
          <p:cNvSpPr txBox="1">
            <a:spLocks/>
          </p:cNvSpPr>
          <p:nvPr/>
        </p:nvSpPr>
        <p:spPr>
          <a:xfrm>
            <a:off x="8172862" y="8405631"/>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000" b="1" dirty="0">
                <a:solidFill>
                  <a:schemeClr val="accent1"/>
                </a:solidFill>
                <a:latin typeface="俐方體11號" pitchFamily="2" charset="-120"/>
                <a:ea typeface="俐方體11號" pitchFamily="2" charset="-120"/>
              </a:rPr>
              <a:t>1</a:t>
            </a:r>
            <a:r>
              <a:rPr lang="zh-TW" altLang="en-US" sz="4000" b="1" dirty="0">
                <a:solidFill>
                  <a:schemeClr val="bg1">
                    <a:lumMod val="50000"/>
                  </a:schemeClr>
                </a:solidFill>
                <a:latin typeface="俐方體11號" pitchFamily="2" charset="-120"/>
                <a:ea typeface="俐方體11號" pitchFamily="2" charset="-120"/>
              </a:rPr>
              <a:t> </a:t>
            </a:r>
            <a:r>
              <a:rPr lang="en-US" altLang="zh-TW" sz="4000" b="1" dirty="0">
                <a:latin typeface="俐方體11號" pitchFamily="2" charset="-120"/>
                <a:ea typeface="俐方體11號" pitchFamily="2" charset="-120"/>
              </a:rPr>
              <a:t>2</a:t>
            </a:r>
            <a:r>
              <a:rPr lang="zh-TW" altLang="en-US" sz="4000" b="1" dirty="0">
                <a:solidFill>
                  <a:schemeClr val="bg1">
                    <a:lumMod val="50000"/>
                  </a:schemeClr>
                </a:solidFill>
                <a:latin typeface="俐方體11號" pitchFamily="2" charset="-120"/>
                <a:ea typeface="俐方體11號" pitchFamily="2" charset="-120"/>
              </a:rPr>
              <a:t> </a:t>
            </a:r>
            <a:r>
              <a:rPr lang="en-US" altLang="zh-TW" sz="4000" b="1" dirty="0">
                <a:solidFill>
                  <a:schemeClr val="accent1"/>
                </a:solidFill>
                <a:latin typeface="俐方體11號" pitchFamily="2" charset="-120"/>
                <a:ea typeface="俐方體11號" pitchFamily="2" charset="-120"/>
              </a:rPr>
              <a:t>3</a:t>
            </a:r>
            <a:endParaRPr lang="zh-TW" altLang="en-US" sz="4000" b="1" dirty="0">
              <a:solidFill>
                <a:schemeClr val="accent1"/>
              </a:solidFill>
              <a:latin typeface="俐方體11號" pitchFamily="2" charset="-120"/>
              <a:ea typeface="俐方體11號" pitchFamily="2" charset="-120"/>
            </a:endParaRPr>
          </a:p>
        </p:txBody>
      </p:sp>
      <p:sp>
        <p:nvSpPr>
          <p:cNvPr id="57" name="標題 1">
            <a:extLst>
              <a:ext uri="{FF2B5EF4-FFF2-40B4-BE49-F238E27FC236}">
                <a16:creationId xmlns:a16="http://schemas.microsoft.com/office/drawing/2014/main" id="{9E761F13-F1EE-4DD7-9FEB-F363600FB35F}"/>
              </a:ext>
            </a:extLst>
          </p:cNvPr>
          <p:cNvSpPr txBox="1">
            <a:spLocks/>
          </p:cNvSpPr>
          <p:nvPr/>
        </p:nvSpPr>
        <p:spPr>
          <a:xfrm>
            <a:off x="2591393" y="909948"/>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000" b="1" dirty="0">
                <a:latin typeface="俐方體11號" pitchFamily="2" charset="-120"/>
                <a:ea typeface="俐方體11號" pitchFamily="2" charset="-120"/>
              </a:rPr>
              <a:t>二、登山</a:t>
            </a:r>
          </a:p>
        </p:txBody>
      </p:sp>
      <p:grpSp>
        <p:nvGrpSpPr>
          <p:cNvPr id="58" name="Google Shape;6968;p144">
            <a:extLst>
              <a:ext uri="{FF2B5EF4-FFF2-40B4-BE49-F238E27FC236}">
                <a16:creationId xmlns:a16="http://schemas.microsoft.com/office/drawing/2014/main" id="{F297FCE3-09E0-46D0-A074-47D63DA65E3D}"/>
              </a:ext>
            </a:extLst>
          </p:cNvPr>
          <p:cNvGrpSpPr/>
          <p:nvPr/>
        </p:nvGrpSpPr>
        <p:grpSpPr>
          <a:xfrm>
            <a:off x="6997718" y="5538953"/>
            <a:ext cx="418618" cy="414547"/>
            <a:chOff x="-37385100" y="3949908"/>
            <a:chExt cx="321350" cy="318225"/>
          </a:xfrm>
          <a:solidFill>
            <a:schemeClr val="bg1"/>
          </a:solidFill>
        </p:grpSpPr>
        <p:sp>
          <p:nvSpPr>
            <p:cNvPr id="59" name="Google Shape;6969;p144">
              <a:extLst>
                <a:ext uri="{FF2B5EF4-FFF2-40B4-BE49-F238E27FC236}">
                  <a16:creationId xmlns:a16="http://schemas.microsoft.com/office/drawing/2014/main" id="{EF14C000-403F-463D-9E91-67F733AA6E78}"/>
                </a:ext>
              </a:extLst>
            </p:cNvPr>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sp>
          <p:nvSpPr>
            <p:cNvPr id="60" name="Google Shape;6970;p144">
              <a:extLst>
                <a:ext uri="{FF2B5EF4-FFF2-40B4-BE49-F238E27FC236}">
                  <a16:creationId xmlns:a16="http://schemas.microsoft.com/office/drawing/2014/main" id="{DBD2CD33-583A-4A11-A17A-A601DF19612B}"/>
                </a:ext>
              </a:extLst>
            </p:cNvPr>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grpSp>
      <p:grpSp>
        <p:nvGrpSpPr>
          <p:cNvPr id="61" name="Google Shape;6968;p144">
            <a:extLst>
              <a:ext uri="{FF2B5EF4-FFF2-40B4-BE49-F238E27FC236}">
                <a16:creationId xmlns:a16="http://schemas.microsoft.com/office/drawing/2014/main" id="{6ACC0C59-8E6B-4F5E-B7CA-7C26C4FEFF43}"/>
              </a:ext>
            </a:extLst>
          </p:cNvPr>
          <p:cNvGrpSpPr/>
          <p:nvPr/>
        </p:nvGrpSpPr>
        <p:grpSpPr>
          <a:xfrm>
            <a:off x="11911844" y="5539124"/>
            <a:ext cx="418618" cy="414547"/>
            <a:chOff x="-37385100" y="3949908"/>
            <a:chExt cx="321350" cy="318225"/>
          </a:xfrm>
          <a:solidFill>
            <a:schemeClr val="bg1"/>
          </a:solidFill>
        </p:grpSpPr>
        <p:sp>
          <p:nvSpPr>
            <p:cNvPr id="62" name="Google Shape;6969;p144">
              <a:extLst>
                <a:ext uri="{FF2B5EF4-FFF2-40B4-BE49-F238E27FC236}">
                  <a16:creationId xmlns:a16="http://schemas.microsoft.com/office/drawing/2014/main" id="{824C124E-36C3-424B-B1AC-01A8E6CC94DE}"/>
                </a:ext>
              </a:extLst>
            </p:cNvPr>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sp>
          <p:nvSpPr>
            <p:cNvPr id="66" name="Google Shape;6970;p144">
              <a:extLst>
                <a:ext uri="{FF2B5EF4-FFF2-40B4-BE49-F238E27FC236}">
                  <a16:creationId xmlns:a16="http://schemas.microsoft.com/office/drawing/2014/main" id="{066D3A35-1406-4767-94D7-BA9594FD52B3}"/>
                </a:ext>
              </a:extLst>
            </p:cNvPr>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grpSp>
      <p:grpSp>
        <p:nvGrpSpPr>
          <p:cNvPr id="67" name="群組 66">
            <a:extLst>
              <a:ext uri="{FF2B5EF4-FFF2-40B4-BE49-F238E27FC236}">
                <a16:creationId xmlns:a16="http://schemas.microsoft.com/office/drawing/2014/main" id="{1FEE8F43-7B60-46B4-A9FD-FBCDF60046B4}"/>
              </a:ext>
            </a:extLst>
          </p:cNvPr>
          <p:cNvGrpSpPr/>
          <p:nvPr/>
        </p:nvGrpSpPr>
        <p:grpSpPr>
          <a:xfrm>
            <a:off x="12528651" y="5359187"/>
            <a:ext cx="2166293" cy="1273979"/>
            <a:chOff x="2818855" y="1217023"/>
            <a:chExt cx="1548429" cy="1273979"/>
          </a:xfrm>
        </p:grpSpPr>
        <p:sp>
          <p:nvSpPr>
            <p:cNvPr id="68" name="標題 1">
              <a:extLst>
                <a:ext uri="{FF2B5EF4-FFF2-40B4-BE49-F238E27FC236}">
                  <a16:creationId xmlns:a16="http://schemas.microsoft.com/office/drawing/2014/main" id="{71D9C72F-9907-451F-BCDB-FF87301EA0A0}"/>
                </a:ext>
              </a:extLst>
            </p:cNvPr>
            <p:cNvSpPr txBox="1">
              <a:spLocks/>
            </p:cNvSpPr>
            <p:nvPr/>
          </p:nvSpPr>
          <p:spPr>
            <a:xfrm>
              <a:off x="2818855" y="13468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78" name="矩形 77">
              <a:extLst>
                <a:ext uri="{FF2B5EF4-FFF2-40B4-BE49-F238E27FC236}">
                  <a16:creationId xmlns:a16="http://schemas.microsoft.com/office/drawing/2014/main" id="{2C0FFA9E-6B11-4886-A265-0C0549883CB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cxnSp>
        <p:nvCxnSpPr>
          <p:cNvPr id="81" name="接點: 肘形 80">
            <a:extLst>
              <a:ext uri="{FF2B5EF4-FFF2-40B4-BE49-F238E27FC236}">
                <a16:creationId xmlns:a16="http://schemas.microsoft.com/office/drawing/2014/main" id="{27A5D824-B6CC-4E77-8554-1F4F703CD2F3}"/>
              </a:ext>
            </a:extLst>
          </p:cNvPr>
          <p:cNvCxnSpPr>
            <a:cxnSpLocks/>
            <a:stCxn id="44" idx="3"/>
            <a:endCxn id="46" idx="1"/>
          </p:cNvCxnSpPr>
          <p:nvPr/>
        </p:nvCxnSpPr>
        <p:spPr>
          <a:xfrm flipV="1">
            <a:off x="7307668" y="4336225"/>
            <a:ext cx="306858" cy="849730"/>
          </a:xfrm>
          <a:prstGeom prst="bentConnector3">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2" name="接點: 肘形 81">
            <a:extLst>
              <a:ext uri="{FF2B5EF4-FFF2-40B4-BE49-F238E27FC236}">
                <a16:creationId xmlns:a16="http://schemas.microsoft.com/office/drawing/2014/main" id="{D47E52C4-5612-4CF6-8F91-EF81A6151ECC}"/>
              </a:ext>
            </a:extLst>
          </p:cNvPr>
          <p:cNvCxnSpPr>
            <a:cxnSpLocks/>
            <a:stCxn id="44" idx="3"/>
            <a:endCxn id="50" idx="1"/>
          </p:cNvCxnSpPr>
          <p:nvPr/>
        </p:nvCxnSpPr>
        <p:spPr>
          <a:xfrm>
            <a:off x="7307668" y="5185955"/>
            <a:ext cx="306858" cy="81022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3" name="接點: 肘形 82">
            <a:extLst>
              <a:ext uri="{FF2B5EF4-FFF2-40B4-BE49-F238E27FC236}">
                <a16:creationId xmlns:a16="http://schemas.microsoft.com/office/drawing/2014/main" id="{2B546500-E8F4-4A0A-98DF-5D3A5E373A99}"/>
              </a:ext>
            </a:extLst>
          </p:cNvPr>
          <p:cNvCxnSpPr>
            <a:cxnSpLocks/>
            <a:stCxn id="46" idx="3"/>
            <a:endCxn id="65" idx="1"/>
          </p:cNvCxnSpPr>
          <p:nvPr/>
        </p:nvCxnSpPr>
        <p:spPr>
          <a:xfrm>
            <a:off x="9780819" y="4336225"/>
            <a:ext cx="306858" cy="849730"/>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4" name="接點: 肘形 83">
            <a:extLst>
              <a:ext uri="{FF2B5EF4-FFF2-40B4-BE49-F238E27FC236}">
                <a16:creationId xmlns:a16="http://schemas.microsoft.com/office/drawing/2014/main" id="{817759CF-BAD4-4D8D-9230-06AD6EED35E8}"/>
              </a:ext>
            </a:extLst>
          </p:cNvPr>
          <p:cNvCxnSpPr>
            <a:cxnSpLocks/>
            <a:stCxn id="65" idx="3"/>
            <a:endCxn id="78" idx="1"/>
          </p:cNvCxnSpPr>
          <p:nvPr/>
        </p:nvCxnSpPr>
        <p:spPr>
          <a:xfrm>
            <a:off x="12221794" y="5185955"/>
            <a:ext cx="306857" cy="81022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5" name="接點: 肘形 84">
            <a:extLst>
              <a:ext uri="{FF2B5EF4-FFF2-40B4-BE49-F238E27FC236}">
                <a16:creationId xmlns:a16="http://schemas.microsoft.com/office/drawing/2014/main" id="{72ED0DB7-10DF-4D01-8FE3-53242CF50074}"/>
              </a:ext>
            </a:extLst>
          </p:cNvPr>
          <p:cNvCxnSpPr>
            <a:cxnSpLocks/>
            <a:stCxn id="65" idx="3"/>
            <a:endCxn id="74" idx="1"/>
          </p:cNvCxnSpPr>
          <p:nvPr/>
        </p:nvCxnSpPr>
        <p:spPr>
          <a:xfrm flipV="1">
            <a:off x="12221794" y="4336225"/>
            <a:ext cx="306857" cy="849730"/>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6" name="接點: 肘形 85">
            <a:extLst>
              <a:ext uri="{FF2B5EF4-FFF2-40B4-BE49-F238E27FC236}">
                <a16:creationId xmlns:a16="http://schemas.microsoft.com/office/drawing/2014/main" id="{E2900AC4-DCA3-4B39-B560-00835932AE5C}"/>
              </a:ext>
            </a:extLst>
          </p:cNvPr>
          <p:cNvCxnSpPr>
            <a:cxnSpLocks/>
            <a:stCxn id="74" idx="3"/>
            <a:endCxn id="77" idx="1"/>
          </p:cNvCxnSpPr>
          <p:nvPr/>
        </p:nvCxnSpPr>
        <p:spPr>
          <a:xfrm>
            <a:off x="14694944" y="4336225"/>
            <a:ext cx="306857" cy="849730"/>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grpSp>
        <p:nvGrpSpPr>
          <p:cNvPr id="51" name="群組 50">
            <a:extLst>
              <a:ext uri="{FF2B5EF4-FFF2-40B4-BE49-F238E27FC236}">
                <a16:creationId xmlns:a16="http://schemas.microsoft.com/office/drawing/2014/main" id="{D854D24E-7990-441C-9521-B487024C05CB}"/>
              </a:ext>
            </a:extLst>
          </p:cNvPr>
          <p:cNvGrpSpPr/>
          <p:nvPr/>
        </p:nvGrpSpPr>
        <p:grpSpPr>
          <a:xfrm>
            <a:off x="16697297" y="1009397"/>
            <a:ext cx="660914" cy="664277"/>
            <a:chOff x="16459195" y="1006319"/>
            <a:chExt cx="874428" cy="878875"/>
          </a:xfrm>
        </p:grpSpPr>
        <p:sp>
          <p:nvSpPr>
            <p:cNvPr id="52" name="矩形 51">
              <a:extLst>
                <a:ext uri="{FF2B5EF4-FFF2-40B4-BE49-F238E27FC236}">
                  <a16:creationId xmlns:a16="http://schemas.microsoft.com/office/drawing/2014/main" id="{520A9347-8C72-436D-B75D-3185F3EA37C2}"/>
                </a:ext>
              </a:extLst>
            </p:cNvPr>
            <p:cNvSpPr/>
            <p:nvPr/>
          </p:nvSpPr>
          <p:spPr>
            <a:xfrm>
              <a:off x="16459195" y="1018921"/>
              <a:ext cx="866273" cy="866273"/>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標題 1">
              <a:extLst>
                <a:ext uri="{FF2B5EF4-FFF2-40B4-BE49-F238E27FC236}">
                  <a16:creationId xmlns:a16="http://schemas.microsoft.com/office/drawing/2014/main" id="{F61999E4-E0CE-48DE-91CE-1E278E58E947}"/>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solidFill>
                    <a:schemeClr val="bg1"/>
                  </a:solidFill>
                  <a:latin typeface="俐方體11號" pitchFamily="2" charset="-120"/>
                  <a:ea typeface="俐方體11號" pitchFamily="2" charset="-120"/>
                </a:rPr>
                <a:t>x</a:t>
              </a:r>
              <a:endParaRPr lang="zh-TW" altLang="en-US" sz="5400" b="1" dirty="0">
                <a:solidFill>
                  <a:schemeClr val="bg1"/>
                </a:solidFill>
                <a:latin typeface="俐方體11號" pitchFamily="2" charset="-120"/>
                <a:ea typeface="俐方體11號" pitchFamily="2" charset="-120"/>
              </a:endParaRPr>
            </a:p>
          </p:txBody>
        </p:sp>
      </p:grpSp>
      <p:pic>
        <p:nvPicPr>
          <p:cNvPr id="54" name="圖片 53">
            <a:extLst>
              <a:ext uri="{FF2B5EF4-FFF2-40B4-BE49-F238E27FC236}">
                <a16:creationId xmlns:a16="http://schemas.microsoft.com/office/drawing/2014/main" id="{18E7F6C8-953F-4F9B-98A7-118ACADB5AB8}"/>
              </a:ext>
            </a:extLst>
          </p:cNvPr>
          <p:cNvPicPr>
            <a:picLocks noChangeAspect="1"/>
          </p:cNvPicPr>
          <p:nvPr/>
        </p:nvPicPr>
        <p:blipFill rotWithShape="1">
          <a:blip r:embed="rId2">
            <a:extLst>
              <a:ext uri="{28A0092B-C50C-407E-A947-70E740481C1C}">
                <a14:useLocalDpi xmlns:a14="http://schemas.microsoft.com/office/drawing/2010/main" val="0"/>
              </a:ext>
            </a:extLst>
          </a:blip>
          <a:srcRect l="65179" t="21853" r="-4851" b="-183"/>
          <a:stretch/>
        </p:blipFill>
        <p:spPr>
          <a:xfrm>
            <a:off x="1357869" y="3766782"/>
            <a:ext cx="826487" cy="5846435"/>
          </a:xfrm>
          <a:prstGeom prst="rect">
            <a:avLst/>
          </a:prstGeom>
        </p:spPr>
      </p:pic>
    </p:spTree>
    <p:extLst>
      <p:ext uri="{BB962C8B-B14F-4D97-AF65-F5344CB8AC3E}">
        <p14:creationId xmlns:p14="http://schemas.microsoft.com/office/powerpoint/2010/main" val="282876441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載入</a:t>
            </a:r>
          </a:p>
        </p:txBody>
      </p:sp>
      <p:grpSp>
        <p:nvGrpSpPr>
          <p:cNvPr id="54" name="群組 53">
            <a:extLst>
              <a:ext uri="{FF2B5EF4-FFF2-40B4-BE49-F238E27FC236}">
                <a16:creationId xmlns:a16="http://schemas.microsoft.com/office/drawing/2014/main" id="{E6706819-6491-4425-8EFA-C88050A3B341}"/>
              </a:ext>
            </a:extLst>
          </p:cNvPr>
          <p:cNvGrpSpPr/>
          <p:nvPr/>
        </p:nvGrpSpPr>
        <p:grpSpPr>
          <a:xfrm>
            <a:off x="5775750" y="7759084"/>
            <a:ext cx="2134117" cy="1273979"/>
            <a:chOff x="2818855" y="1217023"/>
            <a:chExt cx="1548429" cy="1273979"/>
          </a:xfrm>
        </p:grpSpPr>
        <p:sp>
          <p:nvSpPr>
            <p:cNvPr id="55" name="標題 1">
              <a:extLst>
                <a:ext uri="{FF2B5EF4-FFF2-40B4-BE49-F238E27FC236}">
                  <a16:creationId xmlns:a16="http://schemas.microsoft.com/office/drawing/2014/main" id="{E110C456-5703-4158-AE72-97717AE4378B}"/>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56" name="矩形 55">
              <a:extLst>
                <a:ext uri="{FF2B5EF4-FFF2-40B4-BE49-F238E27FC236}">
                  <a16:creationId xmlns:a16="http://schemas.microsoft.com/office/drawing/2014/main" id="{A1195C1D-7594-43C4-9393-32F7B9291EE2}"/>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57" name="群組 56">
            <a:extLst>
              <a:ext uri="{FF2B5EF4-FFF2-40B4-BE49-F238E27FC236}">
                <a16:creationId xmlns:a16="http://schemas.microsoft.com/office/drawing/2014/main" id="{D2363C90-18B6-4175-BA10-F089C66DB4C8}"/>
              </a:ext>
            </a:extLst>
          </p:cNvPr>
          <p:cNvGrpSpPr/>
          <p:nvPr/>
        </p:nvGrpSpPr>
        <p:grpSpPr>
          <a:xfrm>
            <a:off x="5775750" y="4548965"/>
            <a:ext cx="2134117" cy="1273979"/>
            <a:chOff x="2818855" y="1217023"/>
            <a:chExt cx="1548429" cy="1273979"/>
          </a:xfrm>
        </p:grpSpPr>
        <p:sp>
          <p:nvSpPr>
            <p:cNvPr id="58" name="標題 1">
              <a:extLst>
                <a:ext uri="{FF2B5EF4-FFF2-40B4-BE49-F238E27FC236}">
                  <a16:creationId xmlns:a16="http://schemas.microsoft.com/office/drawing/2014/main" id="{5D499533-C25E-4546-B335-39A159FF3EE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59" name="矩形 58">
              <a:extLst>
                <a:ext uri="{FF2B5EF4-FFF2-40B4-BE49-F238E27FC236}">
                  <a16:creationId xmlns:a16="http://schemas.microsoft.com/office/drawing/2014/main" id="{179812A4-EC30-40F9-B98B-EEEBEEBC34FE}"/>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accent1"/>
                </a:solidFill>
                <a:latin typeface="俐方體11號" pitchFamily="2" charset="-120"/>
                <a:ea typeface="俐方體11號" pitchFamily="2" charset="-120"/>
              </a:endParaRPr>
            </a:p>
          </p:txBody>
        </p:sp>
      </p:grpSp>
      <p:grpSp>
        <p:nvGrpSpPr>
          <p:cNvPr id="60" name="群組 59">
            <a:extLst>
              <a:ext uri="{FF2B5EF4-FFF2-40B4-BE49-F238E27FC236}">
                <a16:creationId xmlns:a16="http://schemas.microsoft.com/office/drawing/2014/main" id="{9198F005-487C-4B52-9431-A905F56BCA0A}"/>
              </a:ext>
            </a:extLst>
          </p:cNvPr>
          <p:cNvGrpSpPr/>
          <p:nvPr/>
        </p:nvGrpSpPr>
        <p:grpSpPr>
          <a:xfrm>
            <a:off x="5775750" y="2894896"/>
            <a:ext cx="2134117" cy="1273979"/>
            <a:chOff x="2818855" y="1217023"/>
            <a:chExt cx="1548429" cy="1273979"/>
          </a:xfrm>
        </p:grpSpPr>
        <p:sp>
          <p:nvSpPr>
            <p:cNvPr id="61" name="標題 1">
              <a:extLst>
                <a:ext uri="{FF2B5EF4-FFF2-40B4-BE49-F238E27FC236}">
                  <a16:creationId xmlns:a16="http://schemas.microsoft.com/office/drawing/2014/main" id="{02208561-81B6-4C90-AA29-3EC0B438E19D}"/>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62" name="矩形 61">
              <a:extLst>
                <a:ext uri="{FF2B5EF4-FFF2-40B4-BE49-F238E27FC236}">
                  <a16:creationId xmlns:a16="http://schemas.microsoft.com/office/drawing/2014/main" id="{4114B9D8-1D6B-48D4-B969-5CCE44C1D464}"/>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66" name="群組 65">
            <a:extLst>
              <a:ext uri="{FF2B5EF4-FFF2-40B4-BE49-F238E27FC236}">
                <a16:creationId xmlns:a16="http://schemas.microsoft.com/office/drawing/2014/main" id="{D1605D3B-16F4-4114-9C4B-53F3FDD3CC39}"/>
              </a:ext>
            </a:extLst>
          </p:cNvPr>
          <p:cNvGrpSpPr/>
          <p:nvPr/>
        </p:nvGrpSpPr>
        <p:grpSpPr>
          <a:xfrm>
            <a:off x="5775750" y="1215407"/>
            <a:ext cx="2134117" cy="1273979"/>
            <a:chOff x="2818855" y="1217023"/>
            <a:chExt cx="1548429" cy="1273979"/>
          </a:xfrm>
        </p:grpSpPr>
        <p:sp>
          <p:nvSpPr>
            <p:cNvPr id="67" name="標題 1">
              <a:extLst>
                <a:ext uri="{FF2B5EF4-FFF2-40B4-BE49-F238E27FC236}">
                  <a16:creationId xmlns:a16="http://schemas.microsoft.com/office/drawing/2014/main" id="{CCF20032-2C4F-4B84-8EE6-CDC3DDE1E43F}"/>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68" name="矩形 67">
              <a:extLst>
                <a:ext uri="{FF2B5EF4-FFF2-40B4-BE49-F238E27FC236}">
                  <a16:creationId xmlns:a16="http://schemas.microsoft.com/office/drawing/2014/main" id="{06465B9A-EA92-49F0-8943-04CD9FEABFF4}"/>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69" name="群組 68">
            <a:extLst>
              <a:ext uri="{FF2B5EF4-FFF2-40B4-BE49-F238E27FC236}">
                <a16:creationId xmlns:a16="http://schemas.microsoft.com/office/drawing/2014/main" id="{3438C7C1-E165-4C4A-83A2-78DC787710DA}"/>
              </a:ext>
            </a:extLst>
          </p:cNvPr>
          <p:cNvGrpSpPr/>
          <p:nvPr/>
        </p:nvGrpSpPr>
        <p:grpSpPr>
          <a:xfrm>
            <a:off x="2668224" y="4548965"/>
            <a:ext cx="2166293" cy="1273979"/>
            <a:chOff x="2818855" y="1217023"/>
            <a:chExt cx="1548429" cy="1273979"/>
          </a:xfrm>
        </p:grpSpPr>
        <p:sp>
          <p:nvSpPr>
            <p:cNvPr id="70" name="標題 1">
              <a:extLst>
                <a:ext uri="{FF2B5EF4-FFF2-40B4-BE49-F238E27FC236}">
                  <a16:creationId xmlns:a16="http://schemas.microsoft.com/office/drawing/2014/main" id="{89F62084-05D0-4D8F-88C1-CDFF0405DC4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71" name="矩形 70">
              <a:extLst>
                <a:ext uri="{FF2B5EF4-FFF2-40B4-BE49-F238E27FC236}">
                  <a16:creationId xmlns:a16="http://schemas.microsoft.com/office/drawing/2014/main" id="{7CB84BBB-C41A-4BA1-A5BE-3A11770B3E6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75" name="群組 74">
            <a:extLst>
              <a:ext uri="{FF2B5EF4-FFF2-40B4-BE49-F238E27FC236}">
                <a16:creationId xmlns:a16="http://schemas.microsoft.com/office/drawing/2014/main" id="{BCE8FCA8-5BC9-4F56-8BAA-982E453F1973}"/>
              </a:ext>
            </a:extLst>
          </p:cNvPr>
          <p:cNvGrpSpPr/>
          <p:nvPr/>
        </p:nvGrpSpPr>
        <p:grpSpPr>
          <a:xfrm>
            <a:off x="5775750" y="6152027"/>
            <a:ext cx="2134117" cy="1273979"/>
            <a:chOff x="2818855" y="1217023"/>
            <a:chExt cx="1548429" cy="1273979"/>
          </a:xfrm>
        </p:grpSpPr>
        <p:sp>
          <p:nvSpPr>
            <p:cNvPr id="76" name="標題 1">
              <a:extLst>
                <a:ext uri="{FF2B5EF4-FFF2-40B4-BE49-F238E27FC236}">
                  <a16:creationId xmlns:a16="http://schemas.microsoft.com/office/drawing/2014/main" id="{0FF784BA-A876-416E-A386-73F9DBDEB55A}"/>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77" name="矩形 76">
              <a:extLst>
                <a:ext uri="{FF2B5EF4-FFF2-40B4-BE49-F238E27FC236}">
                  <a16:creationId xmlns:a16="http://schemas.microsoft.com/office/drawing/2014/main" id="{C8D90E2F-1190-47CB-8B8A-0FDB554598A3}"/>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38" name="群組 37">
            <a:extLst>
              <a:ext uri="{FF2B5EF4-FFF2-40B4-BE49-F238E27FC236}">
                <a16:creationId xmlns:a16="http://schemas.microsoft.com/office/drawing/2014/main" id="{234C853F-D35B-44BC-A2A9-6965443E86C6}"/>
              </a:ext>
            </a:extLst>
          </p:cNvPr>
          <p:cNvGrpSpPr/>
          <p:nvPr/>
        </p:nvGrpSpPr>
        <p:grpSpPr>
          <a:xfrm>
            <a:off x="8851100" y="4548965"/>
            <a:ext cx="2134117" cy="1273979"/>
            <a:chOff x="2818855" y="1217023"/>
            <a:chExt cx="1548429" cy="1273979"/>
          </a:xfrm>
        </p:grpSpPr>
        <p:sp>
          <p:nvSpPr>
            <p:cNvPr id="39" name="標題 1">
              <a:extLst>
                <a:ext uri="{FF2B5EF4-FFF2-40B4-BE49-F238E27FC236}">
                  <a16:creationId xmlns:a16="http://schemas.microsoft.com/office/drawing/2014/main" id="{714C6E1C-8B93-4A21-8A99-70D43AC51B4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40" name="矩形 39">
              <a:extLst>
                <a:ext uri="{FF2B5EF4-FFF2-40B4-BE49-F238E27FC236}">
                  <a16:creationId xmlns:a16="http://schemas.microsoft.com/office/drawing/2014/main" id="{57789FE3-6B10-4CC6-ABEB-940C3E1CB5F9}"/>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accent1"/>
                </a:solidFill>
                <a:latin typeface="俐方體11號" pitchFamily="2" charset="-120"/>
                <a:ea typeface="俐方體11號" pitchFamily="2" charset="-120"/>
              </a:endParaRPr>
            </a:p>
          </p:txBody>
        </p:sp>
      </p:grpSp>
      <p:grpSp>
        <p:nvGrpSpPr>
          <p:cNvPr id="44" name="群組 43">
            <a:extLst>
              <a:ext uri="{FF2B5EF4-FFF2-40B4-BE49-F238E27FC236}">
                <a16:creationId xmlns:a16="http://schemas.microsoft.com/office/drawing/2014/main" id="{80E61586-5762-4353-8E07-5B7BD4CF95E9}"/>
              </a:ext>
            </a:extLst>
          </p:cNvPr>
          <p:cNvGrpSpPr/>
          <p:nvPr/>
        </p:nvGrpSpPr>
        <p:grpSpPr>
          <a:xfrm>
            <a:off x="8818924" y="6152027"/>
            <a:ext cx="2166293" cy="1273979"/>
            <a:chOff x="2818855" y="1217023"/>
            <a:chExt cx="1548429" cy="1273979"/>
          </a:xfrm>
        </p:grpSpPr>
        <p:sp>
          <p:nvSpPr>
            <p:cNvPr id="45" name="標題 1">
              <a:extLst>
                <a:ext uri="{FF2B5EF4-FFF2-40B4-BE49-F238E27FC236}">
                  <a16:creationId xmlns:a16="http://schemas.microsoft.com/office/drawing/2014/main" id="{BACF7BF2-340D-47E2-9FB7-6A0DFB1D9AA2}"/>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46" name="矩形 45">
              <a:extLst>
                <a:ext uri="{FF2B5EF4-FFF2-40B4-BE49-F238E27FC236}">
                  <a16:creationId xmlns:a16="http://schemas.microsoft.com/office/drawing/2014/main" id="{1A3D53B9-FD4E-4E93-A8AB-23BE1861E7F8}"/>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50" name="群組 49">
            <a:extLst>
              <a:ext uri="{FF2B5EF4-FFF2-40B4-BE49-F238E27FC236}">
                <a16:creationId xmlns:a16="http://schemas.microsoft.com/office/drawing/2014/main" id="{FBF7604C-5DE0-470D-8546-2E17E16BE1E7}"/>
              </a:ext>
            </a:extLst>
          </p:cNvPr>
          <p:cNvGrpSpPr/>
          <p:nvPr/>
        </p:nvGrpSpPr>
        <p:grpSpPr>
          <a:xfrm>
            <a:off x="11926450" y="2894896"/>
            <a:ext cx="2134117" cy="1273979"/>
            <a:chOff x="2818855" y="1217023"/>
            <a:chExt cx="1548429" cy="1273979"/>
          </a:xfrm>
        </p:grpSpPr>
        <p:sp>
          <p:nvSpPr>
            <p:cNvPr id="51" name="標題 1">
              <a:extLst>
                <a:ext uri="{FF2B5EF4-FFF2-40B4-BE49-F238E27FC236}">
                  <a16:creationId xmlns:a16="http://schemas.microsoft.com/office/drawing/2014/main" id="{EC42A347-98FD-4664-905D-3452F2D9BE2E}"/>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en-US" altLang="zh-TW" sz="4000" b="1" dirty="0">
                <a:solidFill>
                  <a:schemeClr val="accent1"/>
                </a:solidFill>
                <a:latin typeface="俐方體11號" pitchFamily="2" charset="-120"/>
                <a:ea typeface="俐方體11號" pitchFamily="2" charset="-120"/>
              </a:endParaRPr>
            </a:p>
            <a:p>
              <a:pPr algn="ctr"/>
              <a:endParaRPr lang="en-US" altLang="zh-TW" sz="4000" b="1" dirty="0">
                <a:solidFill>
                  <a:schemeClr val="accent1"/>
                </a:solidFill>
                <a:latin typeface="俐方體11號" pitchFamily="2" charset="-120"/>
                <a:ea typeface="俐方體11號" pitchFamily="2" charset="-120"/>
              </a:endParaRPr>
            </a:p>
            <a:p>
              <a:pPr algn="ctr"/>
              <a:endParaRPr lang="zh-TW" altLang="en-US" sz="4000" b="1" dirty="0">
                <a:solidFill>
                  <a:schemeClr val="accent1"/>
                </a:solidFill>
                <a:latin typeface="俐方體11號" pitchFamily="2" charset="-120"/>
                <a:ea typeface="俐方體11號" pitchFamily="2" charset="-120"/>
              </a:endParaRPr>
            </a:p>
          </p:txBody>
        </p:sp>
        <p:sp>
          <p:nvSpPr>
            <p:cNvPr id="52" name="矩形 51">
              <a:extLst>
                <a:ext uri="{FF2B5EF4-FFF2-40B4-BE49-F238E27FC236}">
                  <a16:creationId xmlns:a16="http://schemas.microsoft.com/office/drawing/2014/main" id="{9BEBCD72-C6B0-4D0F-8CE5-F2F94A85A6D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accent1"/>
                </a:solidFill>
                <a:latin typeface="俐方體11號" pitchFamily="2" charset="-120"/>
                <a:ea typeface="俐方體11號" pitchFamily="2" charset="-120"/>
              </a:endParaRPr>
            </a:p>
          </p:txBody>
        </p:sp>
      </p:grpSp>
      <p:grpSp>
        <p:nvGrpSpPr>
          <p:cNvPr id="53" name="群組 52">
            <a:extLst>
              <a:ext uri="{FF2B5EF4-FFF2-40B4-BE49-F238E27FC236}">
                <a16:creationId xmlns:a16="http://schemas.microsoft.com/office/drawing/2014/main" id="{1D983882-C82D-40A9-91AC-28CF2A906BCA}"/>
              </a:ext>
            </a:extLst>
          </p:cNvPr>
          <p:cNvGrpSpPr/>
          <p:nvPr/>
        </p:nvGrpSpPr>
        <p:grpSpPr>
          <a:xfrm>
            <a:off x="11926450" y="4548965"/>
            <a:ext cx="2134117" cy="1273979"/>
            <a:chOff x="2818855" y="1217023"/>
            <a:chExt cx="1548429" cy="1273979"/>
          </a:xfrm>
        </p:grpSpPr>
        <p:sp>
          <p:nvSpPr>
            <p:cNvPr id="63" name="標題 1">
              <a:extLst>
                <a:ext uri="{FF2B5EF4-FFF2-40B4-BE49-F238E27FC236}">
                  <a16:creationId xmlns:a16="http://schemas.microsoft.com/office/drawing/2014/main" id="{33C6739F-21C8-4077-A67A-D352C6D6F5B8}"/>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en-US" altLang="zh-TW" sz="4000" b="1" dirty="0">
                <a:solidFill>
                  <a:schemeClr val="accent1"/>
                </a:solidFill>
                <a:latin typeface="俐方體11號" pitchFamily="2" charset="-120"/>
                <a:ea typeface="俐方體11號" pitchFamily="2" charset="-120"/>
              </a:endParaRPr>
            </a:p>
          </p:txBody>
        </p:sp>
        <p:sp>
          <p:nvSpPr>
            <p:cNvPr id="64" name="矩形 63">
              <a:extLst>
                <a:ext uri="{FF2B5EF4-FFF2-40B4-BE49-F238E27FC236}">
                  <a16:creationId xmlns:a16="http://schemas.microsoft.com/office/drawing/2014/main" id="{4C2921F4-3785-416E-8B45-1B23181B56CD}"/>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accent1"/>
                </a:solidFill>
                <a:latin typeface="俐方體11號" pitchFamily="2" charset="-120"/>
                <a:ea typeface="俐方體11號" pitchFamily="2" charset="-120"/>
              </a:endParaRPr>
            </a:p>
          </p:txBody>
        </p:sp>
      </p:grpSp>
      <p:grpSp>
        <p:nvGrpSpPr>
          <p:cNvPr id="65" name="群組 64">
            <a:extLst>
              <a:ext uri="{FF2B5EF4-FFF2-40B4-BE49-F238E27FC236}">
                <a16:creationId xmlns:a16="http://schemas.microsoft.com/office/drawing/2014/main" id="{3C7C9EF4-2013-43D3-8C1E-891A8156DAF1}"/>
              </a:ext>
            </a:extLst>
          </p:cNvPr>
          <p:cNvGrpSpPr/>
          <p:nvPr/>
        </p:nvGrpSpPr>
        <p:grpSpPr>
          <a:xfrm>
            <a:off x="15001801" y="4548965"/>
            <a:ext cx="2134117" cy="1273979"/>
            <a:chOff x="2818855" y="1217023"/>
            <a:chExt cx="1548429" cy="1273979"/>
          </a:xfrm>
        </p:grpSpPr>
        <p:sp>
          <p:nvSpPr>
            <p:cNvPr id="72" name="標題 1">
              <a:extLst>
                <a:ext uri="{FF2B5EF4-FFF2-40B4-BE49-F238E27FC236}">
                  <a16:creationId xmlns:a16="http://schemas.microsoft.com/office/drawing/2014/main" id="{D3749643-1E8F-40EE-81A2-D362D9DA21C1}"/>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73" name="矩形 72">
              <a:extLst>
                <a:ext uri="{FF2B5EF4-FFF2-40B4-BE49-F238E27FC236}">
                  <a16:creationId xmlns:a16="http://schemas.microsoft.com/office/drawing/2014/main" id="{19A28266-E075-45F7-933F-57A13EB34E47}"/>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accent1"/>
                </a:solidFill>
                <a:latin typeface="俐方體11號" pitchFamily="2" charset="-120"/>
                <a:ea typeface="俐方體11號" pitchFamily="2" charset="-120"/>
              </a:endParaRPr>
            </a:p>
          </p:txBody>
        </p:sp>
      </p:grpSp>
      <p:cxnSp>
        <p:nvCxnSpPr>
          <p:cNvPr id="89" name="直線接點 88">
            <a:extLst>
              <a:ext uri="{FF2B5EF4-FFF2-40B4-BE49-F238E27FC236}">
                <a16:creationId xmlns:a16="http://schemas.microsoft.com/office/drawing/2014/main" id="{A9885D64-0850-4728-9AB8-142C94C1BFB8}"/>
              </a:ext>
            </a:extLst>
          </p:cNvPr>
          <p:cNvCxnSpPr>
            <a:cxnSpLocks/>
            <a:stCxn id="59" idx="3"/>
            <a:endCxn id="40" idx="1"/>
          </p:cNvCxnSpPr>
          <p:nvPr/>
        </p:nvCxnSpPr>
        <p:spPr>
          <a:xfrm>
            <a:off x="7909867" y="5185955"/>
            <a:ext cx="9412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線接點 92">
            <a:extLst>
              <a:ext uri="{FF2B5EF4-FFF2-40B4-BE49-F238E27FC236}">
                <a16:creationId xmlns:a16="http://schemas.microsoft.com/office/drawing/2014/main" id="{EA80501F-61C7-43DF-81A9-D7D10260DF5D}"/>
              </a:ext>
            </a:extLst>
          </p:cNvPr>
          <p:cNvCxnSpPr>
            <a:cxnSpLocks/>
            <a:stCxn id="40" idx="3"/>
            <a:endCxn id="64" idx="1"/>
          </p:cNvCxnSpPr>
          <p:nvPr/>
        </p:nvCxnSpPr>
        <p:spPr>
          <a:xfrm>
            <a:off x="10985217" y="5185955"/>
            <a:ext cx="9412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線接點 94">
            <a:extLst>
              <a:ext uri="{FF2B5EF4-FFF2-40B4-BE49-F238E27FC236}">
                <a16:creationId xmlns:a16="http://schemas.microsoft.com/office/drawing/2014/main" id="{4D18E2A4-572F-47C1-81A7-3A94DE044327}"/>
              </a:ext>
            </a:extLst>
          </p:cNvPr>
          <p:cNvCxnSpPr>
            <a:cxnSpLocks/>
            <a:stCxn id="71" idx="3"/>
            <a:endCxn id="59" idx="1"/>
          </p:cNvCxnSpPr>
          <p:nvPr/>
        </p:nvCxnSpPr>
        <p:spPr>
          <a:xfrm>
            <a:off x="4834517" y="5185955"/>
            <a:ext cx="9412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標題 1">
            <a:extLst>
              <a:ext uri="{FF2B5EF4-FFF2-40B4-BE49-F238E27FC236}">
                <a16:creationId xmlns:a16="http://schemas.microsoft.com/office/drawing/2014/main" id="{A0BFB56E-8334-4181-8835-7503282B4853}"/>
              </a:ext>
            </a:extLst>
          </p:cNvPr>
          <p:cNvSpPr txBox="1">
            <a:spLocks/>
          </p:cNvSpPr>
          <p:nvPr/>
        </p:nvSpPr>
        <p:spPr>
          <a:xfrm>
            <a:off x="8172862" y="8405631"/>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000" b="1" dirty="0">
                <a:solidFill>
                  <a:schemeClr val="accent1"/>
                </a:solidFill>
                <a:latin typeface="俐方體11號" pitchFamily="2" charset="-120"/>
                <a:ea typeface="俐方體11號" pitchFamily="2" charset="-120"/>
              </a:rPr>
              <a:t>1</a:t>
            </a:r>
            <a:r>
              <a:rPr lang="zh-TW" altLang="en-US" sz="4000" b="1" dirty="0">
                <a:solidFill>
                  <a:schemeClr val="accent1"/>
                </a:solidFill>
                <a:latin typeface="俐方體11號" pitchFamily="2" charset="-120"/>
                <a:ea typeface="俐方體11號" pitchFamily="2" charset="-120"/>
              </a:rPr>
              <a:t> </a:t>
            </a:r>
            <a:r>
              <a:rPr lang="en-US" altLang="zh-TW" sz="4000" b="1" dirty="0">
                <a:solidFill>
                  <a:schemeClr val="accent1"/>
                </a:solidFill>
                <a:latin typeface="俐方體11號" pitchFamily="2" charset="-120"/>
                <a:ea typeface="俐方體11號" pitchFamily="2" charset="-120"/>
              </a:rPr>
              <a:t>2</a:t>
            </a:r>
            <a:r>
              <a:rPr lang="zh-TW" altLang="en-US" sz="4000" b="1" dirty="0">
                <a:latin typeface="俐方體11號" pitchFamily="2" charset="-120"/>
                <a:ea typeface="俐方體11號" pitchFamily="2" charset="-120"/>
              </a:rPr>
              <a:t> </a:t>
            </a:r>
            <a:r>
              <a:rPr lang="en-US" altLang="zh-TW" sz="4000" b="1" dirty="0">
                <a:latin typeface="俐方體11號" pitchFamily="2" charset="-120"/>
                <a:ea typeface="俐方體11號" pitchFamily="2" charset="-120"/>
              </a:rPr>
              <a:t>3</a:t>
            </a:r>
            <a:endParaRPr lang="zh-TW" altLang="en-US" sz="4000" b="1" dirty="0">
              <a:latin typeface="俐方體11號" pitchFamily="2" charset="-120"/>
              <a:ea typeface="俐方體11號" pitchFamily="2" charset="-120"/>
            </a:endParaRPr>
          </a:p>
        </p:txBody>
      </p:sp>
      <p:sp>
        <p:nvSpPr>
          <p:cNvPr id="102" name="標題 1">
            <a:extLst>
              <a:ext uri="{FF2B5EF4-FFF2-40B4-BE49-F238E27FC236}">
                <a16:creationId xmlns:a16="http://schemas.microsoft.com/office/drawing/2014/main" id="{B0F46806-A5B0-4B30-9F7B-3401B25AC181}"/>
              </a:ext>
            </a:extLst>
          </p:cNvPr>
          <p:cNvSpPr txBox="1">
            <a:spLocks/>
          </p:cNvSpPr>
          <p:nvPr/>
        </p:nvSpPr>
        <p:spPr>
          <a:xfrm>
            <a:off x="2591393" y="909948"/>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000" b="1" dirty="0">
                <a:latin typeface="俐方體11號" pitchFamily="2" charset="-120"/>
                <a:ea typeface="俐方體11號" pitchFamily="2" charset="-120"/>
              </a:rPr>
              <a:t>三、下山  </a:t>
            </a:r>
          </a:p>
        </p:txBody>
      </p:sp>
      <p:grpSp>
        <p:nvGrpSpPr>
          <p:cNvPr id="74" name="群組 73">
            <a:extLst>
              <a:ext uri="{FF2B5EF4-FFF2-40B4-BE49-F238E27FC236}">
                <a16:creationId xmlns:a16="http://schemas.microsoft.com/office/drawing/2014/main" id="{3213C919-3647-4070-827D-3D426928867E}"/>
              </a:ext>
            </a:extLst>
          </p:cNvPr>
          <p:cNvGrpSpPr/>
          <p:nvPr/>
        </p:nvGrpSpPr>
        <p:grpSpPr>
          <a:xfrm>
            <a:off x="11926450" y="6152027"/>
            <a:ext cx="2134117" cy="1273979"/>
            <a:chOff x="2818855" y="1217023"/>
            <a:chExt cx="1548429" cy="1273979"/>
          </a:xfrm>
        </p:grpSpPr>
        <p:sp>
          <p:nvSpPr>
            <p:cNvPr id="78" name="標題 1">
              <a:extLst>
                <a:ext uri="{FF2B5EF4-FFF2-40B4-BE49-F238E27FC236}">
                  <a16:creationId xmlns:a16="http://schemas.microsoft.com/office/drawing/2014/main" id="{E1806F95-169F-4BFE-8D02-BB60DBAB8915}"/>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4000" b="1" dirty="0">
                <a:solidFill>
                  <a:schemeClr val="accent1"/>
                </a:solidFill>
                <a:latin typeface="俐方體11號" pitchFamily="2" charset="-120"/>
                <a:ea typeface="俐方體11號" pitchFamily="2" charset="-120"/>
              </a:endParaRPr>
            </a:p>
          </p:txBody>
        </p:sp>
        <p:sp>
          <p:nvSpPr>
            <p:cNvPr id="79" name="矩形 78">
              <a:extLst>
                <a:ext uri="{FF2B5EF4-FFF2-40B4-BE49-F238E27FC236}">
                  <a16:creationId xmlns:a16="http://schemas.microsoft.com/office/drawing/2014/main" id="{018FBE09-8E5C-4959-8173-A32EA815FB83}"/>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accent1"/>
                </a:solidFill>
                <a:latin typeface="俐方體11號" pitchFamily="2" charset="-120"/>
                <a:ea typeface="俐方體11號" pitchFamily="2" charset="-120"/>
              </a:endParaRPr>
            </a:p>
          </p:txBody>
        </p:sp>
      </p:grpSp>
      <p:cxnSp>
        <p:nvCxnSpPr>
          <p:cNvPr id="82" name="接點: 肘形 81">
            <a:extLst>
              <a:ext uri="{FF2B5EF4-FFF2-40B4-BE49-F238E27FC236}">
                <a16:creationId xmlns:a16="http://schemas.microsoft.com/office/drawing/2014/main" id="{6A8F50BA-D7D2-4A8D-9094-ED8CF0CB8541}"/>
              </a:ext>
            </a:extLst>
          </p:cNvPr>
          <p:cNvCxnSpPr>
            <a:cxnSpLocks/>
            <a:stCxn id="71" idx="3"/>
            <a:endCxn id="62" idx="1"/>
          </p:cNvCxnSpPr>
          <p:nvPr/>
        </p:nvCxnSpPr>
        <p:spPr>
          <a:xfrm flipV="1">
            <a:off x="4834517" y="3531886"/>
            <a:ext cx="941233" cy="1654069"/>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3" name="接點: 肘形 82">
            <a:extLst>
              <a:ext uri="{FF2B5EF4-FFF2-40B4-BE49-F238E27FC236}">
                <a16:creationId xmlns:a16="http://schemas.microsoft.com/office/drawing/2014/main" id="{288FC008-0B8B-4A83-949B-394BD87039D5}"/>
              </a:ext>
            </a:extLst>
          </p:cNvPr>
          <p:cNvCxnSpPr>
            <a:cxnSpLocks/>
            <a:stCxn id="71" idx="3"/>
            <a:endCxn id="77" idx="1"/>
          </p:cNvCxnSpPr>
          <p:nvPr/>
        </p:nvCxnSpPr>
        <p:spPr>
          <a:xfrm>
            <a:off x="4834517" y="5185955"/>
            <a:ext cx="941233" cy="160306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4" name="接點: 肘形 83">
            <a:extLst>
              <a:ext uri="{FF2B5EF4-FFF2-40B4-BE49-F238E27FC236}">
                <a16:creationId xmlns:a16="http://schemas.microsoft.com/office/drawing/2014/main" id="{06C98911-7FCF-43C7-AEBD-BB8E26DADF4E}"/>
              </a:ext>
            </a:extLst>
          </p:cNvPr>
          <p:cNvCxnSpPr>
            <a:cxnSpLocks/>
            <a:stCxn id="71" idx="3"/>
            <a:endCxn id="68" idx="1"/>
          </p:cNvCxnSpPr>
          <p:nvPr/>
        </p:nvCxnSpPr>
        <p:spPr>
          <a:xfrm flipV="1">
            <a:off x="4834517" y="1852397"/>
            <a:ext cx="941233" cy="3333558"/>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5" name="接點: 肘形 84">
            <a:extLst>
              <a:ext uri="{FF2B5EF4-FFF2-40B4-BE49-F238E27FC236}">
                <a16:creationId xmlns:a16="http://schemas.microsoft.com/office/drawing/2014/main" id="{44D98809-DB23-4EDE-945F-798A3EBD3A3D}"/>
              </a:ext>
            </a:extLst>
          </p:cNvPr>
          <p:cNvCxnSpPr>
            <a:cxnSpLocks/>
            <a:stCxn id="71" idx="3"/>
            <a:endCxn id="56" idx="1"/>
          </p:cNvCxnSpPr>
          <p:nvPr/>
        </p:nvCxnSpPr>
        <p:spPr>
          <a:xfrm>
            <a:off x="4834517" y="5185955"/>
            <a:ext cx="941233" cy="3210119"/>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6" name="接點: 肘形 85">
            <a:extLst>
              <a:ext uri="{FF2B5EF4-FFF2-40B4-BE49-F238E27FC236}">
                <a16:creationId xmlns:a16="http://schemas.microsoft.com/office/drawing/2014/main" id="{7D0F4F84-764C-4B98-8928-714CF655D277}"/>
              </a:ext>
            </a:extLst>
          </p:cNvPr>
          <p:cNvCxnSpPr>
            <a:cxnSpLocks/>
            <a:stCxn id="40" idx="3"/>
            <a:endCxn id="52" idx="1"/>
          </p:cNvCxnSpPr>
          <p:nvPr/>
        </p:nvCxnSpPr>
        <p:spPr>
          <a:xfrm flipV="1">
            <a:off x="10985217" y="3531886"/>
            <a:ext cx="941233" cy="1654069"/>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7" name="接點: 肘形 86">
            <a:extLst>
              <a:ext uri="{FF2B5EF4-FFF2-40B4-BE49-F238E27FC236}">
                <a16:creationId xmlns:a16="http://schemas.microsoft.com/office/drawing/2014/main" id="{0282F144-1E7C-402A-B51B-E4B512E9F5A5}"/>
              </a:ext>
            </a:extLst>
          </p:cNvPr>
          <p:cNvCxnSpPr>
            <a:cxnSpLocks/>
            <a:stCxn id="40" idx="3"/>
            <a:endCxn id="79" idx="1"/>
          </p:cNvCxnSpPr>
          <p:nvPr/>
        </p:nvCxnSpPr>
        <p:spPr>
          <a:xfrm>
            <a:off x="10985217" y="5185955"/>
            <a:ext cx="941233" cy="160306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91" name="接點: 肘形 90">
            <a:extLst>
              <a:ext uri="{FF2B5EF4-FFF2-40B4-BE49-F238E27FC236}">
                <a16:creationId xmlns:a16="http://schemas.microsoft.com/office/drawing/2014/main" id="{E5B915CF-1407-45E6-969F-0FCD7F8B86CD}"/>
              </a:ext>
            </a:extLst>
          </p:cNvPr>
          <p:cNvCxnSpPr>
            <a:cxnSpLocks/>
            <a:stCxn id="59" idx="3"/>
            <a:endCxn id="46" idx="1"/>
          </p:cNvCxnSpPr>
          <p:nvPr/>
        </p:nvCxnSpPr>
        <p:spPr>
          <a:xfrm>
            <a:off x="7909867" y="5185955"/>
            <a:ext cx="909057" cy="160306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100" name="直線接點 99">
            <a:extLst>
              <a:ext uri="{FF2B5EF4-FFF2-40B4-BE49-F238E27FC236}">
                <a16:creationId xmlns:a16="http://schemas.microsoft.com/office/drawing/2014/main" id="{35F56C4F-E663-4127-B702-322986E0C5C8}"/>
              </a:ext>
            </a:extLst>
          </p:cNvPr>
          <p:cNvCxnSpPr>
            <a:cxnSpLocks/>
            <a:stCxn id="64" idx="3"/>
            <a:endCxn id="73" idx="1"/>
          </p:cNvCxnSpPr>
          <p:nvPr/>
        </p:nvCxnSpPr>
        <p:spPr>
          <a:xfrm>
            <a:off x="14060567" y="5185955"/>
            <a:ext cx="9412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0" name="群組 79">
            <a:extLst>
              <a:ext uri="{FF2B5EF4-FFF2-40B4-BE49-F238E27FC236}">
                <a16:creationId xmlns:a16="http://schemas.microsoft.com/office/drawing/2014/main" id="{729AD488-E990-4A1D-82AE-62C2B4C2E00E}"/>
              </a:ext>
            </a:extLst>
          </p:cNvPr>
          <p:cNvGrpSpPr/>
          <p:nvPr/>
        </p:nvGrpSpPr>
        <p:grpSpPr>
          <a:xfrm>
            <a:off x="16697297" y="1009397"/>
            <a:ext cx="660914" cy="664277"/>
            <a:chOff x="16459195" y="1006319"/>
            <a:chExt cx="874428" cy="878875"/>
          </a:xfrm>
        </p:grpSpPr>
        <p:sp>
          <p:nvSpPr>
            <p:cNvPr id="88" name="矩形 87">
              <a:extLst>
                <a:ext uri="{FF2B5EF4-FFF2-40B4-BE49-F238E27FC236}">
                  <a16:creationId xmlns:a16="http://schemas.microsoft.com/office/drawing/2014/main" id="{1998C199-0C5B-4971-A5E4-5F3E4030A3F6}"/>
                </a:ext>
              </a:extLst>
            </p:cNvPr>
            <p:cNvSpPr/>
            <p:nvPr/>
          </p:nvSpPr>
          <p:spPr>
            <a:xfrm>
              <a:off x="16459195" y="1018921"/>
              <a:ext cx="866273" cy="866273"/>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標題 1">
              <a:extLst>
                <a:ext uri="{FF2B5EF4-FFF2-40B4-BE49-F238E27FC236}">
                  <a16:creationId xmlns:a16="http://schemas.microsoft.com/office/drawing/2014/main" id="{1AFF884A-9062-4C0A-A3C3-79E2CBA37011}"/>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solidFill>
                    <a:schemeClr val="bg1"/>
                  </a:solidFill>
                  <a:latin typeface="俐方體11號" pitchFamily="2" charset="-120"/>
                  <a:ea typeface="俐方體11號" pitchFamily="2" charset="-120"/>
                </a:rPr>
                <a:t>x</a:t>
              </a:r>
              <a:endParaRPr lang="zh-TW" altLang="en-US" sz="5400" b="1" dirty="0">
                <a:solidFill>
                  <a:schemeClr val="bg1"/>
                </a:solidFill>
                <a:latin typeface="俐方體11號" pitchFamily="2" charset="-120"/>
                <a:ea typeface="俐方體11號" pitchFamily="2" charset="-120"/>
              </a:endParaRPr>
            </a:p>
          </p:txBody>
        </p:sp>
      </p:grpSp>
      <p:pic>
        <p:nvPicPr>
          <p:cNvPr id="92" name="圖片 91">
            <a:extLst>
              <a:ext uri="{FF2B5EF4-FFF2-40B4-BE49-F238E27FC236}">
                <a16:creationId xmlns:a16="http://schemas.microsoft.com/office/drawing/2014/main" id="{9FB9CC34-6DA6-44D9-858D-C61D60BE3599}"/>
              </a:ext>
            </a:extLst>
          </p:cNvPr>
          <p:cNvPicPr>
            <a:picLocks noChangeAspect="1"/>
          </p:cNvPicPr>
          <p:nvPr/>
        </p:nvPicPr>
        <p:blipFill rotWithShape="1">
          <a:blip r:embed="rId2">
            <a:extLst>
              <a:ext uri="{28A0092B-C50C-407E-A947-70E740481C1C}">
                <a14:useLocalDpi xmlns:a14="http://schemas.microsoft.com/office/drawing/2010/main" val="0"/>
              </a:ext>
            </a:extLst>
          </a:blip>
          <a:srcRect l="65179" t="21853" r="-4851" b="-183"/>
          <a:stretch/>
        </p:blipFill>
        <p:spPr>
          <a:xfrm>
            <a:off x="1357869" y="3766782"/>
            <a:ext cx="826487" cy="5846435"/>
          </a:xfrm>
          <a:prstGeom prst="rect">
            <a:avLst/>
          </a:prstGeom>
        </p:spPr>
      </p:pic>
    </p:spTree>
    <p:extLst>
      <p:ext uri="{BB962C8B-B14F-4D97-AF65-F5344CB8AC3E}">
        <p14:creationId xmlns:p14="http://schemas.microsoft.com/office/powerpoint/2010/main" val="160015860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載入</a:t>
            </a:r>
          </a:p>
        </p:txBody>
      </p:sp>
      <p:grpSp>
        <p:nvGrpSpPr>
          <p:cNvPr id="2" name="群組 1">
            <a:extLst>
              <a:ext uri="{FF2B5EF4-FFF2-40B4-BE49-F238E27FC236}">
                <a16:creationId xmlns:a16="http://schemas.microsoft.com/office/drawing/2014/main" id="{F634284D-6EFE-44B3-AD27-47F5EAC1B00A}"/>
              </a:ext>
            </a:extLst>
          </p:cNvPr>
          <p:cNvGrpSpPr/>
          <p:nvPr/>
        </p:nvGrpSpPr>
        <p:grpSpPr>
          <a:xfrm>
            <a:off x="3243687" y="4548965"/>
            <a:ext cx="2166293" cy="1273979"/>
            <a:chOff x="2818855" y="1217023"/>
            <a:chExt cx="1548429" cy="1273979"/>
          </a:xfrm>
        </p:grpSpPr>
        <p:sp>
          <p:nvSpPr>
            <p:cNvPr id="12" name="標題 1">
              <a:extLst>
                <a:ext uri="{FF2B5EF4-FFF2-40B4-BE49-F238E27FC236}">
                  <a16:creationId xmlns:a16="http://schemas.microsoft.com/office/drawing/2014/main" id="{22B2C3DD-0CB3-4668-8FCD-8BB8C9CF9958}"/>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序</a:t>
              </a:r>
            </a:p>
          </p:txBody>
        </p:sp>
        <p:sp>
          <p:nvSpPr>
            <p:cNvPr id="19" name="矩形 18">
              <a:extLst>
                <a:ext uri="{FF2B5EF4-FFF2-40B4-BE49-F238E27FC236}">
                  <a16:creationId xmlns:a16="http://schemas.microsoft.com/office/drawing/2014/main" id="{92E1934B-9B86-43F1-92A4-58B2B4E5EB30}"/>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36" name="群組 35">
            <a:extLst>
              <a:ext uri="{FF2B5EF4-FFF2-40B4-BE49-F238E27FC236}">
                <a16:creationId xmlns:a16="http://schemas.microsoft.com/office/drawing/2014/main" id="{2446E58A-F20F-4A83-A02A-497F2BA18A2B}"/>
              </a:ext>
            </a:extLst>
          </p:cNvPr>
          <p:cNvGrpSpPr/>
          <p:nvPr/>
        </p:nvGrpSpPr>
        <p:grpSpPr>
          <a:xfrm>
            <a:off x="6114275" y="4548965"/>
            <a:ext cx="2166293" cy="1273979"/>
            <a:chOff x="2818855" y="1217023"/>
            <a:chExt cx="1548429" cy="1273979"/>
          </a:xfrm>
        </p:grpSpPr>
        <p:sp>
          <p:nvSpPr>
            <p:cNvPr id="37" name="標題 1">
              <a:extLst>
                <a:ext uri="{FF2B5EF4-FFF2-40B4-BE49-F238E27FC236}">
                  <a16:creationId xmlns:a16="http://schemas.microsoft.com/office/drawing/2014/main" id="{4DA9920D-0140-4A91-BD85-EFE130571DA9}"/>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荒野</a:t>
              </a:r>
              <a:endParaRPr lang="en-US" altLang="zh-TW" sz="4000" b="1" dirty="0">
                <a:latin typeface="俐方體11號" pitchFamily="2" charset="-120"/>
                <a:ea typeface="俐方體11號" pitchFamily="2" charset="-120"/>
              </a:endParaRPr>
            </a:p>
            <a:p>
              <a:pPr algn="ctr"/>
              <a:r>
                <a:rPr lang="zh-TW" altLang="en-US" sz="4000" b="1" dirty="0">
                  <a:latin typeface="俐方體11號" pitchFamily="2" charset="-120"/>
                  <a:ea typeface="俐方體11號" pitchFamily="2" charset="-120"/>
                </a:rPr>
                <a:t>求生</a:t>
              </a:r>
            </a:p>
          </p:txBody>
        </p:sp>
        <p:sp>
          <p:nvSpPr>
            <p:cNvPr id="38" name="矩形 37">
              <a:extLst>
                <a:ext uri="{FF2B5EF4-FFF2-40B4-BE49-F238E27FC236}">
                  <a16:creationId xmlns:a16="http://schemas.microsoft.com/office/drawing/2014/main" id="{181D8CA9-DFFC-45BC-BD28-931C9F867939}"/>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39" name="群組 38">
            <a:extLst>
              <a:ext uri="{FF2B5EF4-FFF2-40B4-BE49-F238E27FC236}">
                <a16:creationId xmlns:a16="http://schemas.microsoft.com/office/drawing/2014/main" id="{570FD7CB-3050-450E-B49F-3813B5ECEA7E}"/>
              </a:ext>
            </a:extLst>
          </p:cNvPr>
          <p:cNvGrpSpPr/>
          <p:nvPr/>
        </p:nvGrpSpPr>
        <p:grpSpPr>
          <a:xfrm>
            <a:off x="8984863" y="3639352"/>
            <a:ext cx="2166293" cy="1273979"/>
            <a:chOff x="2818855" y="1217023"/>
            <a:chExt cx="1548429" cy="1273979"/>
          </a:xfrm>
        </p:grpSpPr>
        <p:sp>
          <p:nvSpPr>
            <p:cNvPr id="40" name="標題 1">
              <a:extLst>
                <a:ext uri="{FF2B5EF4-FFF2-40B4-BE49-F238E27FC236}">
                  <a16:creationId xmlns:a16="http://schemas.microsoft.com/office/drawing/2014/main" id="{BAB18F19-C1DD-4281-A9E6-BF884909F0F3}"/>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登山隊</a:t>
              </a:r>
            </a:p>
          </p:txBody>
        </p:sp>
        <p:sp>
          <p:nvSpPr>
            <p:cNvPr id="41" name="矩形 40">
              <a:extLst>
                <a:ext uri="{FF2B5EF4-FFF2-40B4-BE49-F238E27FC236}">
                  <a16:creationId xmlns:a16="http://schemas.microsoft.com/office/drawing/2014/main" id="{9A442462-9D0F-4FF6-A83E-790D396ECFA4}"/>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42" name="群組 41">
            <a:extLst>
              <a:ext uri="{FF2B5EF4-FFF2-40B4-BE49-F238E27FC236}">
                <a16:creationId xmlns:a16="http://schemas.microsoft.com/office/drawing/2014/main" id="{4C157CA6-6206-4A94-9D8D-F24B3A6DAD84}"/>
              </a:ext>
            </a:extLst>
          </p:cNvPr>
          <p:cNvGrpSpPr/>
          <p:nvPr/>
        </p:nvGrpSpPr>
        <p:grpSpPr>
          <a:xfrm>
            <a:off x="14726038" y="4548965"/>
            <a:ext cx="2166293" cy="1273979"/>
            <a:chOff x="2818855" y="1217023"/>
            <a:chExt cx="1548429" cy="1273979"/>
          </a:xfrm>
        </p:grpSpPr>
        <p:sp>
          <p:nvSpPr>
            <p:cNvPr id="43" name="標題 1">
              <a:extLst>
                <a:ext uri="{FF2B5EF4-FFF2-40B4-BE49-F238E27FC236}">
                  <a16:creationId xmlns:a16="http://schemas.microsoft.com/office/drawing/2014/main" id="{86E0730F-A173-42B3-BA41-583BA68C71E4}"/>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下一章</a:t>
              </a:r>
            </a:p>
          </p:txBody>
        </p:sp>
        <p:sp>
          <p:nvSpPr>
            <p:cNvPr id="44" name="矩形 43">
              <a:extLst>
                <a:ext uri="{FF2B5EF4-FFF2-40B4-BE49-F238E27FC236}">
                  <a16:creationId xmlns:a16="http://schemas.microsoft.com/office/drawing/2014/main" id="{CD516B09-4C9A-4EBC-A13D-8DC84AEA36A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69" name="群組 68">
            <a:extLst>
              <a:ext uri="{FF2B5EF4-FFF2-40B4-BE49-F238E27FC236}">
                <a16:creationId xmlns:a16="http://schemas.microsoft.com/office/drawing/2014/main" id="{EA5159E0-8AB2-4ECD-AB4E-E727E93C3E7A}"/>
              </a:ext>
            </a:extLst>
          </p:cNvPr>
          <p:cNvGrpSpPr/>
          <p:nvPr/>
        </p:nvGrpSpPr>
        <p:grpSpPr>
          <a:xfrm>
            <a:off x="8984863" y="5488856"/>
            <a:ext cx="2166293" cy="1273979"/>
            <a:chOff x="2818855" y="1217023"/>
            <a:chExt cx="1548429" cy="1273979"/>
          </a:xfrm>
        </p:grpSpPr>
        <p:sp>
          <p:nvSpPr>
            <p:cNvPr id="70" name="標題 1">
              <a:extLst>
                <a:ext uri="{FF2B5EF4-FFF2-40B4-BE49-F238E27FC236}">
                  <a16:creationId xmlns:a16="http://schemas.microsoft.com/office/drawing/2014/main" id="{7E90DACF-171C-42B8-96E9-D62480E41145}"/>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誤判</a:t>
              </a:r>
              <a:endParaRPr lang="en-US" altLang="zh-TW" sz="4000" b="1" dirty="0">
                <a:latin typeface="俐方體11號" pitchFamily="2" charset="-120"/>
                <a:ea typeface="俐方體11號" pitchFamily="2" charset="-120"/>
              </a:endParaRPr>
            </a:p>
          </p:txBody>
        </p:sp>
        <p:sp>
          <p:nvSpPr>
            <p:cNvPr id="71" name="矩形 70">
              <a:extLst>
                <a:ext uri="{FF2B5EF4-FFF2-40B4-BE49-F238E27FC236}">
                  <a16:creationId xmlns:a16="http://schemas.microsoft.com/office/drawing/2014/main" id="{C1706CC1-80D1-450D-9B58-A562BB4C39EF}"/>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72" name="群組 71">
            <a:extLst>
              <a:ext uri="{FF2B5EF4-FFF2-40B4-BE49-F238E27FC236}">
                <a16:creationId xmlns:a16="http://schemas.microsoft.com/office/drawing/2014/main" id="{BB28B301-B4DC-4E87-B7A7-3CC55C8442E0}"/>
              </a:ext>
            </a:extLst>
          </p:cNvPr>
          <p:cNvGrpSpPr/>
          <p:nvPr/>
        </p:nvGrpSpPr>
        <p:grpSpPr>
          <a:xfrm>
            <a:off x="11855451" y="4548965"/>
            <a:ext cx="2166293" cy="1273979"/>
            <a:chOff x="2818855" y="1217023"/>
            <a:chExt cx="1548429" cy="1273979"/>
          </a:xfrm>
        </p:grpSpPr>
        <p:sp>
          <p:nvSpPr>
            <p:cNvPr id="73" name="標題 1">
              <a:extLst>
                <a:ext uri="{FF2B5EF4-FFF2-40B4-BE49-F238E27FC236}">
                  <a16:creationId xmlns:a16="http://schemas.microsoft.com/office/drawing/2014/main" id="{2E84129D-7F84-4A9E-9BD5-F01271DF27E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訓練</a:t>
              </a:r>
            </a:p>
          </p:txBody>
        </p:sp>
        <p:sp>
          <p:nvSpPr>
            <p:cNvPr id="74" name="矩形 73">
              <a:extLst>
                <a:ext uri="{FF2B5EF4-FFF2-40B4-BE49-F238E27FC236}">
                  <a16:creationId xmlns:a16="http://schemas.microsoft.com/office/drawing/2014/main" id="{32108122-2FA4-459C-A1D9-C31043B737F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cxnSp>
        <p:nvCxnSpPr>
          <p:cNvPr id="5" name="直線接點 4">
            <a:extLst>
              <a:ext uri="{FF2B5EF4-FFF2-40B4-BE49-F238E27FC236}">
                <a16:creationId xmlns:a16="http://schemas.microsoft.com/office/drawing/2014/main" id="{F3E48BFD-7314-4DEC-A25A-87DA5FC0BAC0}"/>
              </a:ext>
            </a:extLst>
          </p:cNvPr>
          <p:cNvCxnSpPr>
            <a:cxnSpLocks/>
            <a:stCxn id="19" idx="3"/>
            <a:endCxn id="38" idx="1"/>
          </p:cNvCxnSpPr>
          <p:nvPr/>
        </p:nvCxnSpPr>
        <p:spPr>
          <a:xfrm>
            <a:off x="5409980" y="5185955"/>
            <a:ext cx="7042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2FF6AEDF-14F6-43DC-9907-171873C17DC2}"/>
              </a:ext>
            </a:extLst>
          </p:cNvPr>
          <p:cNvCxnSpPr>
            <a:cxnSpLocks/>
            <a:stCxn id="74" idx="3"/>
            <a:endCxn id="44" idx="1"/>
          </p:cNvCxnSpPr>
          <p:nvPr/>
        </p:nvCxnSpPr>
        <p:spPr>
          <a:xfrm>
            <a:off x="14021744" y="5185955"/>
            <a:ext cx="70429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標題 1">
            <a:extLst>
              <a:ext uri="{FF2B5EF4-FFF2-40B4-BE49-F238E27FC236}">
                <a16:creationId xmlns:a16="http://schemas.microsoft.com/office/drawing/2014/main" id="{0EE1A378-830A-45C6-92DF-9FE9D8C72113}"/>
              </a:ext>
            </a:extLst>
          </p:cNvPr>
          <p:cNvSpPr txBox="1">
            <a:spLocks/>
          </p:cNvSpPr>
          <p:nvPr/>
        </p:nvSpPr>
        <p:spPr>
          <a:xfrm>
            <a:off x="2591393" y="909948"/>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000" b="1" dirty="0">
                <a:latin typeface="俐方體11號" pitchFamily="2" charset="-120"/>
                <a:ea typeface="俐方體11號" pitchFamily="2" charset="-120"/>
              </a:rPr>
              <a:t>一、初識</a:t>
            </a:r>
          </a:p>
        </p:txBody>
      </p:sp>
      <p:sp>
        <p:nvSpPr>
          <p:cNvPr id="54" name="標題 1">
            <a:extLst>
              <a:ext uri="{FF2B5EF4-FFF2-40B4-BE49-F238E27FC236}">
                <a16:creationId xmlns:a16="http://schemas.microsoft.com/office/drawing/2014/main" id="{EAC44695-7193-4F72-955B-0E2FDC5FF643}"/>
              </a:ext>
            </a:extLst>
          </p:cNvPr>
          <p:cNvSpPr txBox="1">
            <a:spLocks/>
          </p:cNvSpPr>
          <p:nvPr/>
        </p:nvSpPr>
        <p:spPr>
          <a:xfrm>
            <a:off x="8172862" y="8405631"/>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000" b="1" dirty="0">
                <a:latin typeface="俐方體11號" pitchFamily="2" charset="-120"/>
                <a:ea typeface="俐方體11號" pitchFamily="2" charset="-120"/>
              </a:rPr>
              <a:t>1</a:t>
            </a:r>
            <a:r>
              <a:rPr lang="zh-TW" altLang="en-US" sz="4000" b="1" dirty="0">
                <a:latin typeface="俐方體11號" pitchFamily="2" charset="-120"/>
                <a:ea typeface="俐方體11號" pitchFamily="2" charset="-120"/>
              </a:rPr>
              <a:t> </a:t>
            </a:r>
            <a:r>
              <a:rPr lang="en-US" altLang="zh-TW" sz="4000" b="1" dirty="0">
                <a:solidFill>
                  <a:schemeClr val="bg1">
                    <a:lumMod val="50000"/>
                  </a:schemeClr>
                </a:solidFill>
                <a:latin typeface="俐方體11號" pitchFamily="2" charset="-120"/>
                <a:ea typeface="俐方體11號" pitchFamily="2" charset="-120"/>
              </a:rPr>
              <a:t>2</a:t>
            </a:r>
            <a:r>
              <a:rPr lang="zh-TW" altLang="en-US" sz="4000" b="1" dirty="0">
                <a:solidFill>
                  <a:schemeClr val="bg1">
                    <a:lumMod val="50000"/>
                  </a:schemeClr>
                </a:solidFill>
                <a:latin typeface="俐方體11號" pitchFamily="2" charset="-120"/>
                <a:ea typeface="俐方體11號" pitchFamily="2" charset="-120"/>
              </a:rPr>
              <a:t> </a:t>
            </a:r>
            <a:r>
              <a:rPr lang="en-US" altLang="zh-TW" sz="4000" b="1" dirty="0">
                <a:solidFill>
                  <a:schemeClr val="bg1">
                    <a:lumMod val="50000"/>
                  </a:schemeClr>
                </a:solidFill>
                <a:latin typeface="俐方體11號" pitchFamily="2" charset="-120"/>
                <a:ea typeface="俐方體11號" pitchFamily="2" charset="-120"/>
              </a:rPr>
              <a:t>3</a:t>
            </a:r>
            <a:endParaRPr lang="zh-TW" altLang="en-US" sz="4000" b="1" dirty="0">
              <a:solidFill>
                <a:schemeClr val="bg1">
                  <a:lumMod val="50000"/>
                </a:schemeClr>
              </a:solidFill>
              <a:latin typeface="俐方體11號" pitchFamily="2" charset="-120"/>
              <a:ea typeface="俐方體11號" pitchFamily="2" charset="-120"/>
            </a:endParaRPr>
          </a:p>
        </p:txBody>
      </p:sp>
      <p:pic>
        <p:nvPicPr>
          <p:cNvPr id="48" name="圖片 47">
            <a:extLst>
              <a:ext uri="{FF2B5EF4-FFF2-40B4-BE49-F238E27FC236}">
                <a16:creationId xmlns:a16="http://schemas.microsoft.com/office/drawing/2014/main" id="{6AB2C619-9BC6-4251-9C4B-B03CA5CD7B5A}"/>
              </a:ext>
            </a:extLst>
          </p:cNvPr>
          <p:cNvPicPr>
            <a:picLocks noChangeAspect="1"/>
          </p:cNvPicPr>
          <p:nvPr/>
        </p:nvPicPr>
        <p:blipFill rotWithShape="1">
          <a:blip r:embed="rId2">
            <a:extLst>
              <a:ext uri="{28A0092B-C50C-407E-A947-70E740481C1C}">
                <a14:useLocalDpi xmlns:a14="http://schemas.microsoft.com/office/drawing/2010/main" val="0"/>
              </a:ext>
            </a:extLst>
          </a:blip>
          <a:srcRect t="21853" r="59052"/>
          <a:stretch/>
        </p:blipFill>
        <p:spPr>
          <a:xfrm>
            <a:off x="1357870" y="3766782"/>
            <a:ext cx="853068" cy="5832787"/>
          </a:xfrm>
          <a:prstGeom prst="rect">
            <a:avLst/>
          </a:prstGeom>
        </p:spPr>
      </p:pic>
      <p:cxnSp>
        <p:nvCxnSpPr>
          <p:cNvPr id="6" name="接點: 肘形 5">
            <a:extLst>
              <a:ext uri="{FF2B5EF4-FFF2-40B4-BE49-F238E27FC236}">
                <a16:creationId xmlns:a16="http://schemas.microsoft.com/office/drawing/2014/main" id="{4188EAEC-B33E-406D-B73A-99733DF061D3}"/>
              </a:ext>
            </a:extLst>
          </p:cNvPr>
          <p:cNvCxnSpPr>
            <a:stCxn id="38" idx="3"/>
            <a:endCxn id="41" idx="1"/>
          </p:cNvCxnSpPr>
          <p:nvPr/>
        </p:nvCxnSpPr>
        <p:spPr>
          <a:xfrm flipV="1">
            <a:off x="8280568" y="4276342"/>
            <a:ext cx="704295" cy="909613"/>
          </a:xfrm>
          <a:prstGeom prst="bentConnector3">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50" name="接點: 肘形 49">
            <a:extLst>
              <a:ext uri="{FF2B5EF4-FFF2-40B4-BE49-F238E27FC236}">
                <a16:creationId xmlns:a16="http://schemas.microsoft.com/office/drawing/2014/main" id="{9DA8F1B2-E4F4-41E6-A463-15095F7CD866}"/>
              </a:ext>
            </a:extLst>
          </p:cNvPr>
          <p:cNvCxnSpPr>
            <a:cxnSpLocks/>
            <a:stCxn id="38" idx="3"/>
            <a:endCxn id="71" idx="1"/>
          </p:cNvCxnSpPr>
          <p:nvPr/>
        </p:nvCxnSpPr>
        <p:spPr>
          <a:xfrm>
            <a:off x="8280568" y="5185955"/>
            <a:ext cx="704295" cy="939891"/>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52" name="接點: 肘形 51">
            <a:extLst>
              <a:ext uri="{FF2B5EF4-FFF2-40B4-BE49-F238E27FC236}">
                <a16:creationId xmlns:a16="http://schemas.microsoft.com/office/drawing/2014/main" id="{AA4CB8CA-2C43-452D-97E2-9BB9638D56D4}"/>
              </a:ext>
            </a:extLst>
          </p:cNvPr>
          <p:cNvCxnSpPr>
            <a:cxnSpLocks/>
            <a:stCxn id="41" idx="3"/>
            <a:endCxn id="74" idx="1"/>
          </p:cNvCxnSpPr>
          <p:nvPr/>
        </p:nvCxnSpPr>
        <p:spPr>
          <a:xfrm>
            <a:off x="11151156" y="4276342"/>
            <a:ext cx="704295" cy="909613"/>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grpSp>
        <p:nvGrpSpPr>
          <p:cNvPr id="55" name="群組 54">
            <a:extLst>
              <a:ext uri="{FF2B5EF4-FFF2-40B4-BE49-F238E27FC236}">
                <a16:creationId xmlns:a16="http://schemas.microsoft.com/office/drawing/2014/main" id="{D249CF05-97AC-4D31-8BC2-08130B31A42B}"/>
              </a:ext>
            </a:extLst>
          </p:cNvPr>
          <p:cNvGrpSpPr/>
          <p:nvPr/>
        </p:nvGrpSpPr>
        <p:grpSpPr>
          <a:xfrm>
            <a:off x="16697297" y="1009397"/>
            <a:ext cx="660914" cy="664277"/>
            <a:chOff x="16459195" y="1006319"/>
            <a:chExt cx="874428" cy="878875"/>
          </a:xfrm>
        </p:grpSpPr>
        <p:sp>
          <p:nvSpPr>
            <p:cNvPr id="56" name="矩形 55">
              <a:extLst>
                <a:ext uri="{FF2B5EF4-FFF2-40B4-BE49-F238E27FC236}">
                  <a16:creationId xmlns:a16="http://schemas.microsoft.com/office/drawing/2014/main" id="{FFF6FE78-29DE-4A4E-A1C3-A62F964922B4}"/>
                </a:ext>
              </a:extLst>
            </p:cNvPr>
            <p:cNvSpPr/>
            <p:nvPr/>
          </p:nvSpPr>
          <p:spPr>
            <a:xfrm>
              <a:off x="16459195" y="1018921"/>
              <a:ext cx="866273" cy="86627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標題 1">
              <a:extLst>
                <a:ext uri="{FF2B5EF4-FFF2-40B4-BE49-F238E27FC236}">
                  <a16:creationId xmlns:a16="http://schemas.microsoft.com/office/drawing/2014/main" id="{9E8E3B1B-3300-4A1A-AFB3-97DE294363D0}"/>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latin typeface="俐方體11號" pitchFamily="2" charset="-120"/>
                  <a:ea typeface="俐方體11號" pitchFamily="2" charset="-120"/>
                </a:rPr>
                <a:t>x</a:t>
              </a:r>
              <a:endParaRPr lang="zh-TW" altLang="en-US" sz="5400" b="1" dirty="0">
                <a:latin typeface="俐方體11號" pitchFamily="2" charset="-120"/>
                <a:ea typeface="俐方體11號" pitchFamily="2" charset="-120"/>
              </a:endParaRPr>
            </a:p>
          </p:txBody>
        </p:sp>
      </p:grpSp>
    </p:spTree>
    <p:extLst>
      <p:ext uri="{BB962C8B-B14F-4D97-AF65-F5344CB8AC3E}">
        <p14:creationId xmlns:p14="http://schemas.microsoft.com/office/powerpoint/2010/main" val="222788396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載入</a:t>
            </a:r>
          </a:p>
        </p:txBody>
      </p:sp>
      <p:grpSp>
        <p:nvGrpSpPr>
          <p:cNvPr id="42" name="群組 41">
            <a:extLst>
              <a:ext uri="{FF2B5EF4-FFF2-40B4-BE49-F238E27FC236}">
                <a16:creationId xmlns:a16="http://schemas.microsoft.com/office/drawing/2014/main" id="{4C157CA6-6206-4A94-9D8D-F24B3A6DAD84}"/>
              </a:ext>
            </a:extLst>
          </p:cNvPr>
          <p:cNvGrpSpPr/>
          <p:nvPr/>
        </p:nvGrpSpPr>
        <p:grpSpPr>
          <a:xfrm>
            <a:off x="5141375" y="4548965"/>
            <a:ext cx="2166293" cy="1273979"/>
            <a:chOff x="2818855" y="1217023"/>
            <a:chExt cx="1548429" cy="1273979"/>
          </a:xfrm>
        </p:grpSpPr>
        <p:sp>
          <p:nvSpPr>
            <p:cNvPr id="43" name="標題 1">
              <a:extLst>
                <a:ext uri="{FF2B5EF4-FFF2-40B4-BE49-F238E27FC236}">
                  <a16:creationId xmlns:a16="http://schemas.microsoft.com/office/drawing/2014/main" id="{86E0730F-A173-42B3-BA41-583BA68C71E4}"/>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木屋</a:t>
              </a:r>
            </a:p>
          </p:txBody>
        </p:sp>
        <p:sp>
          <p:nvSpPr>
            <p:cNvPr id="44" name="矩形 43">
              <a:extLst>
                <a:ext uri="{FF2B5EF4-FFF2-40B4-BE49-F238E27FC236}">
                  <a16:creationId xmlns:a16="http://schemas.microsoft.com/office/drawing/2014/main" id="{CD516B09-4C9A-4EBC-A13D-8DC84AEA36A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u="sng">
                <a:latin typeface="俐方體11號" pitchFamily="2" charset="-120"/>
                <a:ea typeface="俐方體11號" pitchFamily="2" charset="-120"/>
              </a:endParaRPr>
            </a:p>
          </p:txBody>
        </p:sp>
      </p:grpSp>
      <p:grpSp>
        <p:nvGrpSpPr>
          <p:cNvPr id="48" name="群組 47">
            <a:extLst>
              <a:ext uri="{FF2B5EF4-FFF2-40B4-BE49-F238E27FC236}">
                <a16:creationId xmlns:a16="http://schemas.microsoft.com/office/drawing/2014/main" id="{8BF23547-F233-42B4-B9B2-BDCD379C98AF}"/>
              </a:ext>
            </a:extLst>
          </p:cNvPr>
          <p:cNvGrpSpPr/>
          <p:nvPr/>
        </p:nvGrpSpPr>
        <p:grpSpPr>
          <a:xfrm>
            <a:off x="7614526" y="5359187"/>
            <a:ext cx="2166293" cy="1273979"/>
            <a:chOff x="2818855" y="1217023"/>
            <a:chExt cx="1548429" cy="1273979"/>
          </a:xfrm>
        </p:grpSpPr>
        <p:sp>
          <p:nvSpPr>
            <p:cNvPr id="49" name="標題 1">
              <a:extLst>
                <a:ext uri="{FF2B5EF4-FFF2-40B4-BE49-F238E27FC236}">
                  <a16:creationId xmlns:a16="http://schemas.microsoft.com/office/drawing/2014/main" id="{D968C1E0-B1CD-452C-B431-A4088968370E}"/>
                </a:ext>
              </a:extLst>
            </p:cNvPr>
            <p:cNvSpPr txBox="1">
              <a:spLocks/>
            </p:cNvSpPr>
            <p:nvPr/>
          </p:nvSpPr>
          <p:spPr>
            <a:xfrm>
              <a:off x="2818855" y="135684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奧金</a:t>
              </a:r>
            </a:p>
          </p:txBody>
        </p:sp>
        <p:sp>
          <p:nvSpPr>
            <p:cNvPr id="50" name="矩形 49">
              <a:extLst>
                <a:ext uri="{FF2B5EF4-FFF2-40B4-BE49-F238E27FC236}">
                  <a16:creationId xmlns:a16="http://schemas.microsoft.com/office/drawing/2014/main" id="{49018F63-4920-4E61-BBE3-8CAC695DEA6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63" name="群組 62">
            <a:extLst>
              <a:ext uri="{FF2B5EF4-FFF2-40B4-BE49-F238E27FC236}">
                <a16:creationId xmlns:a16="http://schemas.microsoft.com/office/drawing/2014/main" id="{7E0544DA-7C50-4241-9AA7-7060165EA272}"/>
              </a:ext>
            </a:extLst>
          </p:cNvPr>
          <p:cNvGrpSpPr/>
          <p:nvPr/>
        </p:nvGrpSpPr>
        <p:grpSpPr>
          <a:xfrm>
            <a:off x="10087677" y="4548965"/>
            <a:ext cx="2134117" cy="1273979"/>
            <a:chOff x="2818855" y="1217023"/>
            <a:chExt cx="1548429" cy="1273979"/>
          </a:xfrm>
        </p:grpSpPr>
        <p:sp>
          <p:nvSpPr>
            <p:cNvPr id="64" name="標題 1">
              <a:extLst>
                <a:ext uri="{FF2B5EF4-FFF2-40B4-BE49-F238E27FC236}">
                  <a16:creationId xmlns:a16="http://schemas.microsoft.com/office/drawing/2014/main" id="{8BA5A763-3E78-45EF-8CDB-9FBA9A311275}"/>
                </a:ext>
              </a:extLst>
            </p:cNvPr>
            <p:cNvSpPr txBox="1">
              <a:spLocks/>
            </p:cNvSpPr>
            <p:nvPr/>
          </p:nvSpPr>
          <p:spPr>
            <a:xfrm>
              <a:off x="2818855" y="13758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雪洞</a:t>
              </a:r>
            </a:p>
          </p:txBody>
        </p:sp>
        <p:sp>
          <p:nvSpPr>
            <p:cNvPr id="65" name="矩形 64">
              <a:extLst>
                <a:ext uri="{FF2B5EF4-FFF2-40B4-BE49-F238E27FC236}">
                  <a16:creationId xmlns:a16="http://schemas.microsoft.com/office/drawing/2014/main" id="{90BBF600-3861-43A6-A96D-A6470A2A5F68}"/>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u="sng">
                <a:latin typeface="俐方體11號" pitchFamily="2" charset="-120"/>
                <a:ea typeface="俐方體11號" pitchFamily="2" charset="-120"/>
              </a:endParaRPr>
            </a:p>
          </p:txBody>
        </p:sp>
      </p:grpSp>
      <p:grpSp>
        <p:nvGrpSpPr>
          <p:cNvPr id="69" name="群組 68">
            <a:extLst>
              <a:ext uri="{FF2B5EF4-FFF2-40B4-BE49-F238E27FC236}">
                <a16:creationId xmlns:a16="http://schemas.microsoft.com/office/drawing/2014/main" id="{3438C7C1-E165-4C4A-83A2-78DC787710DA}"/>
              </a:ext>
            </a:extLst>
          </p:cNvPr>
          <p:cNvGrpSpPr/>
          <p:nvPr/>
        </p:nvGrpSpPr>
        <p:grpSpPr>
          <a:xfrm>
            <a:off x="2668224" y="4548965"/>
            <a:ext cx="2166293" cy="1273979"/>
            <a:chOff x="2818855" y="1217023"/>
            <a:chExt cx="1548429" cy="1273979"/>
          </a:xfrm>
        </p:grpSpPr>
        <p:sp>
          <p:nvSpPr>
            <p:cNvPr id="70" name="標題 1">
              <a:extLst>
                <a:ext uri="{FF2B5EF4-FFF2-40B4-BE49-F238E27FC236}">
                  <a16:creationId xmlns:a16="http://schemas.microsoft.com/office/drawing/2014/main" id="{89F62084-05D0-4D8F-88C1-CDFF0405DC4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登山</a:t>
              </a:r>
            </a:p>
          </p:txBody>
        </p:sp>
        <p:sp>
          <p:nvSpPr>
            <p:cNvPr id="71" name="矩形 70">
              <a:extLst>
                <a:ext uri="{FF2B5EF4-FFF2-40B4-BE49-F238E27FC236}">
                  <a16:creationId xmlns:a16="http://schemas.microsoft.com/office/drawing/2014/main" id="{7CB84BBB-C41A-4BA1-A5BE-3A11770B3E6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72" name="群組 71">
            <a:extLst>
              <a:ext uri="{FF2B5EF4-FFF2-40B4-BE49-F238E27FC236}">
                <a16:creationId xmlns:a16="http://schemas.microsoft.com/office/drawing/2014/main" id="{349753CC-B2E8-48CE-B3EF-49D75C628F84}"/>
              </a:ext>
            </a:extLst>
          </p:cNvPr>
          <p:cNvGrpSpPr/>
          <p:nvPr/>
        </p:nvGrpSpPr>
        <p:grpSpPr>
          <a:xfrm>
            <a:off x="12528651" y="3699235"/>
            <a:ext cx="2166293" cy="1273979"/>
            <a:chOff x="2818855" y="1217023"/>
            <a:chExt cx="1548429" cy="1273979"/>
          </a:xfrm>
        </p:grpSpPr>
        <p:sp>
          <p:nvSpPr>
            <p:cNvPr id="73" name="標題 1">
              <a:extLst>
                <a:ext uri="{FF2B5EF4-FFF2-40B4-BE49-F238E27FC236}">
                  <a16:creationId xmlns:a16="http://schemas.microsoft.com/office/drawing/2014/main" id="{AC89B076-9ADE-4DA6-BF47-E8572D3C8FA7}"/>
                </a:ext>
              </a:extLst>
            </p:cNvPr>
            <p:cNvSpPr txBox="1">
              <a:spLocks/>
            </p:cNvSpPr>
            <p:nvPr/>
          </p:nvSpPr>
          <p:spPr>
            <a:xfrm>
              <a:off x="2818855" y="13758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救援</a:t>
              </a:r>
            </a:p>
          </p:txBody>
        </p:sp>
        <p:sp>
          <p:nvSpPr>
            <p:cNvPr id="74" name="矩形 73">
              <a:extLst>
                <a:ext uri="{FF2B5EF4-FFF2-40B4-BE49-F238E27FC236}">
                  <a16:creationId xmlns:a16="http://schemas.microsoft.com/office/drawing/2014/main" id="{F6178E90-4AA5-4EE2-8FFA-9B34EF8C9E2B}"/>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75" name="群組 74">
            <a:extLst>
              <a:ext uri="{FF2B5EF4-FFF2-40B4-BE49-F238E27FC236}">
                <a16:creationId xmlns:a16="http://schemas.microsoft.com/office/drawing/2014/main" id="{BCE8FCA8-5BC9-4F56-8BAA-982E453F1973}"/>
              </a:ext>
            </a:extLst>
          </p:cNvPr>
          <p:cNvGrpSpPr/>
          <p:nvPr/>
        </p:nvGrpSpPr>
        <p:grpSpPr>
          <a:xfrm>
            <a:off x="15001801" y="4548965"/>
            <a:ext cx="2134117" cy="1273979"/>
            <a:chOff x="2818855" y="1217023"/>
            <a:chExt cx="1548429" cy="1273979"/>
          </a:xfrm>
        </p:grpSpPr>
        <p:sp>
          <p:nvSpPr>
            <p:cNvPr id="76" name="標題 1">
              <a:extLst>
                <a:ext uri="{FF2B5EF4-FFF2-40B4-BE49-F238E27FC236}">
                  <a16:creationId xmlns:a16="http://schemas.microsoft.com/office/drawing/2014/main" id="{0FF784BA-A876-416E-A386-73F9DBDEB55A}"/>
                </a:ext>
              </a:extLst>
            </p:cNvPr>
            <p:cNvSpPr txBox="1">
              <a:spLocks/>
            </p:cNvSpPr>
            <p:nvPr/>
          </p:nvSpPr>
          <p:spPr>
            <a:xfrm>
              <a:off x="2818855" y="13758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下一章</a:t>
              </a:r>
            </a:p>
          </p:txBody>
        </p:sp>
        <p:sp>
          <p:nvSpPr>
            <p:cNvPr id="77" name="矩形 76">
              <a:extLst>
                <a:ext uri="{FF2B5EF4-FFF2-40B4-BE49-F238E27FC236}">
                  <a16:creationId xmlns:a16="http://schemas.microsoft.com/office/drawing/2014/main" id="{C8D90E2F-1190-47CB-8B8A-0FDB554598A3}"/>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41" name="群組 40">
            <a:extLst>
              <a:ext uri="{FF2B5EF4-FFF2-40B4-BE49-F238E27FC236}">
                <a16:creationId xmlns:a16="http://schemas.microsoft.com/office/drawing/2014/main" id="{36DAEFB6-21B7-4997-B8C5-394C33FF7B2C}"/>
              </a:ext>
            </a:extLst>
          </p:cNvPr>
          <p:cNvGrpSpPr/>
          <p:nvPr/>
        </p:nvGrpSpPr>
        <p:grpSpPr>
          <a:xfrm>
            <a:off x="7614526" y="3699235"/>
            <a:ext cx="2166293" cy="1273979"/>
            <a:chOff x="2818855" y="1217023"/>
            <a:chExt cx="1548429" cy="1273979"/>
          </a:xfrm>
        </p:grpSpPr>
        <p:sp>
          <p:nvSpPr>
            <p:cNvPr id="45" name="標題 1">
              <a:extLst>
                <a:ext uri="{FF2B5EF4-FFF2-40B4-BE49-F238E27FC236}">
                  <a16:creationId xmlns:a16="http://schemas.microsoft.com/office/drawing/2014/main" id="{6AE71E3E-BDEC-42F5-BD8A-E306EFAC8271}"/>
                </a:ext>
              </a:extLst>
            </p:cNvPr>
            <p:cNvSpPr txBox="1">
              <a:spLocks/>
            </p:cNvSpPr>
            <p:nvPr/>
          </p:nvSpPr>
          <p:spPr>
            <a:xfrm>
              <a:off x="2818855" y="135684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狂奔</a:t>
              </a:r>
            </a:p>
          </p:txBody>
        </p:sp>
        <p:sp>
          <p:nvSpPr>
            <p:cNvPr id="46" name="矩形 45">
              <a:extLst>
                <a:ext uri="{FF2B5EF4-FFF2-40B4-BE49-F238E27FC236}">
                  <a16:creationId xmlns:a16="http://schemas.microsoft.com/office/drawing/2014/main" id="{FF175203-AB3A-4436-BCAA-F91DC64D3F87}"/>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cxnSp>
        <p:nvCxnSpPr>
          <p:cNvPr id="47" name="直線接點 46">
            <a:extLst>
              <a:ext uri="{FF2B5EF4-FFF2-40B4-BE49-F238E27FC236}">
                <a16:creationId xmlns:a16="http://schemas.microsoft.com/office/drawing/2014/main" id="{30CAE235-AE81-4794-A391-78BDB78FE3C7}"/>
              </a:ext>
            </a:extLst>
          </p:cNvPr>
          <p:cNvCxnSpPr>
            <a:cxnSpLocks/>
            <a:stCxn id="71" idx="3"/>
            <a:endCxn id="44" idx="1"/>
          </p:cNvCxnSpPr>
          <p:nvPr/>
        </p:nvCxnSpPr>
        <p:spPr>
          <a:xfrm>
            <a:off x="4834517" y="5185955"/>
            <a:ext cx="3068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標題 1">
            <a:extLst>
              <a:ext uri="{FF2B5EF4-FFF2-40B4-BE49-F238E27FC236}">
                <a16:creationId xmlns:a16="http://schemas.microsoft.com/office/drawing/2014/main" id="{4A6193F3-4CD8-47A7-A714-8EA20D8E3718}"/>
              </a:ext>
            </a:extLst>
          </p:cNvPr>
          <p:cNvSpPr txBox="1">
            <a:spLocks/>
          </p:cNvSpPr>
          <p:nvPr/>
        </p:nvSpPr>
        <p:spPr>
          <a:xfrm>
            <a:off x="8172862" y="8405631"/>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000" b="1" dirty="0">
                <a:solidFill>
                  <a:schemeClr val="bg1">
                    <a:lumMod val="50000"/>
                  </a:schemeClr>
                </a:solidFill>
                <a:latin typeface="俐方體11號" pitchFamily="2" charset="-120"/>
                <a:ea typeface="俐方體11號" pitchFamily="2" charset="-120"/>
              </a:rPr>
              <a:t>1</a:t>
            </a:r>
            <a:r>
              <a:rPr lang="zh-TW" altLang="en-US" sz="4000" b="1" dirty="0">
                <a:solidFill>
                  <a:schemeClr val="bg1">
                    <a:lumMod val="50000"/>
                  </a:schemeClr>
                </a:solidFill>
                <a:latin typeface="俐方體11號" pitchFamily="2" charset="-120"/>
                <a:ea typeface="俐方體11號" pitchFamily="2" charset="-120"/>
              </a:rPr>
              <a:t> </a:t>
            </a:r>
            <a:r>
              <a:rPr lang="en-US" altLang="zh-TW" sz="4000" b="1" dirty="0">
                <a:latin typeface="俐方體11號" pitchFamily="2" charset="-120"/>
                <a:ea typeface="俐方體11號" pitchFamily="2" charset="-120"/>
              </a:rPr>
              <a:t>2</a:t>
            </a:r>
            <a:r>
              <a:rPr lang="zh-TW" altLang="en-US" sz="4000" b="1" dirty="0">
                <a:solidFill>
                  <a:schemeClr val="bg1">
                    <a:lumMod val="50000"/>
                  </a:schemeClr>
                </a:solidFill>
                <a:latin typeface="俐方體11號" pitchFamily="2" charset="-120"/>
                <a:ea typeface="俐方體11號" pitchFamily="2" charset="-120"/>
              </a:rPr>
              <a:t> </a:t>
            </a:r>
            <a:r>
              <a:rPr lang="en-US" altLang="zh-TW" sz="4000" b="1" dirty="0">
                <a:solidFill>
                  <a:schemeClr val="bg1">
                    <a:lumMod val="50000"/>
                  </a:schemeClr>
                </a:solidFill>
                <a:latin typeface="俐方體11號" pitchFamily="2" charset="-120"/>
                <a:ea typeface="俐方體11號" pitchFamily="2" charset="-120"/>
              </a:rPr>
              <a:t>3</a:t>
            </a:r>
            <a:endParaRPr lang="zh-TW" altLang="en-US" sz="4000" b="1" dirty="0">
              <a:solidFill>
                <a:schemeClr val="bg1">
                  <a:lumMod val="50000"/>
                </a:schemeClr>
              </a:solidFill>
              <a:latin typeface="俐方體11號" pitchFamily="2" charset="-120"/>
              <a:ea typeface="俐方體11號" pitchFamily="2" charset="-120"/>
            </a:endParaRPr>
          </a:p>
        </p:txBody>
      </p:sp>
      <p:sp>
        <p:nvSpPr>
          <p:cNvPr id="57" name="標題 1">
            <a:extLst>
              <a:ext uri="{FF2B5EF4-FFF2-40B4-BE49-F238E27FC236}">
                <a16:creationId xmlns:a16="http://schemas.microsoft.com/office/drawing/2014/main" id="{9E761F13-F1EE-4DD7-9FEB-F363600FB35F}"/>
              </a:ext>
            </a:extLst>
          </p:cNvPr>
          <p:cNvSpPr txBox="1">
            <a:spLocks/>
          </p:cNvSpPr>
          <p:nvPr/>
        </p:nvSpPr>
        <p:spPr>
          <a:xfrm>
            <a:off x="2591393" y="909948"/>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000" b="1" dirty="0">
                <a:latin typeface="俐方體11號" pitchFamily="2" charset="-120"/>
                <a:ea typeface="俐方體11號" pitchFamily="2" charset="-120"/>
              </a:rPr>
              <a:t>二、登山</a:t>
            </a:r>
          </a:p>
        </p:txBody>
      </p:sp>
      <p:grpSp>
        <p:nvGrpSpPr>
          <p:cNvPr id="58" name="Google Shape;6968;p144">
            <a:extLst>
              <a:ext uri="{FF2B5EF4-FFF2-40B4-BE49-F238E27FC236}">
                <a16:creationId xmlns:a16="http://schemas.microsoft.com/office/drawing/2014/main" id="{F297FCE3-09E0-46D0-A074-47D63DA65E3D}"/>
              </a:ext>
            </a:extLst>
          </p:cNvPr>
          <p:cNvGrpSpPr/>
          <p:nvPr/>
        </p:nvGrpSpPr>
        <p:grpSpPr>
          <a:xfrm>
            <a:off x="6997718" y="5538953"/>
            <a:ext cx="418618" cy="414547"/>
            <a:chOff x="-37385100" y="3949908"/>
            <a:chExt cx="321350" cy="318225"/>
          </a:xfrm>
          <a:solidFill>
            <a:schemeClr val="bg1"/>
          </a:solidFill>
        </p:grpSpPr>
        <p:sp>
          <p:nvSpPr>
            <p:cNvPr id="59" name="Google Shape;6969;p144">
              <a:extLst>
                <a:ext uri="{FF2B5EF4-FFF2-40B4-BE49-F238E27FC236}">
                  <a16:creationId xmlns:a16="http://schemas.microsoft.com/office/drawing/2014/main" id="{EF14C000-403F-463D-9E91-67F733AA6E78}"/>
                </a:ext>
              </a:extLst>
            </p:cNvPr>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sp>
          <p:nvSpPr>
            <p:cNvPr id="60" name="Google Shape;6970;p144">
              <a:extLst>
                <a:ext uri="{FF2B5EF4-FFF2-40B4-BE49-F238E27FC236}">
                  <a16:creationId xmlns:a16="http://schemas.microsoft.com/office/drawing/2014/main" id="{DBD2CD33-583A-4A11-A17A-A601DF19612B}"/>
                </a:ext>
              </a:extLst>
            </p:cNvPr>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grpSp>
      <p:grpSp>
        <p:nvGrpSpPr>
          <p:cNvPr id="61" name="Google Shape;6968;p144">
            <a:extLst>
              <a:ext uri="{FF2B5EF4-FFF2-40B4-BE49-F238E27FC236}">
                <a16:creationId xmlns:a16="http://schemas.microsoft.com/office/drawing/2014/main" id="{6ACC0C59-8E6B-4F5E-B7CA-7C26C4FEFF43}"/>
              </a:ext>
            </a:extLst>
          </p:cNvPr>
          <p:cNvGrpSpPr/>
          <p:nvPr/>
        </p:nvGrpSpPr>
        <p:grpSpPr>
          <a:xfrm>
            <a:off x="11911844" y="5539124"/>
            <a:ext cx="418618" cy="414547"/>
            <a:chOff x="-37385100" y="3949908"/>
            <a:chExt cx="321350" cy="318225"/>
          </a:xfrm>
          <a:solidFill>
            <a:schemeClr val="bg1"/>
          </a:solidFill>
        </p:grpSpPr>
        <p:sp>
          <p:nvSpPr>
            <p:cNvPr id="62" name="Google Shape;6969;p144">
              <a:extLst>
                <a:ext uri="{FF2B5EF4-FFF2-40B4-BE49-F238E27FC236}">
                  <a16:creationId xmlns:a16="http://schemas.microsoft.com/office/drawing/2014/main" id="{824C124E-36C3-424B-B1AC-01A8E6CC94DE}"/>
                </a:ext>
              </a:extLst>
            </p:cNvPr>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sp>
          <p:nvSpPr>
            <p:cNvPr id="66" name="Google Shape;6970;p144">
              <a:extLst>
                <a:ext uri="{FF2B5EF4-FFF2-40B4-BE49-F238E27FC236}">
                  <a16:creationId xmlns:a16="http://schemas.microsoft.com/office/drawing/2014/main" id="{066D3A35-1406-4767-94D7-BA9594FD52B3}"/>
                </a:ext>
              </a:extLst>
            </p:cNvPr>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grpSp>
      <p:grpSp>
        <p:nvGrpSpPr>
          <p:cNvPr id="67" name="群組 66">
            <a:extLst>
              <a:ext uri="{FF2B5EF4-FFF2-40B4-BE49-F238E27FC236}">
                <a16:creationId xmlns:a16="http://schemas.microsoft.com/office/drawing/2014/main" id="{1FEE8F43-7B60-46B4-A9FD-FBCDF60046B4}"/>
              </a:ext>
            </a:extLst>
          </p:cNvPr>
          <p:cNvGrpSpPr/>
          <p:nvPr/>
        </p:nvGrpSpPr>
        <p:grpSpPr>
          <a:xfrm>
            <a:off x="12528651" y="5359187"/>
            <a:ext cx="2166293" cy="1273979"/>
            <a:chOff x="2818855" y="1217023"/>
            <a:chExt cx="1548429" cy="1273979"/>
          </a:xfrm>
        </p:grpSpPr>
        <p:sp>
          <p:nvSpPr>
            <p:cNvPr id="68" name="標題 1">
              <a:extLst>
                <a:ext uri="{FF2B5EF4-FFF2-40B4-BE49-F238E27FC236}">
                  <a16:creationId xmlns:a16="http://schemas.microsoft.com/office/drawing/2014/main" id="{71D9C72F-9907-451F-BCDB-FF87301EA0A0}"/>
                </a:ext>
              </a:extLst>
            </p:cNvPr>
            <p:cNvSpPr txBox="1">
              <a:spLocks/>
            </p:cNvSpPr>
            <p:nvPr/>
          </p:nvSpPr>
          <p:spPr>
            <a:xfrm>
              <a:off x="2818855" y="13468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熄滅</a:t>
              </a:r>
            </a:p>
          </p:txBody>
        </p:sp>
        <p:sp>
          <p:nvSpPr>
            <p:cNvPr id="78" name="矩形 77">
              <a:extLst>
                <a:ext uri="{FF2B5EF4-FFF2-40B4-BE49-F238E27FC236}">
                  <a16:creationId xmlns:a16="http://schemas.microsoft.com/office/drawing/2014/main" id="{2C0FFA9E-6B11-4886-A265-0C0549883CB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pic>
        <p:nvPicPr>
          <p:cNvPr id="79" name="圖片 78">
            <a:extLst>
              <a:ext uri="{FF2B5EF4-FFF2-40B4-BE49-F238E27FC236}">
                <a16:creationId xmlns:a16="http://schemas.microsoft.com/office/drawing/2014/main" id="{EA35B509-5630-4241-9B97-6F7157AAA5F1}"/>
              </a:ext>
            </a:extLst>
          </p:cNvPr>
          <p:cNvPicPr>
            <a:picLocks noChangeAspect="1"/>
          </p:cNvPicPr>
          <p:nvPr/>
        </p:nvPicPr>
        <p:blipFill rotWithShape="1">
          <a:blip r:embed="rId2">
            <a:extLst>
              <a:ext uri="{28A0092B-C50C-407E-A947-70E740481C1C}">
                <a14:useLocalDpi xmlns:a14="http://schemas.microsoft.com/office/drawing/2010/main" val="0"/>
              </a:ext>
            </a:extLst>
          </a:blip>
          <a:srcRect t="21853" r="59052"/>
          <a:stretch/>
        </p:blipFill>
        <p:spPr>
          <a:xfrm>
            <a:off x="1357870" y="3766782"/>
            <a:ext cx="853068" cy="5832787"/>
          </a:xfrm>
          <a:prstGeom prst="rect">
            <a:avLst/>
          </a:prstGeom>
        </p:spPr>
      </p:pic>
      <p:cxnSp>
        <p:nvCxnSpPr>
          <p:cNvPr id="81" name="接點: 肘形 80">
            <a:extLst>
              <a:ext uri="{FF2B5EF4-FFF2-40B4-BE49-F238E27FC236}">
                <a16:creationId xmlns:a16="http://schemas.microsoft.com/office/drawing/2014/main" id="{27A5D824-B6CC-4E77-8554-1F4F703CD2F3}"/>
              </a:ext>
            </a:extLst>
          </p:cNvPr>
          <p:cNvCxnSpPr>
            <a:cxnSpLocks/>
            <a:stCxn id="44" idx="3"/>
            <a:endCxn id="46" idx="1"/>
          </p:cNvCxnSpPr>
          <p:nvPr/>
        </p:nvCxnSpPr>
        <p:spPr>
          <a:xfrm flipV="1">
            <a:off x="7307668" y="4336225"/>
            <a:ext cx="306858" cy="849730"/>
          </a:xfrm>
          <a:prstGeom prst="bentConnector3">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2" name="接點: 肘形 81">
            <a:extLst>
              <a:ext uri="{FF2B5EF4-FFF2-40B4-BE49-F238E27FC236}">
                <a16:creationId xmlns:a16="http://schemas.microsoft.com/office/drawing/2014/main" id="{D47E52C4-5612-4CF6-8F91-EF81A6151ECC}"/>
              </a:ext>
            </a:extLst>
          </p:cNvPr>
          <p:cNvCxnSpPr>
            <a:cxnSpLocks/>
            <a:stCxn id="44" idx="3"/>
            <a:endCxn id="50" idx="1"/>
          </p:cNvCxnSpPr>
          <p:nvPr/>
        </p:nvCxnSpPr>
        <p:spPr>
          <a:xfrm>
            <a:off x="7307668" y="5185955"/>
            <a:ext cx="306858" cy="81022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3" name="接點: 肘形 82">
            <a:extLst>
              <a:ext uri="{FF2B5EF4-FFF2-40B4-BE49-F238E27FC236}">
                <a16:creationId xmlns:a16="http://schemas.microsoft.com/office/drawing/2014/main" id="{2B546500-E8F4-4A0A-98DF-5D3A5E373A99}"/>
              </a:ext>
            </a:extLst>
          </p:cNvPr>
          <p:cNvCxnSpPr>
            <a:cxnSpLocks/>
            <a:stCxn id="46" idx="3"/>
            <a:endCxn id="65" idx="1"/>
          </p:cNvCxnSpPr>
          <p:nvPr/>
        </p:nvCxnSpPr>
        <p:spPr>
          <a:xfrm>
            <a:off x="9780819" y="4336225"/>
            <a:ext cx="306858" cy="849730"/>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4" name="接點: 肘形 83">
            <a:extLst>
              <a:ext uri="{FF2B5EF4-FFF2-40B4-BE49-F238E27FC236}">
                <a16:creationId xmlns:a16="http://schemas.microsoft.com/office/drawing/2014/main" id="{817759CF-BAD4-4D8D-9230-06AD6EED35E8}"/>
              </a:ext>
            </a:extLst>
          </p:cNvPr>
          <p:cNvCxnSpPr>
            <a:cxnSpLocks/>
            <a:stCxn id="65" idx="3"/>
            <a:endCxn id="78" idx="1"/>
          </p:cNvCxnSpPr>
          <p:nvPr/>
        </p:nvCxnSpPr>
        <p:spPr>
          <a:xfrm>
            <a:off x="12221794" y="5185955"/>
            <a:ext cx="306857" cy="81022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5" name="接點: 肘形 84">
            <a:extLst>
              <a:ext uri="{FF2B5EF4-FFF2-40B4-BE49-F238E27FC236}">
                <a16:creationId xmlns:a16="http://schemas.microsoft.com/office/drawing/2014/main" id="{72ED0DB7-10DF-4D01-8FE3-53242CF50074}"/>
              </a:ext>
            </a:extLst>
          </p:cNvPr>
          <p:cNvCxnSpPr>
            <a:cxnSpLocks/>
            <a:stCxn id="65" idx="3"/>
            <a:endCxn id="74" idx="1"/>
          </p:cNvCxnSpPr>
          <p:nvPr/>
        </p:nvCxnSpPr>
        <p:spPr>
          <a:xfrm flipV="1">
            <a:off x="12221794" y="4336225"/>
            <a:ext cx="306857" cy="849730"/>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6" name="接點: 肘形 85">
            <a:extLst>
              <a:ext uri="{FF2B5EF4-FFF2-40B4-BE49-F238E27FC236}">
                <a16:creationId xmlns:a16="http://schemas.microsoft.com/office/drawing/2014/main" id="{E2900AC4-DCA3-4B39-B560-00835932AE5C}"/>
              </a:ext>
            </a:extLst>
          </p:cNvPr>
          <p:cNvCxnSpPr>
            <a:cxnSpLocks/>
            <a:stCxn id="74" idx="3"/>
            <a:endCxn id="77" idx="1"/>
          </p:cNvCxnSpPr>
          <p:nvPr/>
        </p:nvCxnSpPr>
        <p:spPr>
          <a:xfrm>
            <a:off x="14694944" y="4336225"/>
            <a:ext cx="306857" cy="849730"/>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grpSp>
        <p:nvGrpSpPr>
          <p:cNvPr id="87" name="群組 86">
            <a:extLst>
              <a:ext uri="{FF2B5EF4-FFF2-40B4-BE49-F238E27FC236}">
                <a16:creationId xmlns:a16="http://schemas.microsoft.com/office/drawing/2014/main" id="{C71F1397-22F4-44E7-AF4C-1D8EED0CD3D4}"/>
              </a:ext>
            </a:extLst>
          </p:cNvPr>
          <p:cNvGrpSpPr/>
          <p:nvPr/>
        </p:nvGrpSpPr>
        <p:grpSpPr>
          <a:xfrm>
            <a:off x="16697297" y="1009397"/>
            <a:ext cx="660914" cy="664277"/>
            <a:chOff x="16459195" y="1006319"/>
            <a:chExt cx="874428" cy="878875"/>
          </a:xfrm>
        </p:grpSpPr>
        <p:sp>
          <p:nvSpPr>
            <p:cNvPr id="88" name="矩形 87">
              <a:extLst>
                <a:ext uri="{FF2B5EF4-FFF2-40B4-BE49-F238E27FC236}">
                  <a16:creationId xmlns:a16="http://schemas.microsoft.com/office/drawing/2014/main" id="{58F8641D-CA51-485C-993A-4AD9D8BB0D8A}"/>
                </a:ext>
              </a:extLst>
            </p:cNvPr>
            <p:cNvSpPr/>
            <p:nvPr/>
          </p:nvSpPr>
          <p:spPr>
            <a:xfrm>
              <a:off x="16459195" y="1018921"/>
              <a:ext cx="866273" cy="86627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標題 1">
              <a:extLst>
                <a:ext uri="{FF2B5EF4-FFF2-40B4-BE49-F238E27FC236}">
                  <a16:creationId xmlns:a16="http://schemas.microsoft.com/office/drawing/2014/main" id="{3525F73B-8987-41B4-A91A-ACD758417E4E}"/>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latin typeface="俐方體11號" pitchFamily="2" charset="-120"/>
                  <a:ea typeface="俐方體11號" pitchFamily="2" charset="-120"/>
                </a:rPr>
                <a:t>x</a:t>
              </a:r>
              <a:endParaRPr lang="zh-TW" altLang="en-US" sz="5400" b="1" dirty="0">
                <a:latin typeface="俐方體11號" pitchFamily="2" charset="-120"/>
                <a:ea typeface="俐方體11號" pitchFamily="2" charset="-120"/>
              </a:endParaRPr>
            </a:p>
          </p:txBody>
        </p:sp>
      </p:grpSp>
    </p:spTree>
    <p:extLst>
      <p:ext uri="{BB962C8B-B14F-4D97-AF65-F5344CB8AC3E}">
        <p14:creationId xmlns:p14="http://schemas.microsoft.com/office/powerpoint/2010/main" val="27485804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載入</a:t>
            </a:r>
          </a:p>
        </p:txBody>
      </p:sp>
      <p:grpSp>
        <p:nvGrpSpPr>
          <p:cNvPr id="54" name="群組 53">
            <a:extLst>
              <a:ext uri="{FF2B5EF4-FFF2-40B4-BE49-F238E27FC236}">
                <a16:creationId xmlns:a16="http://schemas.microsoft.com/office/drawing/2014/main" id="{E6706819-6491-4425-8EFA-C88050A3B341}"/>
              </a:ext>
            </a:extLst>
          </p:cNvPr>
          <p:cNvGrpSpPr/>
          <p:nvPr/>
        </p:nvGrpSpPr>
        <p:grpSpPr>
          <a:xfrm>
            <a:off x="5775750" y="7759084"/>
            <a:ext cx="2134117" cy="1273979"/>
            <a:chOff x="2818855" y="1217023"/>
            <a:chExt cx="1548429" cy="1273979"/>
          </a:xfrm>
        </p:grpSpPr>
        <p:sp>
          <p:nvSpPr>
            <p:cNvPr id="55" name="標題 1">
              <a:extLst>
                <a:ext uri="{FF2B5EF4-FFF2-40B4-BE49-F238E27FC236}">
                  <a16:creationId xmlns:a16="http://schemas.microsoft.com/office/drawing/2014/main" id="{E110C456-5703-4158-AE72-97717AE4378B}"/>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叛變</a:t>
              </a:r>
            </a:p>
          </p:txBody>
        </p:sp>
        <p:sp>
          <p:nvSpPr>
            <p:cNvPr id="56" name="矩形 55">
              <a:extLst>
                <a:ext uri="{FF2B5EF4-FFF2-40B4-BE49-F238E27FC236}">
                  <a16:creationId xmlns:a16="http://schemas.microsoft.com/office/drawing/2014/main" id="{A1195C1D-7594-43C4-9393-32F7B9291EE2}"/>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bg1">
                    <a:lumMod val="50000"/>
                  </a:schemeClr>
                </a:solidFill>
                <a:latin typeface="俐方體11號" pitchFamily="2" charset="-120"/>
                <a:ea typeface="俐方體11號" pitchFamily="2" charset="-120"/>
              </a:endParaRPr>
            </a:p>
          </p:txBody>
        </p:sp>
      </p:grpSp>
      <p:grpSp>
        <p:nvGrpSpPr>
          <p:cNvPr id="57" name="群組 56">
            <a:extLst>
              <a:ext uri="{FF2B5EF4-FFF2-40B4-BE49-F238E27FC236}">
                <a16:creationId xmlns:a16="http://schemas.microsoft.com/office/drawing/2014/main" id="{D2363C90-18B6-4175-BA10-F089C66DB4C8}"/>
              </a:ext>
            </a:extLst>
          </p:cNvPr>
          <p:cNvGrpSpPr/>
          <p:nvPr/>
        </p:nvGrpSpPr>
        <p:grpSpPr>
          <a:xfrm>
            <a:off x="5775750" y="4548965"/>
            <a:ext cx="2134117" cy="1273979"/>
            <a:chOff x="2818855" y="1217023"/>
            <a:chExt cx="1548429" cy="1273979"/>
          </a:xfrm>
        </p:grpSpPr>
        <p:sp>
          <p:nvSpPr>
            <p:cNvPr id="58" name="標題 1">
              <a:extLst>
                <a:ext uri="{FF2B5EF4-FFF2-40B4-BE49-F238E27FC236}">
                  <a16:creationId xmlns:a16="http://schemas.microsoft.com/office/drawing/2014/main" id="{5D499533-C25E-4546-B335-39A159FF3EE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撤退</a:t>
              </a:r>
            </a:p>
          </p:txBody>
        </p:sp>
        <p:sp>
          <p:nvSpPr>
            <p:cNvPr id="59" name="矩形 58">
              <a:extLst>
                <a:ext uri="{FF2B5EF4-FFF2-40B4-BE49-F238E27FC236}">
                  <a16:creationId xmlns:a16="http://schemas.microsoft.com/office/drawing/2014/main" id="{179812A4-EC30-40F9-B98B-EEEBEEBC34FE}"/>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latin typeface="俐方體11號" pitchFamily="2" charset="-120"/>
                <a:ea typeface="俐方體11號" pitchFamily="2" charset="-120"/>
              </a:endParaRPr>
            </a:p>
          </p:txBody>
        </p:sp>
      </p:grpSp>
      <p:grpSp>
        <p:nvGrpSpPr>
          <p:cNvPr id="60" name="群組 59">
            <a:extLst>
              <a:ext uri="{FF2B5EF4-FFF2-40B4-BE49-F238E27FC236}">
                <a16:creationId xmlns:a16="http://schemas.microsoft.com/office/drawing/2014/main" id="{9198F005-487C-4B52-9431-A905F56BCA0A}"/>
              </a:ext>
            </a:extLst>
          </p:cNvPr>
          <p:cNvGrpSpPr/>
          <p:nvPr/>
        </p:nvGrpSpPr>
        <p:grpSpPr>
          <a:xfrm>
            <a:off x="5775750" y="2894896"/>
            <a:ext cx="2134117" cy="1273979"/>
            <a:chOff x="2818855" y="1217023"/>
            <a:chExt cx="1548429" cy="1273979"/>
          </a:xfrm>
        </p:grpSpPr>
        <p:sp>
          <p:nvSpPr>
            <p:cNvPr id="61" name="標題 1">
              <a:extLst>
                <a:ext uri="{FF2B5EF4-FFF2-40B4-BE49-F238E27FC236}">
                  <a16:creationId xmlns:a16="http://schemas.microsoft.com/office/drawing/2014/main" id="{02208561-81B6-4C90-AA29-3EC0B438E19D}"/>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冰縫</a:t>
              </a:r>
            </a:p>
          </p:txBody>
        </p:sp>
        <p:sp>
          <p:nvSpPr>
            <p:cNvPr id="62" name="矩形 61">
              <a:extLst>
                <a:ext uri="{FF2B5EF4-FFF2-40B4-BE49-F238E27FC236}">
                  <a16:creationId xmlns:a16="http://schemas.microsoft.com/office/drawing/2014/main" id="{4114B9D8-1D6B-48D4-B969-5CCE44C1D464}"/>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bg1">
                    <a:lumMod val="50000"/>
                  </a:schemeClr>
                </a:solidFill>
                <a:latin typeface="俐方體11號" pitchFamily="2" charset="-120"/>
                <a:ea typeface="俐方體11號" pitchFamily="2" charset="-120"/>
              </a:endParaRPr>
            </a:p>
          </p:txBody>
        </p:sp>
      </p:grpSp>
      <p:grpSp>
        <p:nvGrpSpPr>
          <p:cNvPr id="66" name="群組 65">
            <a:extLst>
              <a:ext uri="{FF2B5EF4-FFF2-40B4-BE49-F238E27FC236}">
                <a16:creationId xmlns:a16="http://schemas.microsoft.com/office/drawing/2014/main" id="{D1605D3B-16F4-4114-9C4B-53F3FDD3CC39}"/>
              </a:ext>
            </a:extLst>
          </p:cNvPr>
          <p:cNvGrpSpPr/>
          <p:nvPr/>
        </p:nvGrpSpPr>
        <p:grpSpPr>
          <a:xfrm>
            <a:off x="5775750" y="1215407"/>
            <a:ext cx="2134117" cy="1273979"/>
            <a:chOff x="2818855" y="1217023"/>
            <a:chExt cx="1548429" cy="1273979"/>
          </a:xfrm>
        </p:grpSpPr>
        <p:sp>
          <p:nvSpPr>
            <p:cNvPr id="67" name="標題 1">
              <a:extLst>
                <a:ext uri="{FF2B5EF4-FFF2-40B4-BE49-F238E27FC236}">
                  <a16:creationId xmlns:a16="http://schemas.microsoft.com/office/drawing/2014/main" id="{CCF20032-2C4F-4B84-8EE6-CDC3DDE1E43F}"/>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脫隊</a:t>
              </a:r>
            </a:p>
          </p:txBody>
        </p:sp>
        <p:sp>
          <p:nvSpPr>
            <p:cNvPr id="68" name="矩形 67">
              <a:extLst>
                <a:ext uri="{FF2B5EF4-FFF2-40B4-BE49-F238E27FC236}">
                  <a16:creationId xmlns:a16="http://schemas.microsoft.com/office/drawing/2014/main" id="{06465B9A-EA92-49F0-8943-04CD9FEABFF4}"/>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bg1">
                    <a:lumMod val="50000"/>
                  </a:schemeClr>
                </a:solidFill>
                <a:latin typeface="俐方體11號" pitchFamily="2" charset="-120"/>
                <a:ea typeface="俐方體11號" pitchFamily="2" charset="-120"/>
              </a:endParaRPr>
            </a:p>
          </p:txBody>
        </p:sp>
      </p:grpSp>
      <p:grpSp>
        <p:nvGrpSpPr>
          <p:cNvPr id="69" name="群組 68">
            <a:extLst>
              <a:ext uri="{FF2B5EF4-FFF2-40B4-BE49-F238E27FC236}">
                <a16:creationId xmlns:a16="http://schemas.microsoft.com/office/drawing/2014/main" id="{3438C7C1-E165-4C4A-83A2-78DC787710DA}"/>
              </a:ext>
            </a:extLst>
          </p:cNvPr>
          <p:cNvGrpSpPr/>
          <p:nvPr/>
        </p:nvGrpSpPr>
        <p:grpSpPr>
          <a:xfrm>
            <a:off x="2668224" y="4548965"/>
            <a:ext cx="2166293" cy="1273979"/>
            <a:chOff x="2818855" y="1217023"/>
            <a:chExt cx="1548429" cy="1273979"/>
          </a:xfrm>
        </p:grpSpPr>
        <p:sp>
          <p:nvSpPr>
            <p:cNvPr id="70" name="標題 1">
              <a:extLst>
                <a:ext uri="{FF2B5EF4-FFF2-40B4-BE49-F238E27FC236}">
                  <a16:creationId xmlns:a16="http://schemas.microsoft.com/office/drawing/2014/main" id="{89F62084-05D0-4D8F-88C1-CDFF0405DC4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下山</a:t>
              </a:r>
            </a:p>
          </p:txBody>
        </p:sp>
        <p:sp>
          <p:nvSpPr>
            <p:cNvPr id="71" name="矩形 70">
              <a:extLst>
                <a:ext uri="{FF2B5EF4-FFF2-40B4-BE49-F238E27FC236}">
                  <a16:creationId xmlns:a16="http://schemas.microsoft.com/office/drawing/2014/main" id="{7CB84BBB-C41A-4BA1-A5BE-3A11770B3E6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75" name="群組 74">
            <a:extLst>
              <a:ext uri="{FF2B5EF4-FFF2-40B4-BE49-F238E27FC236}">
                <a16:creationId xmlns:a16="http://schemas.microsoft.com/office/drawing/2014/main" id="{BCE8FCA8-5BC9-4F56-8BAA-982E453F1973}"/>
              </a:ext>
            </a:extLst>
          </p:cNvPr>
          <p:cNvGrpSpPr/>
          <p:nvPr/>
        </p:nvGrpSpPr>
        <p:grpSpPr>
          <a:xfrm>
            <a:off x="5775750" y="6152027"/>
            <a:ext cx="2134117" cy="1273979"/>
            <a:chOff x="2818855" y="1217023"/>
            <a:chExt cx="1548429" cy="1273979"/>
          </a:xfrm>
        </p:grpSpPr>
        <p:sp>
          <p:nvSpPr>
            <p:cNvPr id="76" name="標題 1">
              <a:extLst>
                <a:ext uri="{FF2B5EF4-FFF2-40B4-BE49-F238E27FC236}">
                  <a16:creationId xmlns:a16="http://schemas.microsoft.com/office/drawing/2014/main" id="{0FF784BA-A876-416E-A386-73F9DBDEB55A}"/>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尋蹤</a:t>
              </a:r>
            </a:p>
          </p:txBody>
        </p:sp>
        <p:sp>
          <p:nvSpPr>
            <p:cNvPr id="77" name="矩形 76">
              <a:extLst>
                <a:ext uri="{FF2B5EF4-FFF2-40B4-BE49-F238E27FC236}">
                  <a16:creationId xmlns:a16="http://schemas.microsoft.com/office/drawing/2014/main" id="{C8D90E2F-1190-47CB-8B8A-0FDB554598A3}"/>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bg1">
                    <a:lumMod val="50000"/>
                  </a:schemeClr>
                </a:solidFill>
                <a:latin typeface="俐方體11號" pitchFamily="2" charset="-120"/>
                <a:ea typeface="俐方體11號" pitchFamily="2" charset="-120"/>
              </a:endParaRPr>
            </a:p>
          </p:txBody>
        </p:sp>
      </p:grpSp>
      <p:grpSp>
        <p:nvGrpSpPr>
          <p:cNvPr id="38" name="群組 37">
            <a:extLst>
              <a:ext uri="{FF2B5EF4-FFF2-40B4-BE49-F238E27FC236}">
                <a16:creationId xmlns:a16="http://schemas.microsoft.com/office/drawing/2014/main" id="{234C853F-D35B-44BC-A2A9-6965443E86C6}"/>
              </a:ext>
            </a:extLst>
          </p:cNvPr>
          <p:cNvGrpSpPr/>
          <p:nvPr/>
        </p:nvGrpSpPr>
        <p:grpSpPr>
          <a:xfrm>
            <a:off x="8851100" y="4548965"/>
            <a:ext cx="2134117" cy="1273979"/>
            <a:chOff x="2818855" y="1217023"/>
            <a:chExt cx="1548429" cy="1273979"/>
          </a:xfrm>
        </p:grpSpPr>
        <p:sp>
          <p:nvSpPr>
            <p:cNvPr id="39" name="標題 1">
              <a:extLst>
                <a:ext uri="{FF2B5EF4-FFF2-40B4-BE49-F238E27FC236}">
                  <a16:creationId xmlns:a16="http://schemas.microsoft.com/office/drawing/2014/main" id="{714C6E1C-8B93-4A21-8A99-70D43AC51B4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爭執</a:t>
              </a:r>
            </a:p>
          </p:txBody>
        </p:sp>
        <p:sp>
          <p:nvSpPr>
            <p:cNvPr id="40" name="矩形 39">
              <a:extLst>
                <a:ext uri="{FF2B5EF4-FFF2-40B4-BE49-F238E27FC236}">
                  <a16:creationId xmlns:a16="http://schemas.microsoft.com/office/drawing/2014/main" id="{57789FE3-6B10-4CC6-ABEB-940C3E1CB5F9}"/>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latin typeface="俐方體11號" pitchFamily="2" charset="-120"/>
                <a:ea typeface="俐方體11號" pitchFamily="2" charset="-120"/>
              </a:endParaRPr>
            </a:p>
          </p:txBody>
        </p:sp>
      </p:grpSp>
      <p:grpSp>
        <p:nvGrpSpPr>
          <p:cNvPr id="44" name="群組 43">
            <a:extLst>
              <a:ext uri="{FF2B5EF4-FFF2-40B4-BE49-F238E27FC236}">
                <a16:creationId xmlns:a16="http://schemas.microsoft.com/office/drawing/2014/main" id="{80E61586-5762-4353-8E07-5B7BD4CF95E9}"/>
              </a:ext>
            </a:extLst>
          </p:cNvPr>
          <p:cNvGrpSpPr/>
          <p:nvPr/>
        </p:nvGrpSpPr>
        <p:grpSpPr>
          <a:xfrm>
            <a:off x="8818924" y="6152027"/>
            <a:ext cx="2166293" cy="1273979"/>
            <a:chOff x="2818855" y="1217023"/>
            <a:chExt cx="1548429" cy="1273979"/>
          </a:xfrm>
        </p:grpSpPr>
        <p:sp>
          <p:nvSpPr>
            <p:cNvPr id="45" name="標題 1">
              <a:extLst>
                <a:ext uri="{FF2B5EF4-FFF2-40B4-BE49-F238E27FC236}">
                  <a16:creationId xmlns:a16="http://schemas.microsoft.com/office/drawing/2014/main" id="{BACF7BF2-340D-47E2-9FB7-6A0DFB1D9AA2}"/>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毒氣室</a:t>
              </a:r>
            </a:p>
          </p:txBody>
        </p:sp>
        <p:sp>
          <p:nvSpPr>
            <p:cNvPr id="46" name="矩形 45">
              <a:extLst>
                <a:ext uri="{FF2B5EF4-FFF2-40B4-BE49-F238E27FC236}">
                  <a16:creationId xmlns:a16="http://schemas.microsoft.com/office/drawing/2014/main" id="{1A3D53B9-FD4E-4E93-A8AB-23BE1861E7F8}"/>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latin typeface="俐方體11號" pitchFamily="2" charset="-120"/>
                <a:ea typeface="俐方體11號" pitchFamily="2" charset="-120"/>
              </a:endParaRPr>
            </a:p>
          </p:txBody>
        </p:sp>
      </p:grpSp>
      <p:grpSp>
        <p:nvGrpSpPr>
          <p:cNvPr id="50" name="群組 49">
            <a:extLst>
              <a:ext uri="{FF2B5EF4-FFF2-40B4-BE49-F238E27FC236}">
                <a16:creationId xmlns:a16="http://schemas.microsoft.com/office/drawing/2014/main" id="{FBF7604C-5DE0-470D-8546-2E17E16BE1E7}"/>
              </a:ext>
            </a:extLst>
          </p:cNvPr>
          <p:cNvGrpSpPr/>
          <p:nvPr/>
        </p:nvGrpSpPr>
        <p:grpSpPr>
          <a:xfrm>
            <a:off x="11926450" y="2894896"/>
            <a:ext cx="2134117" cy="1273979"/>
            <a:chOff x="2818855" y="1217023"/>
            <a:chExt cx="1548429" cy="1273979"/>
          </a:xfrm>
        </p:grpSpPr>
        <p:sp>
          <p:nvSpPr>
            <p:cNvPr id="51" name="標題 1">
              <a:extLst>
                <a:ext uri="{FF2B5EF4-FFF2-40B4-BE49-F238E27FC236}">
                  <a16:creationId xmlns:a16="http://schemas.microsoft.com/office/drawing/2014/main" id="{EC42A347-98FD-4664-905D-3452F2D9BE2E}"/>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en-US" altLang="zh-TW" sz="4000" b="1" dirty="0">
                <a:latin typeface="俐方體11號" pitchFamily="2" charset="-120"/>
                <a:ea typeface="俐方體11號" pitchFamily="2" charset="-120"/>
              </a:endParaRPr>
            </a:p>
            <a:p>
              <a:pPr algn="ctr"/>
              <a:r>
                <a:rPr lang="zh-TW" altLang="en-US" sz="4000" b="1" dirty="0">
                  <a:latin typeface="俐方體11號" pitchFamily="2" charset="-120"/>
                  <a:ea typeface="俐方體11號" pitchFamily="2" charset="-120"/>
                </a:rPr>
                <a:t>報恩</a:t>
              </a:r>
              <a:endParaRPr lang="en-US" altLang="zh-TW" sz="4000" b="1" dirty="0">
                <a:latin typeface="俐方體11號" pitchFamily="2" charset="-120"/>
                <a:ea typeface="俐方體11號" pitchFamily="2" charset="-120"/>
              </a:endParaRPr>
            </a:p>
            <a:p>
              <a:pPr algn="ctr"/>
              <a:endParaRPr lang="zh-TW" altLang="en-US" sz="4000" b="1" dirty="0">
                <a:latin typeface="俐方體11號" pitchFamily="2" charset="-120"/>
                <a:ea typeface="俐方體11號" pitchFamily="2" charset="-120"/>
              </a:endParaRPr>
            </a:p>
          </p:txBody>
        </p:sp>
        <p:sp>
          <p:nvSpPr>
            <p:cNvPr id="52" name="矩形 51">
              <a:extLst>
                <a:ext uri="{FF2B5EF4-FFF2-40B4-BE49-F238E27FC236}">
                  <a16:creationId xmlns:a16="http://schemas.microsoft.com/office/drawing/2014/main" id="{9BEBCD72-C6B0-4D0F-8CE5-F2F94A85A6D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bg1">
                    <a:lumMod val="50000"/>
                  </a:schemeClr>
                </a:solidFill>
                <a:latin typeface="俐方體11號" pitchFamily="2" charset="-120"/>
                <a:ea typeface="俐方體11號" pitchFamily="2" charset="-120"/>
              </a:endParaRPr>
            </a:p>
          </p:txBody>
        </p:sp>
      </p:grpSp>
      <p:grpSp>
        <p:nvGrpSpPr>
          <p:cNvPr id="53" name="群組 52">
            <a:extLst>
              <a:ext uri="{FF2B5EF4-FFF2-40B4-BE49-F238E27FC236}">
                <a16:creationId xmlns:a16="http://schemas.microsoft.com/office/drawing/2014/main" id="{1D983882-C82D-40A9-91AC-28CF2A906BCA}"/>
              </a:ext>
            </a:extLst>
          </p:cNvPr>
          <p:cNvGrpSpPr/>
          <p:nvPr/>
        </p:nvGrpSpPr>
        <p:grpSpPr>
          <a:xfrm>
            <a:off x="11926450" y="4548965"/>
            <a:ext cx="2134117" cy="1273979"/>
            <a:chOff x="2818855" y="1217023"/>
            <a:chExt cx="1548429" cy="1273979"/>
          </a:xfrm>
        </p:grpSpPr>
        <p:sp>
          <p:nvSpPr>
            <p:cNvPr id="63" name="標題 1">
              <a:extLst>
                <a:ext uri="{FF2B5EF4-FFF2-40B4-BE49-F238E27FC236}">
                  <a16:creationId xmlns:a16="http://schemas.microsoft.com/office/drawing/2014/main" id="{33C6739F-21C8-4077-A67A-D352C6D6F5B8}"/>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歷史</a:t>
              </a:r>
              <a:endParaRPr lang="en-US" altLang="zh-TW" sz="4000" b="1" dirty="0">
                <a:latin typeface="俐方體11號" pitchFamily="2" charset="-120"/>
                <a:ea typeface="俐方體11號" pitchFamily="2" charset="-120"/>
              </a:endParaRPr>
            </a:p>
            <a:p>
              <a:pPr algn="ctr"/>
              <a:r>
                <a:rPr lang="zh-TW" altLang="en-US" sz="4000" b="1" dirty="0">
                  <a:latin typeface="俐方體11號" pitchFamily="2" charset="-120"/>
                  <a:ea typeface="俐方體11號" pitchFamily="2" charset="-120"/>
                </a:rPr>
                <a:t>重演</a:t>
              </a:r>
              <a:endParaRPr lang="en-US" altLang="zh-TW" sz="4000" b="1" dirty="0">
                <a:latin typeface="俐方體11號" pitchFamily="2" charset="-120"/>
                <a:ea typeface="俐方體11號" pitchFamily="2" charset="-120"/>
              </a:endParaRPr>
            </a:p>
          </p:txBody>
        </p:sp>
        <p:sp>
          <p:nvSpPr>
            <p:cNvPr id="64" name="矩形 63">
              <a:extLst>
                <a:ext uri="{FF2B5EF4-FFF2-40B4-BE49-F238E27FC236}">
                  <a16:creationId xmlns:a16="http://schemas.microsoft.com/office/drawing/2014/main" id="{4C2921F4-3785-416E-8B45-1B23181B56CD}"/>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bg1">
                    <a:lumMod val="50000"/>
                  </a:schemeClr>
                </a:solidFill>
                <a:latin typeface="俐方體11號" pitchFamily="2" charset="-120"/>
                <a:ea typeface="俐方體11號" pitchFamily="2" charset="-120"/>
              </a:endParaRPr>
            </a:p>
          </p:txBody>
        </p:sp>
      </p:grpSp>
      <p:grpSp>
        <p:nvGrpSpPr>
          <p:cNvPr id="65" name="群組 64">
            <a:extLst>
              <a:ext uri="{FF2B5EF4-FFF2-40B4-BE49-F238E27FC236}">
                <a16:creationId xmlns:a16="http://schemas.microsoft.com/office/drawing/2014/main" id="{3C7C9EF4-2013-43D3-8C1E-891A8156DAF1}"/>
              </a:ext>
            </a:extLst>
          </p:cNvPr>
          <p:cNvGrpSpPr/>
          <p:nvPr/>
        </p:nvGrpSpPr>
        <p:grpSpPr>
          <a:xfrm>
            <a:off x="15001801" y="4548965"/>
            <a:ext cx="2134117" cy="1273979"/>
            <a:chOff x="2818855" y="1217023"/>
            <a:chExt cx="1548429" cy="1273979"/>
          </a:xfrm>
        </p:grpSpPr>
        <p:sp>
          <p:nvSpPr>
            <p:cNvPr id="72" name="標題 1">
              <a:extLst>
                <a:ext uri="{FF2B5EF4-FFF2-40B4-BE49-F238E27FC236}">
                  <a16:creationId xmlns:a16="http://schemas.microsoft.com/office/drawing/2014/main" id="{D3749643-1E8F-40EE-81A2-D362D9DA21C1}"/>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真相</a:t>
              </a:r>
            </a:p>
          </p:txBody>
        </p:sp>
        <p:sp>
          <p:nvSpPr>
            <p:cNvPr id="73" name="矩形 72">
              <a:extLst>
                <a:ext uri="{FF2B5EF4-FFF2-40B4-BE49-F238E27FC236}">
                  <a16:creationId xmlns:a16="http://schemas.microsoft.com/office/drawing/2014/main" id="{19A28266-E075-45F7-933F-57A13EB34E47}"/>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latin typeface="俐方體11號" pitchFamily="2" charset="-120"/>
                <a:ea typeface="俐方體11號" pitchFamily="2" charset="-120"/>
              </a:endParaRPr>
            </a:p>
          </p:txBody>
        </p:sp>
      </p:grpSp>
      <p:cxnSp>
        <p:nvCxnSpPr>
          <p:cNvPr id="89" name="直線接點 88">
            <a:extLst>
              <a:ext uri="{FF2B5EF4-FFF2-40B4-BE49-F238E27FC236}">
                <a16:creationId xmlns:a16="http://schemas.microsoft.com/office/drawing/2014/main" id="{A9885D64-0850-4728-9AB8-142C94C1BFB8}"/>
              </a:ext>
            </a:extLst>
          </p:cNvPr>
          <p:cNvCxnSpPr>
            <a:cxnSpLocks/>
            <a:stCxn id="59" idx="3"/>
            <a:endCxn id="40" idx="1"/>
          </p:cNvCxnSpPr>
          <p:nvPr/>
        </p:nvCxnSpPr>
        <p:spPr>
          <a:xfrm>
            <a:off x="7909867" y="5185955"/>
            <a:ext cx="9412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線接點 92">
            <a:extLst>
              <a:ext uri="{FF2B5EF4-FFF2-40B4-BE49-F238E27FC236}">
                <a16:creationId xmlns:a16="http://schemas.microsoft.com/office/drawing/2014/main" id="{EA80501F-61C7-43DF-81A9-D7D10260DF5D}"/>
              </a:ext>
            </a:extLst>
          </p:cNvPr>
          <p:cNvCxnSpPr>
            <a:cxnSpLocks/>
            <a:stCxn id="40" idx="3"/>
            <a:endCxn id="64" idx="1"/>
          </p:cNvCxnSpPr>
          <p:nvPr/>
        </p:nvCxnSpPr>
        <p:spPr>
          <a:xfrm>
            <a:off x="10985217" y="5185955"/>
            <a:ext cx="9412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線接點 94">
            <a:extLst>
              <a:ext uri="{FF2B5EF4-FFF2-40B4-BE49-F238E27FC236}">
                <a16:creationId xmlns:a16="http://schemas.microsoft.com/office/drawing/2014/main" id="{4D18E2A4-572F-47C1-81A7-3A94DE044327}"/>
              </a:ext>
            </a:extLst>
          </p:cNvPr>
          <p:cNvCxnSpPr>
            <a:cxnSpLocks/>
            <a:stCxn id="71" idx="3"/>
            <a:endCxn id="59" idx="1"/>
          </p:cNvCxnSpPr>
          <p:nvPr/>
        </p:nvCxnSpPr>
        <p:spPr>
          <a:xfrm>
            <a:off x="4834517" y="5185955"/>
            <a:ext cx="9412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標題 1">
            <a:extLst>
              <a:ext uri="{FF2B5EF4-FFF2-40B4-BE49-F238E27FC236}">
                <a16:creationId xmlns:a16="http://schemas.microsoft.com/office/drawing/2014/main" id="{A0BFB56E-8334-4181-8835-7503282B4853}"/>
              </a:ext>
            </a:extLst>
          </p:cNvPr>
          <p:cNvSpPr txBox="1">
            <a:spLocks/>
          </p:cNvSpPr>
          <p:nvPr/>
        </p:nvSpPr>
        <p:spPr>
          <a:xfrm>
            <a:off x="8172862" y="8405631"/>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000" b="1" dirty="0">
                <a:solidFill>
                  <a:schemeClr val="bg1">
                    <a:lumMod val="50000"/>
                  </a:schemeClr>
                </a:solidFill>
                <a:latin typeface="俐方體11號" pitchFamily="2" charset="-120"/>
                <a:ea typeface="俐方體11號" pitchFamily="2" charset="-120"/>
              </a:rPr>
              <a:t>1</a:t>
            </a:r>
            <a:r>
              <a:rPr lang="zh-TW" altLang="en-US" sz="4000" b="1" dirty="0">
                <a:solidFill>
                  <a:schemeClr val="bg1">
                    <a:lumMod val="50000"/>
                  </a:schemeClr>
                </a:solidFill>
                <a:latin typeface="俐方體11號" pitchFamily="2" charset="-120"/>
                <a:ea typeface="俐方體11號" pitchFamily="2" charset="-120"/>
              </a:rPr>
              <a:t> </a:t>
            </a:r>
            <a:r>
              <a:rPr lang="en-US" altLang="zh-TW" sz="4000" b="1" dirty="0">
                <a:solidFill>
                  <a:schemeClr val="bg1">
                    <a:lumMod val="50000"/>
                  </a:schemeClr>
                </a:solidFill>
                <a:latin typeface="俐方體11號" pitchFamily="2" charset="-120"/>
                <a:ea typeface="俐方體11號" pitchFamily="2" charset="-120"/>
              </a:rPr>
              <a:t>2</a:t>
            </a:r>
            <a:r>
              <a:rPr lang="zh-TW" altLang="en-US" sz="4000" b="1" dirty="0">
                <a:latin typeface="俐方體11號" pitchFamily="2" charset="-120"/>
                <a:ea typeface="俐方體11號" pitchFamily="2" charset="-120"/>
              </a:rPr>
              <a:t> </a:t>
            </a:r>
            <a:r>
              <a:rPr lang="en-US" altLang="zh-TW" sz="4000" b="1" dirty="0">
                <a:latin typeface="俐方體11號" pitchFamily="2" charset="-120"/>
                <a:ea typeface="俐方體11號" pitchFamily="2" charset="-120"/>
              </a:rPr>
              <a:t>3</a:t>
            </a:r>
            <a:endParaRPr lang="zh-TW" altLang="en-US" sz="4000" b="1" dirty="0">
              <a:latin typeface="俐方體11號" pitchFamily="2" charset="-120"/>
              <a:ea typeface="俐方體11號" pitchFamily="2" charset="-120"/>
            </a:endParaRPr>
          </a:p>
        </p:txBody>
      </p:sp>
      <p:sp>
        <p:nvSpPr>
          <p:cNvPr id="102" name="標題 1">
            <a:extLst>
              <a:ext uri="{FF2B5EF4-FFF2-40B4-BE49-F238E27FC236}">
                <a16:creationId xmlns:a16="http://schemas.microsoft.com/office/drawing/2014/main" id="{B0F46806-A5B0-4B30-9F7B-3401B25AC181}"/>
              </a:ext>
            </a:extLst>
          </p:cNvPr>
          <p:cNvSpPr txBox="1">
            <a:spLocks/>
          </p:cNvSpPr>
          <p:nvPr/>
        </p:nvSpPr>
        <p:spPr>
          <a:xfrm>
            <a:off x="2591393" y="909948"/>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000" b="1" dirty="0">
                <a:latin typeface="俐方體11號" pitchFamily="2" charset="-120"/>
                <a:ea typeface="俐方體11號" pitchFamily="2" charset="-120"/>
              </a:rPr>
              <a:t>三、下山  </a:t>
            </a:r>
          </a:p>
        </p:txBody>
      </p:sp>
      <p:grpSp>
        <p:nvGrpSpPr>
          <p:cNvPr id="74" name="群組 73">
            <a:extLst>
              <a:ext uri="{FF2B5EF4-FFF2-40B4-BE49-F238E27FC236}">
                <a16:creationId xmlns:a16="http://schemas.microsoft.com/office/drawing/2014/main" id="{3213C919-3647-4070-827D-3D426928867E}"/>
              </a:ext>
            </a:extLst>
          </p:cNvPr>
          <p:cNvGrpSpPr/>
          <p:nvPr/>
        </p:nvGrpSpPr>
        <p:grpSpPr>
          <a:xfrm>
            <a:off x="11926450" y="6152027"/>
            <a:ext cx="2134117" cy="1273979"/>
            <a:chOff x="2818855" y="1217023"/>
            <a:chExt cx="1548429" cy="1273979"/>
          </a:xfrm>
        </p:grpSpPr>
        <p:sp>
          <p:nvSpPr>
            <p:cNvPr id="78" name="標題 1">
              <a:extLst>
                <a:ext uri="{FF2B5EF4-FFF2-40B4-BE49-F238E27FC236}">
                  <a16:creationId xmlns:a16="http://schemas.microsoft.com/office/drawing/2014/main" id="{E1806F95-169F-4BFE-8D02-BB60DBAB8915}"/>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latin typeface="俐方體11號" pitchFamily="2" charset="-120"/>
                  <a:ea typeface="俐方體11號" pitchFamily="2" charset="-120"/>
                </a:rPr>
                <a:t>求救</a:t>
              </a:r>
            </a:p>
          </p:txBody>
        </p:sp>
        <p:sp>
          <p:nvSpPr>
            <p:cNvPr id="79" name="矩形 78">
              <a:extLst>
                <a:ext uri="{FF2B5EF4-FFF2-40B4-BE49-F238E27FC236}">
                  <a16:creationId xmlns:a16="http://schemas.microsoft.com/office/drawing/2014/main" id="{018FBE09-8E5C-4959-8173-A32EA815FB83}"/>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bg1">
                    <a:lumMod val="50000"/>
                  </a:schemeClr>
                </a:solidFill>
                <a:latin typeface="俐方體11號" pitchFamily="2" charset="-120"/>
                <a:ea typeface="俐方體11號" pitchFamily="2" charset="-120"/>
              </a:endParaRPr>
            </a:p>
          </p:txBody>
        </p:sp>
      </p:grpSp>
      <p:pic>
        <p:nvPicPr>
          <p:cNvPr id="81" name="圖片 80">
            <a:extLst>
              <a:ext uri="{FF2B5EF4-FFF2-40B4-BE49-F238E27FC236}">
                <a16:creationId xmlns:a16="http://schemas.microsoft.com/office/drawing/2014/main" id="{7C8CFF9E-A406-4327-8EF8-C75A4346CB2A}"/>
              </a:ext>
            </a:extLst>
          </p:cNvPr>
          <p:cNvPicPr>
            <a:picLocks noChangeAspect="1"/>
          </p:cNvPicPr>
          <p:nvPr/>
        </p:nvPicPr>
        <p:blipFill rotWithShape="1">
          <a:blip r:embed="rId2">
            <a:extLst>
              <a:ext uri="{28A0092B-C50C-407E-A947-70E740481C1C}">
                <a14:useLocalDpi xmlns:a14="http://schemas.microsoft.com/office/drawing/2010/main" val="0"/>
              </a:ext>
            </a:extLst>
          </a:blip>
          <a:srcRect t="21853" r="59052"/>
          <a:stretch/>
        </p:blipFill>
        <p:spPr>
          <a:xfrm>
            <a:off x="1357870" y="3766782"/>
            <a:ext cx="853068" cy="5832787"/>
          </a:xfrm>
          <a:prstGeom prst="rect">
            <a:avLst/>
          </a:prstGeom>
        </p:spPr>
      </p:pic>
      <p:cxnSp>
        <p:nvCxnSpPr>
          <p:cNvPr id="82" name="接點: 肘形 81">
            <a:extLst>
              <a:ext uri="{FF2B5EF4-FFF2-40B4-BE49-F238E27FC236}">
                <a16:creationId xmlns:a16="http://schemas.microsoft.com/office/drawing/2014/main" id="{6A8F50BA-D7D2-4A8D-9094-ED8CF0CB8541}"/>
              </a:ext>
            </a:extLst>
          </p:cNvPr>
          <p:cNvCxnSpPr>
            <a:cxnSpLocks/>
            <a:stCxn id="71" idx="3"/>
            <a:endCxn id="62" idx="1"/>
          </p:cNvCxnSpPr>
          <p:nvPr/>
        </p:nvCxnSpPr>
        <p:spPr>
          <a:xfrm flipV="1">
            <a:off x="4834517" y="3531886"/>
            <a:ext cx="941233" cy="1654069"/>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3" name="接點: 肘形 82">
            <a:extLst>
              <a:ext uri="{FF2B5EF4-FFF2-40B4-BE49-F238E27FC236}">
                <a16:creationId xmlns:a16="http://schemas.microsoft.com/office/drawing/2014/main" id="{288FC008-0B8B-4A83-949B-394BD87039D5}"/>
              </a:ext>
            </a:extLst>
          </p:cNvPr>
          <p:cNvCxnSpPr>
            <a:cxnSpLocks/>
            <a:stCxn id="71" idx="3"/>
            <a:endCxn id="77" idx="1"/>
          </p:cNvCxnSpPr>
          <p:nvPr/>
        </p:nvCxnSpPr>
        <p:spPr>
          <a:xfrm>
            <a:off x="4834517" y="5185955"/>
            <a:ext cx="941233" cy="160306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4" name="接點: 肘形 83">
            <a:extLst>
              <a:ext uri="{FF2B5EF4-FFF2-40B4-BE49-F238E27FC236}">
                <a16:creationId xmlns:a16="http://schemas.microsoft.com/office/drawing/2014/main" id="{06C98911-7FCF-43C7-AEBD-BB8E26DADF4E}"/>
              </a:ext>
            </a:extLst>
          </p:cNvPr>
          <p:cNvCxnSpPr>
            <a:cxnSpLocks/>
            <a:stCxn id="71" idx="3"/>
            <a:endCxn id="68" idx="1"/>
          </p:cNvCxnSpPr>
          <p:nvPr/>
        </p:nvCxnSpPr>
        <p:spPr>
          <a:xfrm flipV="1">
            <a:off x="4834517" y="1852397"/>
            <a:ext cx="941233" cy="3333558"/>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5" name="接點: 肘形 84">
            <a:extLst>
              <a:ext uri="{FF2B5EF4-FFF2-40B4-BE49-F238E27FC236}">
                <a16:creationId xmlns:a16="http://schemas.microsoft.com/office/drawing/2014/main" id="{44D98809-DB23-4EDE-945F-798A3EBD3A3D}"/>
              </a:ext>
            </a:extLst>
          </p:cNvPr>
          <p:cNvCxnSpPr>
            <a:cxnSpLocks/>
            <a:stCxn id="71" idx="3"/>
            <a:endCxn id="56" idx="1"/>
          </p:cNvCxnSpPr>
          <p:nvPr/>
        </p:nvCxnSpPr>
        <p:spPr>
          <a:xfrm>
            <a:off x="4834517" y="5185955"/>
            <a:ext cx="941233" cy="3210119"/>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6" name="接點: 肘形 85">
            <a:extLst>
              <a:ext uri="{FF2B5EF4-FFF2-40B4-BE49-F238E27FC236}">
                <a16:creationId xmlns:a16="http://schemas.microsoft.com/office/drawing/2014/main" id="{7D0F4F84-764C-4B98-8928-714CF655D277}"/>
              </a:ext>
            </a:extLst>
          </p:cNvPr>
          <p:cNvCxnSpPr>
            <a:cxnSpLocks/>
            <a:stCxn id="40" idx="3"/>
            <a:endCxn id="52" idx="1"/>
          </p:cNvCxnSpPr>
          <p:nvPr/>
        </p:nvCxnSpPr>
        <p:spPr>
          <a:xfrm flipV="1">
            <a:off x="10985217" y="3531886"/>
            <a:ext cx="941233" cy="1654069"/>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7" name="接點: 肘形 86">
            <a:extLst>
              <a:ext uri="{FF2B5EF4-FFF2-40B4-BE49-F238E27FC236}">
                <a16:creationId xmlns:a16="http://schemas.microsoft.com/office/drawing/2014/main" id="{0282F144-1E7C-402A-B51B-E4B512E9F5A5}"/>
              </a:ext>
            </a:extLst>
          </p:cNvPr>
          <p:cNvCxnSpPr>
            <a:cxnSpLocks/>
            <a:stCxn id="40" idx="3"/>
            <a:endCxn id="79" idx="1"/>
          </p:cNvCxnSpPr>
          <p:nvPr/>
        </p:nvCxnSpPr>
        <p:spPr>
          <a:xfrm>
            <a:off x="10985217" y="5185955"/>
            <a:ext cx="941233" cy="160306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91" name="接點: 肘形 90">
            <a:extLst>
              <a:ext uri="{FF2B5EF4-FFF2-40B4-BE49-F238E27FC236}">
                <a16:creationId xmlns:a16="http://schemas.microsoft.com/office/drawing/2014/main" id="{E5B915CF-1407-45E6-969F-0FCD7F8B86CD}"/>
              </a:ext>
            </a:extLst>
          </p:cNvPr>
          <p:cNvCxnSpPr>
            <a:cxnSpLocks/>
            <a:stCxn id="59" idx="3"/>
            <a:endCxn id="46" idx="1"/>
          </p:cNvCxnSpPr>
          <p:nvPr/>
        </p:nvCxnSpPr>
        <p:spPr>
          <a:xfrm>
            <a:off x="7909867" y="5185955"/>
            <a:ext cx="909057" cy="160306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100" name="直線接點 99">
            <a:extLst>
              <a:ext uri="{FF2B5EF4-FFF2-40B4-BE49-F238E27FC236}">
                <a16:creationId xmlns:a16="http://schemas.microsoft.com/office/drawing/2014/main" id="{35F56C4F-E663-4127-B702-322986E0C5C8}"/>
              </a:ext>
            </a:extLst>
          </p:cNvPr>
          <p:cNvCxnSpPr>
            <a:cxnSpLocks/>
            <a:stCxn id="64" idx="3"/>
            <a:endCxn id="73" idx="1"/>
          </p:cNvCxnSpPr>
          <p:nvPr/>
        </p:nvCxnSpPr>
        <p:spPr>
          <a:xfrm>
            <a:off x="14060567" y="5185955"/>
            <a:ext cx="9412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3" name="群組 102">
            <a:extLst>
              <a:ext uri="{FF2B5EF4-FFF2-40B4-BE49-F238E27FC236}">
                <a16:creationId xmlns:a16="http://schemas.microsoft.com/office/drawing/2014/main" id="{D8F66818-5E78-47A1-8498-31C30FACB25A}"/>
              </a:ext>
            </a:extLst>
          </p:cNvPr>
          <p:cNvGrpSpPr/>
          <p:nvPr/>
        </p:nvGrpSpPr>
        <p:grpSpPr>
          <a:xfrm>
            <a:off x="16697297" y="1009397"/>
            <a:ext cx="660914" cy="664277"/>
            <a:chOff x="16459195" y="1006319"/>
            <a:chExt cx="874428" cy="878875"/>
          </a:xfrm>
        </p:grpSpPr>
        <p:sp>
          <p:nvSpPr>
            <p:cNvPr id="104" name="矩形 103">
              <a:extLst>
                <a:ext uri="{FF2B5EF4-FFF2-40B4-BE49-F238E27FC236}">
                  <a16:creationId xmlns:a16="http://schemas.microsoft.com/office/drawing/2014/main" id="{2F4F8439-3016-4EF1-BF9B-9A1355F5534A}"/>
                </a:ext>
              </a:extLst>
            </p:cNvPr>
            <p:cNvSpPr/>
            <p:nvPr/>
          </p:nvSpPr>
          <p:spPr>
            <a:xfrm>
              <a:off x="16459195" y="1018921"/>
              <a:ext cx="866273" cy="86627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 name="標題 1">
              <a:extLst>
                <a:ext uri="{FF2B5EF4-FFF2-40B4-BE49-F238E27FC236}">
                  <a16:creationId xmlns:a16="http://schemas.microsoft.com/office/drawing/2014/main" id="{90DA6139-D301-48C6-A557-528FFAFDC47C}"/>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latin typeface="俐方體11號" pitchFamily="2" charset="-120"/>
                  <a:ea typeface="俐方體11號" pitchFamily="2" charset="-120"/>
                </a:rPr>
                <a:t>x</a:t>
              </a:r>
              <a:endParaRPr lang="zh-TW" altLang="en-US" sz="5400" b="1" dirty="0">
                <a:latin typeface="俐方體11號" pitchFamily="2" charset="-120"/>
                <a:ea typeface="俐方體11號" pitchFamily="2" charset="-120"/>
              </a:endParaRPr>
            </a:p>
          </p:txBody>
        </p:sp>
      </p:grpSp>
    </p:spTree>
    <p:extLst>
      <p:ext uri="{BB962C8B-B14F-4D97-AF65-F5344CB8AC3E}">
        <p14:creationId xmlns:p14="http://schemas.microsoft.com/office/powerpoint/2010/main" val="34762570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載入</a:t>
            </a:r>
          </a:p>
        </p:txBody>
      </p:sp>
      <p:grpSp>
        <p:nvGrpSpPr>
          <p:cNvPr id="2" name="群組 1">
            <a:extLst>
              <a:ext uri="{FF2B5EF4-FFF2-40B4-BE49-F238E27FC236}">
                <a16:creationId xmlns:a16="http://schemas.microsoft.com/office/drawing/2014/main" id="{F634284D-6EFE-44B3-AD27-47F5EAC1B00A}"/>
              </a:ext>
            </a:extLst>
          </p:cNvPr>
          <p:cNvGrpSpPr/>
          <p:nvPr/>
        </p:nvGrpSpPr>
        <p:grpSpPr>
          <a:xfrm>
            <a:off x="3243687" y="4548965"/>
            <a:ext cx="2166293" cy="1273979"/>
            <a:chOff x="2818855" y="1217023"/>
            <a:chExt cx="1548429" cy="1273979"/>
          </a:xfrm>
        </p:grpSpPr>
        <p:sp>
          <p:nvSpPr>
            <p:cNvPr id="12" name="標題 1">
              <a:extLst>
                <a:ext uri="{FF2B5EF4-FFF2-40B4-BE49-F238E27FC236}">
                  <a16:creationId xmlns:a16="http://schemas.microsoft.com/office/drawing/2014/main" id="{22B2C3DD-0CB3-4668-8FCD-8BB8C9CF9958}"/>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序</a:t>
              </a:r>
            </a:p>
          </p:txBody>
        </p:sp>
        <p:sp>
          <p:nvSpPr>
            <p:cNvPr id="19" name="矩形 18">
              <a:extLst>
                <a:ext uri="{FF2B5EF4-FFF2-40B4-BE49-F238E27FC236}">
                  <a16:creationId xmlns:a16="http://schemas.microsoft.com/office/drawing/2014/main" id="{92E1934B-9B86-43F1-92A4-58B2B4E5EB30}"/>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36" name="群組 35">
            <a:extLst>
              <a:ext uri="{FF2B5EF4-FFF2-40B4-BE49-F238E27FC236}">
                <a16:creationId xmlns:a16="http://schemas.microsoft.com/office/drawing/2014/main" id="{2446E58A-F20F-4A83-A02A-497F2BA18A2B}"/>
              </a:ext>
            </a:extLst>
          </p:cNvPr>
          <p:cNvGrpSpPr/>
          <p:nvPr/>
        </p:nvGrpSpPr>
        <p:grpSpPr>
          <a:xfrm>
            <a:off x="6114275" y="4548965"/>
            <a:ext cx="2166293" cy="1273979"/>
            <a:chOff x="2818855" y="1217023"/>
            <a:chExt cx="1548429" cy="1273979"/>
          </a:xfrm>
        </p:grpSpPr>
        <p:sp>
          <p:nvSpPr>
            <p:cNvPr id="37" name="標題 1">
              <a:extLst>
                <a:ext uri="{FF2B5EF4-FFF2-40B4-BE49-F238E27FC236}">
                  <a16:creationId xmlns:a16="http://schemas.microsoft.com/office/drawing/2014/main" id="{4DA9920D-0140-4A91-BD85-EFE130571DA9}"/>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荒野</a:t>
              </a:r>
              <a:endParaRPr lang="en-US" altLang="zh-TW" sz="4000" b="1" dirty="0">
                <a:solidFill>
                  <a:schemeClr val="accent1"/>
                </a:solidFill>
                <a:latin typeface="俐方體11號" pitchFamily="2" charset="-120"/>
                <a:ea typeface="俐方體11號" pitchFamily="2" charset="-120"/>
              </a:endParaRPr>
            </a:p>
            <a:p>
              <a:pPr algn="ctr"/>
              <a:r>
                <a:rPr lang="zh-TW" altLang="en-US" sz="4000" b="1" dirty="0">
                  <a:solidFill>
                    <a:schemeClr val="accent1"/>
                  </a:solidFill>
                  <a:latin typeface="俐方體11號" pitchFamily="2" charset="-120"/>
                  <a:ea typeface="俐方體11號" pitchFamily="2" charset="-120"/>
                </a:rPr>
                <a:t>求生</a:t>
              </a:r>
            </a:p>
          </p:txBody>
        </p:sp>
        <p:sp>
          <p:nvSpPr>
            <p:cNvPr id="38" name="矩形 37">
              <a:extLst>
                <a:ext uri="{FF2B5EF4-FFF2-40B4-BE49-F238E27FC236}">
                  <a16:creationId xmlns:a16="http://schemas.microsoft.com/office/drawing/2014/main" id="{181D8CA9-DFFC-45BC-BD28-931C9F867939}"/>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39" name="群組 38">
            <a:extLst>
              <a:ext uri="{FF2B5EF4-FFF2-40B4-BE49-F238E27FC236}">
                <a16:creationId xmlns:a16="http://schemas.microsoft.com/office/drawing/2014/main" id="{570FD7CB-3050-450E-B49F-3813B5ECEA7E}"/>
              </a:ext>
            </a:extLst>
          </p:cNvPr>
          <p:cNvGrpSpPr/>
          <p:nvPr/>
        </p:nvGrpSpPr>
        <p:grpSpPr>
          <a:xfrm>
            <a:off x="8984863" y="3639352"/>
            <a:ext cx="2166293" cy="1273979"/>
            <a:chOff x="2818855" y="1217023"/>
            <a:chExt cx="1548429" cy="1273979"/>
          </a:xfrm>
        </p:grpSpPr>
        <p:sp>
          <p:nvSpPr>
            <p:cNvPr id="40" name="標題 1">
              <a:extLst>
                <a:ext uri="{FF2B5EF4-FFF2-40B4-BE49-F238E27FC236}">
                  <a16:creationId xmlns:a16="http://schemas.microsoft.com/office/drawing/2014/main" id="{BAB18F19-C1DD-4281-A9E6-BF884909F0F3}"/>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登山隊</a:t>
              </a:r>
            </a:p>
          </p:txBody>
        </p:sp>
        <p:sp>
          <p:nvSpPr>
            <p:cNvPr id="41" name="矩形 40">
              <a:extLst>
                <a:ext uri="{FF2B5EF4-FFF2-40B4-BE49-F238E27FC236}">
                  <a16:creationId xmlns:a16="http://schemas.microsoft.com/office/drawing/2014/main" id="{9A442462-9D0F-4FF6-A83E-790D396ECFA4}"/>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42" name="群組 41">
            <a:extLst>
              <a:ext uri="{FF2B5EF4-FFF2-40B4-BE49-F238E27FC236}">
                <a16:creationId xmlns:a16="http://schemas.microsoft.com/office/drawing/2014/main" id="{4C157CA6-6206-4A94-9D8D-F24B3A6DAD84}"/>
              </a:ext>
            </a:extLst>
          </p:cNvPr>
          <p:cNvGrpSpPr/>
          <p:nvPr/>
        </p:nvGrpSpPr>
        <p:grpSpPr>
          <a:xfrm>
            <a:off x="14726038" y="4548965"/>
            <a:ext cx="2166293" cy="1273979"/>
            <a:chOff x="2818855" y="1217023"/>
            <a:chExt cx="1548429" cy="1273979"/>
          </a:xfrm>
        </p:grpSpPr>
        <p:sp>
          <p:nvSpPr>
            <p:cNvPr id="43" name="標題 1">
              <a:extLst>
                <a:ext uri="{FF2B5EF4-FFF2-40B4-BE49-F238E27FC236}">
                  <a16:creationId xmlns:a16="http://schemas.microsoft.com/office/drawing/2014/main" id="{86E0730F-A173-42B3-BA41-583BA68C71E4}"/>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下一章</a:t>
              </a:r>
            </a:p>
          </p:txBody>
        </p:sp>
        <p:sp>
          <p:nvSpPr>
            <p:cNvPr id="44" name="矩形 43">
              <a:extLst>
                <a:ext uri="{FF2B5EF4-FFF2-40B4-BE49-F238E27FC236}">
                  <a16:creationId xmlns:a16="http://schemas.microsoft.com/office/drawing/2014/main" id="{CD516B09-4C9A-4EBC-A13D-8DC84AEA36A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69" name="群組 68">
            <a:extLst>
              <a:ext uri="{FF2B5EF4-FFF2-40B4-BE49-F238E27FC236}">
                <a16:creationId xmlns:a16="http://schemas.microsoft.com/office/drawing/2014/main" id="{EA5159E0-8AB2-4ECD-AB4E-E727E93C3E7A}"/>
              </a:ext>
            </a:extLst>
          </p:cNvPr>
          <p:cNvGrpSpPr/>
          <p:nvPr/>
        </p:nvGrpSpPr>
        <p:grpSpPr>
          <a:xfrm>
            <a:off x="8984863" y="5488856"/>
            <a:ext cx="2166293" cy="1273979"/>
            <a:chOff x="2818855" y="1217023"/>
            <a:chExt cx="1548429" cy="1273979"/>
          </a:xfrm>
        </p:grpSpPr>
        <p:sp>
          <p:nvSpPr>
            <p:cNvPr id="70" name="標題 1">
              <a:extLst>
                <a:ext uri="{FF2B5EF4-FFF2-40B4-BE49-F238E27FC236}">
                  <a16:creationId xmlns:a16="http://schemas.microsoft.com/office/drawing/2014/main" id="{7E90DACF-171C-42B8-96E9-D62480E41145}"/>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誤判</a:t>
              </a:r>
              <a:endParaRPr lang="en-US" altLang="zh-TW" sz="4000" b="1" dirty="0">
                <a:solidFill>
                  <a:schemeClr val="accent1"/>
                </a:solidFill>
                <a:latin typeface="俐方體11號" pitchFamily="2" charset="-120"/>
                <a:ea typeface="俐方體11號" pitchFamily="2" charset="-120"/>
              </a:endParaRPr>
            </a:p>
          </p:txBody>
        </p:sp>
        <p:sp>
          <p:nvSpPr>
            <p:cNvPr id="71" name="矩形 70">
              <a:extLst>
                <a:ext uri="{FF2B5EF4-FFF2-40B4-BE49-F238E27FC236}">
                  <a16:creationId xmlns:a16="http://schemas.microsoft.com/office/drawing/2014/main" id="{C1706CC1-80D1-450D-9B58-A562BB4C39EF}"/>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72" name="群組 71">
            <a:extLst>
              <a:ext uri="{FF2B5EF4-FFF2-40B4-BE49-F238E27FC236}">
                <a16:creationId xmlns:a16="http://schemas.microsoft.com/office/drawing/2014/main" id="{BB28B301-B4DC-4E87-B7A7-3CC55C8442E0}"/>
              </a:ext>
            </a:extLst>
          </p:cNvPr>
          <p:cNvGrpSpPr/>
          <p:nvPr/>
        </p:nvGrpSpPr>
        <p:grpSpPr>
          <a:xfrm>
            <a:off x="11855451" y="4548965"/>
            <a:ext cx="2166293" cy="1273979"/>
            <a:chOff x="2818855" y="1217023"/>
            <a:chExt cx="1548429" cy="1273979"/>
          </a:xfrm>
        </p:grpSpPr>
        <p:sp>
          <p:nvSpPr>
            <p:cNvPr id="73" name="標題 1">
              <a:extLst>
                <a:ext uri="{FF2B5EF4-FFF2-40B4-BE49-F238E27FC236}">
                  <a16:creationId xmlns:a16="http://schemas.microsoft.com/office/drawing/2014/main" id="{2E84129D-7F84-4A9E-9BD5-F01271DF27E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訓練</a:t>
              </a:r>
            </a:p>
          </p:txBody>
        </p:sp>
        <p:sp>
          <p:nvSpPr>
            <p:cNvPr id="74" name="矩形 73">
              <a:extLst>
                <a:ext uri="{FF2B5EF4-FFF2-40B4-BE49-F238E27FC236}">
                  <a16:creationId xmlns:a16="http://schemas.microsoft.com/office/drawing/2014/main" id="{32108122-2FA4-459C-A1D9-C31043B737F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cxnSp>
        <p:nvCxnSpPr>
          <p:cNvPr id="5" name="直線接點 4">
            <a:extLst>
              <a:ext uri="{FF2B5EF4-FFF2-40B4-BE49-F238E27FC236}">
                <a16:creationId xmlns:a16="http://schemas.microsoft.com/office/drawing/2014/main" id="{F3E48BFD-7314-4DEC-A25A-87DA5FC0BAC0}"/>
              </a:ext>
            </a:extLst>
          </p:cNvPr>
          <p:cNvCxnSpPr>
            <a:cxnSpLocks/>
            <a:stCxn id="19" idx="3"/>
            <a:endCxn id="38" idx="1"/>
          </p:cNvCxnSpPr>
          <p:nvPr/>
        </p:nvCxnSpPr>
        <p:spPr>
          <a:xfrm>
            <a:off x="5409980" y="5185955"/>
            <a:ext cx="7042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2FF6AEDF-14F6-43DC-9907-171873C17DC2}"/>
              </a:ext>
            </a:extLst>
          </p:cNvPr>
          <p:cNvCxnSpPr>
            <a:cxnSpLocks/>
            <a:stCxn id="74" idx="3"/>
            <a:endCxn id="44" idx="1"/>
          </p:cNvCxnSpPr>
          <p:nvPr/>
        </p:nvCxnSpPr>
        <p:spPr>
          <a:xfrm>
            <a:off x="14021744" y="5185955"/>
            <a:ext cx="70429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標題 1">
            <a:extLst>
              <a:ext uri="{FF2B5EF4-FFF2-40B4-BE49-F238E27FC236}">
                <a16:creationId xmlns:a16="http://schemas.microsoft.com/office/drawing/2014/main" id="{0EE1A378-830A-45C6-92DF-9FE9D8C72113}"/>
              </a:ext>
            </a:extLst>
          </p:cNvPr>
          <p:cNvSpPr txBox="1">
            <a:spLocks/>
          </p:cNvSpPr>
          <p:nvPr/>
        </p:nvSpPr>
        <p:spPr>
          <a:xfrm>
            <a:off x="2591393" y="909948"/>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000" b="1" dirty="0">
                <a:latin typeface="俐方體11號" pitchFamily="2" charset="-120"/>
                <a:ea typeface="俐方體11號" pitchFamily="2" charset="-120"/>
              </a:rPr>
              <a:t>一、初識</a:t>
            </a:r>
          </a:p>
        </p:txBody>
      </p:sp>
      <p:sp>
        <p:nvSpPr>
          <p:cNvPr id="54" name="標題 1">
            <a:extLst>
              <a:ext uri="{FF2B5EF4-FFF2-40B4-BE49-F238E27FC236}">
                <a16:creationId xmlns:a16="http://schemas.microsoft.com/office/drawing/2014/main" id="{EAC44695-7193-4F72-955B-0E2FDC5FF643}"/>
              </a:ext>
            </a:extLst>
          </p:cNvPr>
          <p:cNvSpPr txBox="1">
            <a:spLocks/>
          </p:cNvSpPr>
          <p:nvPr/>
        </p:nvSpPr>
        <p:spPr>
          <a:xfrm>
            <a:off x="8172862" y="8405631"/>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000" b="1" dirty="0">
                <a:latin typeface="俐方體11號" pitchFamily="2" charset="-120"/>
                <a:ea typeface="俐方體11號" pitchFamily="2" charset="-120"/>
              </a:rPr>
              <a:t>1</a:t>
            </a:r>
            <a:r>
              <a:rPr lang="zh-TW" altLang="en-US" sz="4000" b="1" dirty="0">
                <a:latin typeface="俐方體11號" pitchFamily="2" charset="-120"/>
                <a:ea typeface="俐方體11號" pitchFamily="2" charset="-120"/>
              </a:rPr>
              <a:t> </a:t>
            </a:r>
            <a:r>
              <a:rPr lang="en-US" altLang="zh-TW" sz="4000" b="1" dirty="0">
                <a:solidFill>
                  <a:schemeClr val="accent1"/>
                </a:solidFill>
                <a:latin typeface="俐方體11號" pitchFamily="2" charset="-120"/>
                <a:ea typeface="俐方體11號" pitchFamily="2" charset="-120"/>
              </a:rPr>
              <a:t>2</a:t>
            </a:r>
            <a:r>
              <a:rPr lang="zh-TW" altLang="en-US" sz="4000" b="1" dirty="0">
                <a:solidFill>
                  <a:schemeClr val="accent1"/>
                </a:solidFill>
                <a:latin typeface="俐方體11號" pitchFamily="2" charset="-120"/>
                <a:ea typeface="俐方體11號" pitchFamily="2" charset="-120"/>
              </a:rPr>
              <a:t> </a:t>
            </a:r>
            <a:r>
              <a:rPr lang="en-US" altLang="zh-TW" sz="4000" b="1" dirty="0">
                <a:solidFill>
                  <a:schemeClr val="accent1"/>
                </a:solidFill>
                <a:latin typeface="俐方體11號" pitchFamily="2" charset="-120"/>
                <a:ea typeface="俐方體11號" pitchFamily="2" charset="-120"/>
              </a:rPr>
              <a:t>3</a:t>
            </a:r>
            <a:endParaRPr lang="zh-TW" altLang="en-US" sz="4000" b="1" dirty="0">
              <a:solidFill>
                <a:schemeClr val="accent1"/>
              </a:solidFill>
              <a:latin typeface="俐方體11號" pitchFamily="2" charset="-120"/>
              <a:ea typeface="俐方體11號" pitchFamily="2" charset="-120"/>
            </a:endParaRPr>
          </a:p>
        </p:txBody>
      </p:sp>
      <p:cxnSp>
        <p:nvCxnSpPr>
          <p:cNvPr id="6" name="接點: 肘形 5">
            <a:extLst>
              <a:ext uri="{FF2B5EF4-FFF2-40B4-BE49-F238E27FC236}">
                <a16:creationId xmlns:a16="http://schemas.microsoft.com/office/drawing/2014/main" id="{4188EAEC-B33E-406D-B73A-99733DF061D3}"/>
              </a:ext>
            </a:extLst>
          </p:cNvPr>
          <p:cNvCxnSpPr>
            <a:stCxn id="38" idx="3"/>
            <a:endCxn id="41" idx="1"/>
          </p:cNvCxnSpPr>
          <p:nvPr/>
        </p:nvCxnSpPr>
        <p:spPr>
          <a:xfrm flipV="1">
            <a:off x="8280568" y="4276342"/>
            <a:ext cx="704295" cy="909613"/>
          </a:xfrm>
          <a:prstGeom prst="bentConnector3">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50" name="接點: 肘形 49">
            <a:extLst>
              <a:ext uri="{FF2B5EF4-FFF2-40B4-BE49-F238E27FC236}">
                <a16:creationId xmlns:a16="http://schemas.microsoft.com/office/drawing/2014/main" id="{9DA8F1B2-E4F4-41E6-A463-15095F7CD866}"/>
              </a:ext>
            </a:extLst>
          </p:cNvPr>
          <p:cNvCxnSpPr>
            <a:cxnSpLocks/>
            <a:stCxn id="38" idx="3"/>
            <a:endCxn id="71" idx="1"/>
          </p:cNvCxnSpPr>
          <p:nvPr/>
        </p:nvCxnSpPr>
        <p:spPr>
          <a:xfrm>
            <a:off x="8280568" y="5185955"/>
            <a:ext cx="704295" cy="939891"/>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52" name="接點: 肘形 51">
            <a:extLst>
              <a:ext uri="{FF2B5EF4-FFF2-40B4-BE49-F238E27FC236}">
                <a16:creationId xmlns:a16="http://schemas.microsoft.com/office/drawing/2014/main" id="{AA4CB8CA-2C43-452D-97E2-9BB9638D56D4}"/>
              </a:ext>
            </a:extLst>
          </p:cNvPr>
          <p:cNvCxnSpPr>
            <a:cxnSpLocks/>
            <a:stCxn id="41" idx="3"/>
            <a:endCxn id="74" idx="1"/>
          </p:cNvCxnSpPr>
          <p:nvPr/>
        </p:nvCxnSpPr>
        <p:spPr>
          <a:xfrm>
            <a:off x="11151156" y="4276342"/>
            <a:ext cx="704295" cy="909613"/>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grpSp>
        <p:nvGrpSpPr>
          <p:cNvPr id="33" name="群組 32">
            <a:extLst>
              <a:ext uri="{FF2B5EF4-FFF2-40B4-BE49-F238E27FC236}">
                <a16:creationId xmlns:a16="http://schemas.microsoft.com/office/drawing/2014/main" id="{E5AB2608-6046-46B0-AB78-C108021CAA60}"/>
              </a:ext>
            </a:extLst>
          </p:cNvPr>
          <p:cNvGrpSpPr/>
          <p:nvPr/>
        </p:nvGrpSpPr>
        <p:grpSpPr>
          <a:xfrm>
            <a:off x="16697297" y="1009397"/>
            <a:ext cx="660914" cy="664277"/>
            <a:chOff x="16459195" y="1006319"/>
            <a:chExt cx="874428" cy="878875"/>
          </a:xfrm>
        </p:grpSpPr>
        <p:sp>
          <p:nvSpPr>
            <p:cNvPr id="34" name="矩形 33">
              <a:extLst>
                <a:ext uri="{FF2B5EF4-FFF2-40B4-BE49-F238E27FC236}">
                  <a16:creationId xmlns:a16="http://schemas.microsoft.com/office/drawing/2014/main" id="{6C343FAA-8929-43E9-BFF2-B41C46E6A420}"/>
                </a:ext>
              </a:extLst>
            </p:cNvPr>
            <p:cNvSpPr/>
            <p:nvPr/>
          </p:nvSpPr>
          <p:spPr>
            <a:xfrm>
              <a:off x="16459195" y="1018921"/>
              <a:ext cx="866273" cy="866273"/>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標題 1">
              <a:extLst>
                <a:ext uri="{FF2B5EF4-FFF2-40B4-BE49-F238E27FC236}">
                  <a16:creationId xmlns:a16="http://schemas.microsoft.com/office/drawing/2014/main" id="{6865010E-AB8E-4464-8E3F-04DA7EBF0402}"/>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solidFill>
                    <a:schemeClr val="bg1"/>
                  </a:solidFill>
                  <a:latin typeface="俐方體11號" pitchFamily="2" charset="-120"/>
                  <a:ea typeface="俐方體11號" pitchFamily="2" charset="-120"/>
                </a:rPr>
                <a:t>x</a:t>
              </a:r>
              <a:endParaRPr lang="zh-TW" altLang="en-US" sz="5400" b="1" dirty="0">
                <a:solidFill>
                  <a:schemeClr val="bg1"/>
                </a:solidFill>
                <a:latin typeface="俐方體11號" pitchFamily="2" charset="-120"/>
                <a:ea typeface="俐方體11號" pitchFamily="2" charset="-120"/>
              </a:endParaRPr>
            </a:p>
          </p:txBody>
        </p:sp>
      </p:grpSp>
      <p:pic>
        <p:nvPicPr>
          <p:cNvPr id="46" name="圖片 45">
            <a:extLst>
              <a:ext uri="{FF2B5EF4-FFF2-40B4-BE49-F238E27FC236}">
                <a16:creationId xmlns:a16="http://schemas.microsoft.com/office/drawing/2014/main" id="{5E2C059A-F5E5-4D7E-AA9E-97A93786AAA4}"/>
              </a:ext>
            </a:extLst>
          </p:cNvPr>
          <p:cNvPicPr>
            <a:picLocks noChangeAspect="1"/>
          </p:cNvPicPr>
          <p:nvPr/>
        </p:nvPicPr>
        <p:blipFill rotWithShape="1">
          <a:blip r:embed="rId2">
            <a:extLst>
              <a:ext uri="{28A0092B-C50C-407E-A947-70E740481C1C}">
                <a14:useLocalDpi xmlns:a14="http://schemas.microsoft.com/office/drawing/2010/main" val="0"/>
              </a:ext>
            </a:extLst>
          </a:blip>
          <a:srcRect l="65179" t="21853" r="-4851" b="-183"/>
          <a:stretch/>
        </p:blipFill>
        <p:spPr>
          <a:xfrm>
            <a:off x="1357869" y="3766782"/>
            <a:ext cx="826487" cy="5846435"/>
          </a:xfrm>
          <a:prstGeom prst="rect">
            <a:avLst/>
          </a:prstGeom>
        </p:spPr>
      </p:pic>
    </p:spTree>
    <p:extLst>
      <p:ext uri="{BB962C8B-B14F-4D97-AF65-F5344CB8AC3E}">
        <p14:creationId xmlns:p14="http://schemas.microsoft.com/office/powerpoint/2010/main" val="28501372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載入</a:t>
            </a:r>
          </a:p>
        </p:txBody>
      </p:sp>
      <p:grpSp>
        <p:nvGrpSpPr>
          <p:cNvPr id="42" name="群組 41">
            <a:extLst>
              <a:ext uri="{FF2B5EF4-FFF2-40B4-BE49-F238E27FC236}">
                <a16:creationId xmlns:a16="http://schemas.microsoft.com/office/drawing/2014/main" id="{4C157CA6-6206-4A94-9D8D-F24B3A6DAD84}"/>
              </a:ext>
            </a:extLst>
          </p:cNvPr>
          <p:cNvGrpSpPr/>
          <p:nvPr/>
        </p:nvGrpSpPr>
        <p:grpSpPr>
          <a:xfrm>
            <a:off x="5141375" y="4548965"/>
            <a:ext cx="2166293" cy="1273979"/>
            <a:chOff x="2818855" y="1217023"/>
            <a:chExt cx="1548429" cy="1273979"/>
          </a:xfrm>
        </p:grpSpPr>
        <p:sp>
          <p:nvSpPr>
            <p:cNvPr id="43" name="標題 1">
              <a:extLst>
                <a:ext uri="{FF2B5EF4-FFF2-40B4-BE49-F238E27FC236}">
                  <a16:creationId xmlns:a16="http://schemas.microsoft.com/office/drawing/2014/main" id="{86E0730F-A173-42B3-BA41-583BA68C71E4}"/>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木屋</a:t>
              </a:r>
            </a:p>
          </p:txBody>
        </p:sp>
        <p:sp>
          <p:nvSpPr>
            <p:cNvPr id="44" name="矩形 43">
              <a:extLst>
                <a:ext uri="{FF2B5EF4-FFF2-40B4-BE49-F238E27FC236}">
                  <a16:creationId xmlns:a16="http://schemas.microsoft.com/office/drawing/2014/main" id="{CD516B09-4C9A-4EBC-A13D-8DC84AEA36A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u="sng">
                <a:solidFill>
                  <a:schemeClr val="accent1"/>
                </a:solidFill>
                <a:latin typeface="俐方體11號" pitchFamily="2" charset="-120"/>
                <a:ea typeface="俐方體11號" pitchFamily="2" charset="-120"/>
              </a:endParaRPr>
            </a:p>
          </p:txBody>
        </p:sp>
      </p:grpSp>
      <p:grpSp>
        <p:nvGrpSpPr>
          <p:cNvPr id="48" name="群組 47">
            <a:extLst>
              <a:ext uri="{FF2B5EF4-FFF2-40B4-BE49-F238E27FC236}">
                <a16:creationId xmlns:a16="http://schemas.microsoft.com/office/drawing/2014/main" id="{8BF23547-F233-42B4-B9B2-BDCD379C98AF}"/>
              </a:ext>
            </a:extLst>
          </p:cNvPr>
          <p:cNvGrpSpPr/>
          <p:nvPr/>
        </p:nvGrpSpPr>
        <p:grpSpPr>
          <a:xfrm>
            <a:off x="7614526" y="5359187"/>
            <a:ext cx="2166293" cy="1273979"/>
            <a:chOff x="2818855" y="1217023"/>
            <a:chExt cx="1548429" cy="1273979"/>
          </a:xfrm>
        </p:grpSpPr>
        <p:sp>
          <p:nvSpPr>
            <p:cNvPr id="49" name="標題 1">
              <a:extLst>
                <a:ext uri="{FF2B5EF4-FFF2-40B4-BE49-F238E27FC236}">
                  <a16:creationId xmlns:a16="http://schemas.microsoft.com/office/drawing/2014/main" id="{D968C1E0-B1CD-452C-B431-A4088968370E}"/>
                </a:ext>
              </a:extLst>
            </p:cNvPr>
            <p:cNvSpPr txBox="1">
              <a:spLocks/>
            </p:cNvSpPr>
            <p:nvPr/>
          </p:nvSpPr>
          <p:spPr>
            <a:xfrm>
              <a:off x="2818855" y="135684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奧金</a:t>
              </a:r>
            </a:p>
          </p:txBody>
        </p:sp>
        <p:sp>
          <p:nvSpPr>
            <p:cNvPr id="50" name="矩形 49">
              <a:extLst>
                <a:ext uri="{FF2B5EF4-FFF2-40B4-BE49-F238E27FC236}">
                  <a16:creationId xmlns:a16="http://schemas.microsoft.com/office/drawing/2014/main" id="{49018F63-4920-4E61-BBE3-8CAC695DEA6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63" name="群組 62">
            <a:extLst>
              <a:ext uri="{FF2B5EF4-FFF2-40B4-BE49-F238E27FC236}">
                <a16:creationId xmlns:a16="http://schemas.microsoft.com/office/drawing/2014/main" id="{7E0544DA-7C50-4241-9AA7-7060165EA272}"/>
              </a:ext>
            </a:extLst>
          </p:cNvPr>
          <p:cNvGrpSpPr/>
          <p:nvPr/>
        </p:nvGrpSpPr>
        <p:grpSpPr>
          <a:xfrm>
            <a:off x="10087677" y="4548965"/>
            <a:ext cx="2134117" cy="1273979"/>
            <a:chOff x="2818855" y="1217023"/>
            <a:chExt cx="1548429" cy="1273979"/>
          </a:xfrm>
        </p:grpSpPr>
        <p:sp>
          <p:nvSpPr>
            <p:cNvPr id="64" name="標題 1">
              <a:extLst>
                <a:ext uri="{FF2B5EF4-FFF2-40B4-BE49-F238E27FC236}">
                  <a16:creationId xmlns:a16="http://schemas.microsoft.com/office/drawing/2014/main" id="{8BA5A763-3E78-45EF-8CDB-9FBA9A311275}"/>
                </a:ext>
              </a:extLst>
            </p:cNvPr>
            <p:cNvSpPr txBox="1">
              <a:spLocks/>
            </p:cNvSpPr>
            <p:nvPr/>
          </p:nvSpPr>
          <p:spPr>
            <a:xfrm>
              <a:off x="2818855" y="13758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雪洞</a:t>
              </a:r>
            </a:p>
          </p:txBody>
        </p:sp>
        <p:sp>
          <p:nvSpPr>
            <p:cNvPr id="65" name="矩形 64">
              <a:extLst>
                <a:ext uri="{FF2B5EF4-FFF2-40B4-BE49-F238E27FC236}">
                  <a16:creationId xmlns:a16="http://schemas.microsoft.com/office/drawing/2014/main" id="{90BBF600-3861-43A6-A96D-A6470A2A5F68}"/>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u="sng">
                <a:solidFill>
                  <a:schemeClr val="accent1"/>
                </a:solidFill>
                <a:latin typeface="俐方體11號" pitchFamily="2" charset="-120"/>
                <a:ea typeface="俐方體11號" pitchFamily="2" charset="-120"/>
              </a:endParaRPr>
            </a:p>
          </p:txBody>
        </p:sp>
      </p:grpSp>
      <p:grpSp>
        <p:nvGrpSpPr>
          <p:cNvPr id="69" name="群組 68">
            <a:extLst>
              <a:ext uri="{FF2B5EF4-FFF2-40B4-BE49-F238E27FC236}">
                <a16:creationId xmlns:a16="http://schemas.microsoft.com/office/drawing/2014/main" id="{3438C7C1-E165-4C4A-83A2-78DC787710DA}"/>
              </a:ext>
            </a:extLst>
          </p:cNvPr>
          <p:cNvGrpSpPr/>
          <p:nvPr/>
        </p:nvGrpSpPr>
        <p:grpSpPr>
          <a:xfrm>
            <a:off x="2668224" y="4548965"/>
            <a:ext cx="2166293" cy="1273979"/>
            <a:chOff x="2818855" y="1217023"/>
            <a:chExt cx="1548429" cy="1273979"/>
          </a:xfrm>
        </p:grpSpPr>
        <p:sp>
          <p:nvSpPr>
            <p:cNvPr id="70" name="標題 1">
              <a:extLst>
                <a:ext uri="{FF2B5EF4-FFF2-40B4-BE49-F238E27FC236}">
                  <a16:creationId xmlns:a16="http://schemas.microsoft.com/office/drawing/2014/main" id="{89F62084-05D0-4D8F-88C1-CDFF0405DC4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登山</a:t>
              </a:r>
            </a:p>
          </p:txBody>
        </p:sp>
        <p:sp>
          <p:nvSpPr>
            <p:cNvPr id="71" name="矩形 70">
              <a:extLst>
                <a:ext uri="{FF2B5EF4-FFF2-40B4-BE49-F238E27FC236}">
                  <a16:creationId xmlns:a16="http://schemas.microsoft.com/office/drawing/2014/main" id="{7CB84BBB-C41A-4BA1-A5BE-3A11770B3E6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72" name="群組 71">
            <a:extLst>
              <a:ext uri="{FF2B5EF4-FFF2-40B4-BE49-F238E27FC236}">
                <a16:creationId xmlns:a16="http://schemas.microsoft.com/office/drawing/2014/main" id="{349753CC-B2E8-48CE-B3EF-49D75C628F84}"/>
              </a:ext>
            </a:extLst>
          </p:cNvPr>
          <p:cNvGrpSpPr/>
          <p:nvPr/>
        </p:nvGrpSpPr>
        <p:grpSpPr>
          <a:xfrm>
            <a:off x="12528651" y="3699235"/>
            <a:ext cx="2166293" cy="1273979"/>
            <a:chOff x="2818855" y="1217023"/>
            <a:chExt cx="1548429" cy="1273979"/>
          </a:xfrm>
        </p:grpSpPr>
        <p:sp>
          <p:nvSpPr>
            <p:cNvPr id="73" name="標題 1">
              <a:extLst>
                <a:ext uri="{FF2B5EF4-FFF2-40B4-BE49-F238E27FC236}">
                  <a16:creationId xmlns:a16="http://schemas.microsoft.com/office/drawing/2014/main" id="{AC89B076-9ADE-4DA6-BF47-E8572D3C8FA7}"/>
                </a:ext>
              </a:extLst>
            </p:cNvPr>
            <p:cNvSpPr txBox="1">
              <a:spLocks/>
            </p:cNvSpPr>
            <p:nvPr/>
          </p:nvSpPr>
          <p:spPr>
            <a:xfrm>
              <a:off x="2818855" y="13758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救援</a:t>
              </a:r>
            </a:p>
          </p:txBody>
        </p:sp>
        <p:sp>
          <p:nvSpPr>
            <p:cNvPr id="74" name="矩形 73">
              <a:extLst>
                <a:ext uri="{FF2B5EF4-FFF2-40B4-BE49-F238E27FC236}">
                  <a16:creationId xmlns:a16="http://schemas.microsoft.com/office/drawing/2014/main" id="{F6178E90-4AA5-4EE2-8FFA-9B34EF8C9E2B}"/>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75" name="群組 74">
            <a:extLst>
              <a:ext uri="{FF2B5EF4-FFF2-40B4-BE49-F238E27FC236}">
                <a16:creationId xmlns:a16="http://schemas.microsoft.com/office/drawing/2014/main" id="{BCE8FCA8-5BC9-4F56-8BAA-982E453F1973}"/>
              </a:ext>
            </a:extLst>
          </p:cNvPr>
          <p:cNvGrpSpPr/>
          <p:nvPr/>
        </p:nvGrpSpPr>
        <p:grpSpPr>
          <a:xfrm>
            <a:off x="15001801" y="4548965"/>
            <a:ext cx="2134117" cy="1273979"/>
            <a:chOff x="2818855" y="1217023"/>
            <a:chExt cx="1548429" cy="1273979"/>
          </a:xfrm>
        </p:grpSpPr>
        <p:sp>
          <p:nvSpPr>
            <p:cNvPr id="76" name="標題 1">
              <a:extLst>
                <a:ext uri="{FF2B5EF4-FFF2-40B4-BE49-F238E27FC236}">
                  <a16:creationId xmlns:a16="http://schemas.microsoft.com/office/drawing/2014/main" id="{0FF784BA-A876-416E-A386-73F9DBDEB55A}"/>
                </a:ext>
              </a:extLst>
            </p:cNvPr>
            <p:cNvSpPr txBox="1">
              <a:spLocks/>
            </p:cNvSpPr>
            <p:nvPr/>
          </p:nvSpPr>
          <p:spPr>
            <a:xfrm>
              <a:off x="2818855" y="13758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下一章</a:t>
              </a:r>
            </a:p>
          </p:txBody>
        </p:sp>
        <p:sp>
          <p:nvSpPr>
            <p:cNvPr id="77" name="矩形 76">
              <a:extLst>
                <a:ext uri="{FF2B5EF4-FFF2-40B4-BE49-F238E27FC236}">
                  <a16:creationId xmlns:a16="http://schemas.microsoft.com/office/drawing/2014/main" id="{C8D90E2F-1190-47CB-8B8A-0FDB554598A3}"/>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41" name="群組 40">
            <a:extLst>
              <a:ext uri="{FF2B5EF4-FFF2-40B4-BE49-F238E27FC236}">
                <a16:creationId xmlns:a16="http://schemas.microsoft.com/office/drawing/2014/main" id="{36DAEFB6-21B7-4997-B8C5-394C33FF7B2C}"/>
              </a:ext>
            </a:extLst>
          </p:cNvPr>
          <p:cNvGrpSpPr/>
          <p:nvPr/>
        </p:nvGrpSpPr>
        <p:grpSpPr>
          <a:xfrm>
            <a:off x="7614526" y="3699235"/>
            <a:ext cx="2166293" cy="1273979"/>
            <a:chOff x="2818855" y="1217023"/>
            <a:chExt cx="1548429" cy="1273979"/>
          </a:xfrm>
        </p:grpSpPr>
        <p:sp>
          <p:nvSpPr>
            <p:cNvPr id="45" name="標題 1">
              <a:extLst>
                <a:ext uri="{FF2B5EF4-FFF2-40B4-BE49-F238E27FC236}">
                  <a16:creationId xmlns:a16="http://schemas.microsoft.com/office/drawing/2014/main" id="{6AE71E3E-BDEC-42F5-BD8A-E306EFAC8271}"/>
                </a:ext>
              </a:extLst>
            </p:cNvPr>
            <p:cNvSpPr txBox="1">
              <a:spLocks/>
            </p:cNvSpPr>
            <p:nvPr/>
          </p:nvSpPr>
          <p:spPr>
            <a:xfrm>
              <a:off x="2818855" y="135684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狂奔</a:t>
              </a:r>
            </a:p>
          </p:txBody>
        </p:sp>
        <p:sp>
          <p:nvSpPr>
            <p:cNvPr id="46" name="矩形 45">
              <a:extLst>
                <a:ext uri="{FF2B5EF4-FFF2-40B4-BE49-F238E27FC236}">
                  <a16:creationId xmlns:a16="http://schemas.microsoft.com/office/drawing/2014/main" id="{FF175203-AB3A-4436-BCAA-F91DC64D3F87}"/>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cxnSp>
        <p:nvCxnSpPr>
          <p:cNvPr id="47" name="直線接點 46">
            <a:extLst>
              <a:ext uri="{FF2B5EF4-FFF2-40B4-BE49-F238E27FC236}">
                <a16:creationId xmlns:a16="http://schemas.microsoft.com/office/drawing/2014/main" id="{30CAE235-AE81-4794-A391-78BDB78FE3C7}"/>
              </a:ext>
            </a:extLst>
          </p:cNvPr>
          <p:cNvCxnSpPr>
            <a:cxnSpLocks/>
            <a:stCxn id="71" idx="3"/>
            <a:endCxn id="44" idx="1"/>
          </p:cNvCxnSpPr>
          <p:nvPr/>
        </p:nvCxnSpPr>
        <p:spPr>
          <a:xfrm>
            <a:off x="4834517" y="5185955"/>
            <a:ext cx="3068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標題 1">
            <a:extLst>
              <a:ext uri="{FF2B5EF4-FFF2-40B4-BE49-F238E27FC236}">
                <a16:creationId xmlns:a16="http://schemas.microsoft.com/office/drawing/2014/main" id="{4A6193F3-4CD8-47A7-A714-8EA20D8E3718}"/>
              </a:ext>
            </a:extLst>
          </p:cNvPr>
          <p:cNvSpPr txBox="1">
            <a:spLocks/>
          </p:cNvSpPr>
          <p:nvPr/>
        </p:nvSpPr>
        <p:spPr>
          <a:xfrm>
            <a:off x="8172862" y="8405631"/>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000" b="1" dirty="0">
                <a:solidFill>
                  <a:schemeClr val="accent1"/>
                </a:solidFill>
                <a:latin typeface="俐方體11號" pitchFamily="2" charset="-120"/>
                <a:ea typeface="俐方體11號" pitchFamily="2" charset="-120"/>
              </a:rPr>
              <a:t>1</a:t>
            </a:r>
            <a:r>
              <a:rPr lang="zh-TW" altLang="en-US" sz="4000" b="1" dirty="0">
                <a:solidFill>
                  <a:schemeClr val="bg1">
                    <a:lumMod val="50000"/>
                  </a:schemeClr>
                </a:solidFill>
                <a:latin typeface="俐方體11號" pitchFamily="2" charset="-120"/>
                <a:ea typeface="俐方體11號" pitchFamily="2" charset="-120"/>
              </a:rPr>
              <a:t> </a:t>
            </a:r>
            <a:r>
              <a:rPr lang="en-US" altLang="zh-TW" sz="4000" b="1" dirty="0">
                <a:latin typeface="俐方體11號" pitchFamily="2" charset="-120"/>
                <a:ea typeface="俐方體11號" pitchFamily="2" charset="-120"/>
              </a:rPr>
              <a:t>2</a:t>
            </a:r>
            <a:r>
              <a:rPr lang="zh-TW" altLang="en-US" sz="4000" b="1" dirty="0">
                <a:solidFill>
                  <a:schemeClr val="bg1">
                    <a:lumMod val="50000"/>
                  </a:schemeClr>
                </a:solidFill>
                <a:latin typeface="俐方體11號" pitchFamily="2" charset="-120"/>
                <a:ea typeface="俐方體11號" pitchFamily="2" charset="-120"/>
              </a:rPr>
              <a:t> </a:t>
            </a:r>
            <a:r>
              <a:rPr lang="en-US" altLang="zh-TW" sz="4000" b="1" dirty="0">
                <a:solidFill>
                  <a:schemeClr val="accent1"/>
                </a:solidFill>
                <a:latin typeface="俐方體11號" pitchFamily="2" charset="-120"/>
                <a:ea typeface="俐方體11號" pitchFamily="2" charset="-120"/>
              </a:rPr>
              <a:t>3</a:t>
            </a:r>
            <a:endParaRPr lang="zh-TW" altLang="en-US" sz="4000" b="1" dirty="0">
              <a:solidFill>
                <a:schemeClr val="accent1"/>
              </a:solidFill>
              <a:latin typeface="俐方體11號" pitchFamily="2" charset="-120"/>
              <a:ea typeface="俐方體11號" pitchFamily="2" charset="-120"/>
            </a:endParaRPr>
          </a:p>
        </p:txBody>
      </p:sp>
      <p:sp>
        <p:nvSpPr>
          <p:cNvPr id="57" name="標題 1">
            <a:extLst>
              <a:ext uri="{FF2B5EF4-FFF2-40B4-BE49-F238E27FC236}">
                <a16:creationId xmlns:a16="http://schemas.microsoft.com/office/drawing/2014/main" id="{9E761F13-F1EE-4DD7-9FEB-F363600FB35F}"/>
              </a:ext>
            </a:extLst>
          </p:cNvPr>
          <p:cNvSpPr txBox="1">
            <a:spLocks/>
          </p:cNvSpPr>
          <p:nvPr/>
        </p:nvSpPr>
        <p:spPr>
          <a:xfrm>
            <a:off x="2591393" y="909948"/>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000" b="1" dirty="0">
                <a:latin typeface="俐方體11號" pitchFamily="2" charset="-120"/>
                <a:ea typeface="俐方體11號" pitchFamily="2" charset="-120"/>
              </a:rPr>
              <a:t>二、登山</a:t>
            </a:r>
          </a:p>
        </p:txBody>
      </p:sp>
      <p:grpSp>
        <p:nvGrpSpPr>
          <p:cNvPr id="58" name="Google Shape;6968;p144">
            <a:extLst>
              <a:ext uri="{FF2B5EF4-FFF2-40B4-BE49-F238E27FC236}">
                <a16:creationId xmlns:a16="http://schemas.microsoft.com/office/drawing/2014/main" id="{F297FCE3-09E0-46D0-A074-47D63DA65E3D}"/>
              </a:ext>
            </a:extLst>
          </p:cNvPr>
          <p:cNvGrpSpPr/>
          <p:nvPr/>
        </p:nvGrpSpPr>
        <p:grpSpPr>
          <a:xfrm>
            <a:off x="6997718" y="5538953"/>
            <a:ext cx="418618" cy="414547"/>
            <a:chOff x="-37385100" y="3949908"/>
            <a:chExt cx="321350" cy="318225"/>
          </a:xfrm>
          <a:solidFill>
            <a:schemeClr val="bg1"/>
          </a:solidFill>
        </p:grpSpPr>
        <p:sp>
          <p:nvSpPr>
            <p:cNvPr id="59" name="Google Shape;6969;p144">
              <a:extLst>
                <a:ext uri="{FF2B5EF4-FFF2-40B4-BE49-F238E27FC236}">
                  <a16:creationId xmlns:a16="http://schemas.microsoft.com/office/drawing/2014/main" id="{EF14C000-403F-463D-9E91-67F733AA6E78}"/>
                </a:ext>
              </a:extLst>
            </p:cNvPr>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sp>
          <p:nvSpPr>
            <p:cNvPr id="60" name="Google Shape;6970;p144">
              <a:extLst>
                <a:ext uri="{FF2B5EF4-FFF2-40B4-BE49-F238E27FC236}">
                  <a16:creationId xmlns:a16="http://schemas.microsoft.com/office/drawing/2014/main" id="{DBD2CD33-583A-4A11-A17A-A601DF19612B}"/>
                </a:ext>
              </a:extLst>
            </p:cNvPr>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grpSp>
      <p:grpSp>
        <p:nvGrpSpPr>
          <p:cNvPr id="61" name="Google Shape;6968;p144">
            <a:extLst>
              <a:ext uri="{FF2B5EF4-FFF2-40B4-BE49-F238E27FC236}">
                <a16:creationId xmlns:a16="http://schemas.microsoft.com/office/drawing/2014/main" id="{6ACC0C59-8E6B-4F5E-B7CA-7C26C4FEFF43}"/>
              </a:ext>
            </a:extLst>
          </p:cNvPr>
          <p:cNvGrpSpPr/>
          <p:nvPr/>
        </p:nvGrpSpPr>
        <p:grpSpPr>
          <a:xfrm>
            <a:off x="11911844" y="5539124"/>
            <a:ext cx="418618" cy="414547"/>
            <a:chOff x="-37385100" y="3949908"/>
            <a:chExt cx="321350" cy="318225"/>
          </a:xfrm>
          <a:solidFill>
            <a:schemeClr val="bg1"/>
          </a:solidFill>
        </p:grpSpPr>
        <p:sp>
          <p:nvSpPr>
            <p:cNvPr id="62" name="Google Shape;6969;p144">
              <a:extLst>
                <a:ext uri="{FF2B5EF4-FFF2-40B4-BE49-F238E27FC236}">
                  <a16:creationId xmlns:a16="http://schemas.microsoft.com/office/drawing/2014/main" id="{824C124E-36C3-424B-B1AC-01A8E6CC94DE}"/>
                </a:ext>
              </a:extLst>
            </p:cNvPr>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sp>
          <p:nvSpPr>
            <p:cNvPr id="66" name="Google Shape;6970;p144">
              <a:extLst>
                <a:ext uri="{FF2B5EF4-FFF2-40B4-BE49-F238E27FC236}">
                  <a16:creationId xmlns:a16="http://schemas.microsoft.com/office/drawing/2014/main" id="{066D3A35-1406-4767-94D7-BA9594FD52B3}"/>
                </a:ext>
              </a:extLst>
            </p:cNvPr>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grpFill/>
            <a:ln w="38100">
              <a:solidFill>
                <a:schemeClr val="tx1"/>
              </a:solidFill>
            </a:ln>
          </p:spPr>
          <p:txBody>
            <a:bodyPr spcFirstLastPara="1" wrap="square" lIns="182850" tIns="182850" rIns="182850" bIns="182850" anchor="ctr" anchorCtr="0">
              <a:noAutofit/>
            </a:bodyPr>
            <a:lstStyle/>
            <a:p>
              <a:endParaRPr sz="3600" b="1"/>
            </a:p>
          </p:txBody>
        </p:sp>
      </p:grpSp>
      <p:grpSp>
        <p:nvGrpSpPr>
          <p:cNvPr id="67" name="群組 66">
            <a:extLst>
              <a:ext uri="{FF2B5EF4-FFF2-40B4-BE49-F238E27FC236}">
                <a16:creationId xmlns:a16="http://schemas.microsoft.com/office/drawing/2014/main" id="{1FEE8F43-7B60-46B4-A9FD-FBCDF60046B4}"/>
              </a:ext>
            </a:extLst>
          </p:cNvPr>
          <p:cNvGrpSpPr/>
          <p:nvPr/>
        </p:nvGrpSpPr>
        <p:grpSpPr>
          <a:xfrm>
            <a:off x="12528651" y="5359187"/>
            <a:ext cx="2166293" cy="1273979"/>
            <a:chOff x="2818855" y="1217023"/>
            <a:chExt cx="1548429" cy="1273979"/>
          </a:xfrm>
        </p:grpSpPr>
        <p:sp>
          <p:nvSpPr>
            <p:cNvPr id="68" name="標題 1">
              <a:extLst>
                <a:ext uri="{FF2B5EF4-FFF2-40B4-BE49-F238E27FC236}">
                  <a16:creationId xmlns:a16="http://schemas.microsoft.com/office/drawing/2014/main" id="{71D9C72F-9907-451F-BCDB-FF87301EA0A0}"/>
                </a:ext>
              </a:extLst>
            </p:cNvPr>
            <p:cNvSpPr txBox="1">
              <a:spLocks/>
            </p:cNvSpPr>
            <p:nvPr/>
          </p:nvSpPr>
          <p:spPr>
            <a:xfrm>
              <a:off x="2818855" y="1346866"/>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熄滅</a:t>
              </a:r>
            </a:p>
          </p:txBody>
        </p:sp>
        <p:sp>
          <p:nvSpPr>
            <p:cNvPr id="78" name="矩形 77">
              <a:extLst>
                <a:ext uri="{FF2B5EF4-FFF2-40B4-BE49-F238E27FC236}">
                  <a16:creationId xmlns:a16="http://schemas.microsoft.com/office/drawing/2014/main" id="{2C0FFA9E-6B11-4886-A265-0C0549883CB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cxnSp>
        <p:nvCxnSpPr>
          <p:cNvPr id="81" name="接點: 肘形 80">
            <a:extLst>
              <a:ext uri="{FF2B5EF4-FFF2-40B4-BE49-F238E27FC236}">
                <a16:creationId xmlns:a16="http://schemas.microsoft.com/office/drawing/2014/main" id="{27A5D824-B6CC-4E77-8554-1F4F703CD2F3}"/>
              </a:ext>
            </a:extLst>
          </p:cNvPr>
          <p:cNvCxnSpPr>
            <a:cxnSpLocks/>
            <a:stCxn id="44" idx="3"/>
            <a:endCxn id="46" idx="1"/>
          </p:cNvCxnSpPr>
          <p:nvPr/>
        </p:nvCxnSpPr>
        <p:spPr>
          <a:xfrm flipV="1">
            <a:off x="7307668" y="4336225"/>
            <a:ext cx="306858" cy="849730"/>
          </a:xfrm>
          <a:prstGeom prst="bentConnector3">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2" name="接點: 肘形 81">
            <a:extLst>
              <a:ext uri="{FF2B5EF4-FFF2-40B4-BE49-F238E27FC236}">
                <a16:creationId xmlns:a16="http://schemas.microsoft.com/office/drawing/2014/main" id="{D47E52C4-5612-4CF6-8F91-EF81A6151ECC}"/>
              </a:ext>
            </a:extLst>
          </p:cNvPr>
          <p:cNvCxnSpPr>
            <a:cxnSpLocks/>
            <a:stCxn id="44" idx="3"/>
            <a:endCxn id="50" idx="1"/>
          </p:cNvCxnSpPr>
          <p:nvPr/>
        </p:nvCxnSpPr>
        <p:spPr>
          <a:xfrm>
            <a:off x="7307668" y="5185955"/>
            <a:ext cx="306858" cy="81022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3" name="接點: 肘形 82">
            <a:extLst>
              <a:ext uri="{FF2B5EF4-FFF2-40B4-BE49-F238E27FC236}">
                <a16:creationId xmlns:a16="http://schemas.microsoft.com/office/drawing/2014/main" id="{2B546500-E8F4-4A0A-98DF-5D3A5E373A99}"/>
              </a:ext>
            </a:extLst>
          </p:cNvPr>
          <p:cNvCxnSpPr>
            <a:cxnSpLocks/>
            <a:stCxn id="46" idx="3"/>
            <a:endCxn id="65" idx="1"/>
          </p:cNvCxnSpPr>
          <p:nvPr/>
        </p:nvCxnSpPr>
        <p:spPr>
          <a:xfrm>
            <a:off x="9780819" y="4336225"/>
            <a:ext cx="306858" cy="849730"/>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4" name="接點: 肘形 83">
            <a:extLst>
              <a:ext uri="{FF2B5EF4-FFF2-40B4-BE49-F238E27FC236}">
                <a16:creationId xmlns:a16="http://schemas.microsoft.com/office/drawing/2014/main" id="{817759CF-BAD4-4D8D-9230-06AD6EED35E8}"/>
              </a:ext>
            </a:extLst>
          </p:cNvPr>
          <p:cNvCxnSpPr>
            <a:cxnSpLocks/>
            <a:stCxn id="65" idx="3"/>
            <a:endCxn id="78" idx="1"/>
          </p:cNvCxnSpPr>
          <p:nvPr/>
        </p:nvCxnSpPr>
        <p:spPr>
          <a:xfrm>
            <a:off x="12221794" y="5185955"/>
            <a:ext cx="306857" cy="81022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5" name="接點: 肘形 84">
            <a:extLst>
              <a:ext uri="{FF2B5EF4-FFF2-40B4-BE49-F238E27FC236}">
                <a16:creationId xmlns:a16="http://schemas.microsoft.com/office/drawing/2014/main" id="{72ED0DB7-10DF-4D01-8FE3-53242CF50074}"/>
              </a:ext>
            </a:extLst>
          </p:cNvPr>
          <p:cNvCxnSpPr>
            <a:cxnSpLocks/>
            <a:stCxn id="65" idx="3"/>
            <a:endCxn id="74" idx="1"/>
          </p:cNvCxnSpPr>
          <p:nvPr/>
        </p:nvCxnSpPr>
        <p:spPr>
          <a:xfrm flipV="1">
            <a:off x="12221794" y="4336225"/>
            <a:ext cx="306857" cy="849730"/>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6" name="接點: 肘形 85">
            <a:extLst>
              <a:ext uri="{FF2B5EF4-FFF2-40B4-BE49-F238E27FC236}">
                <a16:creationId xmlns:a16="http://schemas.microsoft.com/office/drawing/2014/main" id="{E2900AC4-DCA3-4B39-B560-00835932AE5C}"/>
              </a:ext>
            </a:extLst>
          </p:cNvPr>
          <p:cNvCxnSpPr>
            <a:cxnSpLocks/>
            <a:stCxn id="74" idx="3"/>
            <a:endCxn id="77" idx="1"/>
          </p:cNvCxnSpPr>
          <p:nvPr/>
        </p:nvCxnSpPr>
        <p:spPr>
          <a:xfrm>
            <a:off x="14694944" y="4336225"/>
            <a:ext cx="306857" cy="849730"/>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grpSp>
        <p:nvGrpSpPr>
          <p:cNvPr id="51" name="群組 50">
            <a:extLst>
              <a:ext uri="{FF2B5EF4-FFF2-40B4-BE49-F238E27FC236}">
                <a16:creationId xmlns:a16="http://schemas.microsoft.com/office/drawing/2014/main" id="{D854D24E-7990-441C-9521-B487024C05CB}"/>
              </a:ext>
            </a:extLst>
          </p:cNvPr>
          <p:cNvGrpSpPr/>
          <p:nvPr/>
        </p:nvGrpSpPr>
        <p:grpSpPr>
          <a:xfrm>
            <a:off x="16697297" y="1009397"/>
            <a:ext cx="660914" cy="664277"/>
            <a:chOff x="16459195" y="1006319"/>
            <a:chExt cx="874428" cy="878875"/>
          </a:xfrm>
        </p:grpSpPr>
        <p:sp>
          <p:nvSpPr>
            <p:cNvPr id="52" name="矩形 51">
              <a:extLst>
                <a:ext uri="{FF2B5EF4-FFF2-40B4-BE49-F238E27FC236}">
                  <a16:creationId xmlns:a16="http://schemas.microsoft.com/office/drawing/2014/main" id="{520A9347-8C72-436D-B75D-3185F3EA37C2}"/>
                </a:ext>
              </a:extLst>
            </p:cNvPr>
            <p:cNvSpPr/>
            <p:nvPr/>
          </p:nvSpPr>
          <p:spPr>
            <a:xfrm>
              <a:off x="16459195" y="1018921"/>
              <a:ext cx="866273" cy="866273"/>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標題 1">
              <a:extLst>
                <a:ext uri="{FF2B5EF4-FFF2-40B4-BE49-F238E27FC236}">
                  <a16:creationId xmlns:a16="http://schemas.microsoft.com/office/drawing/2014/main" id="{F61999E4-E0CE-48DE-91CE-1E278E58E947}"/>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solidFill>
                    <a:schemeClr val="bg1"/>
                  </a:solidFill>
                  <a:latin typeface="俐方體11號" pitchFamily="2" charset="-120"/>
                  <a:ea typeface="俐方體11號" pitchFamily="2" charset="-120"/>
                </a:rPr>
                <a:t>x</a:t>
              </a:r>
              <a:endParaRPr lang="zh-TW" altLang="en-US" sz="5400" b="1" dirty="0">
                <a:solidFill>
                  <a:schemeClr val="bg1"/>
                </a:solidFill>
                <a:latin typeface="俐方體11號" pitchFamily="2" charset="-120"/>
                <a:ea typeface="俐方體11號" pitchFamily="2" charset="-120"/>
              </a:endParaRPr>
            </a:p>
          </p:txBody>
        </p:sp>
      </p:grpSp>
      <p:pic>
        <p:nvPicPr>
          <p:cNvPr id="54" name="圖片 53">
            <a:extLst>
              <a:ext uri="{FF2B5EF4-FFF2-40B4-BE49-F238E27FC236}">
                <a16:creationId xmlns:a16="http://schemas.microsoft.com/office/drawing/2014/main" id="{18E7F6C8-953F-4F9B-98A7-118ACADB5AB8}"/>
              </a:ext>
            </a:extLst>
          </p:cNvPr>
          <p:cNvPicPr>
            <a:picLocks noChangeAspect="1"/>
          </p:cNvPicPr>
          <p:nvPr/>
        </p:nvPicPr>
        <p:blipFill rotWithShape="1">
          <a:blip r:embed="rId2">
            <a:extLst>
              <a:ext uri="{28A0092B-C50C-407E-A947-70E740481C1C}">
                <a14:useLocalDpi xmlns:a14="http://schemas.microsoft.com/office/drawing/2010/main" val="0"/>
              </a:ext>
            </a:extLst>
          </a:blip>
          <a:srcRect l="65179" t="21853" r="-4851" b="-183"/>
          <a:stretch/>
        </p:blipFill>
        <p:spPr>
          <a:xfrm>
            <a:off x="1357869" y="3766782"/>
            <a:ext cx="826487" cy="5846435"/>
          </a:xfrm>
          <a:prstGeom prst="rect">
            <a:avLst/>
          </a:prstGeom>
        </p:spPr>
      </p:pic>
    </p:spTree>
    <p:extLst>
      <p:ext uri="{BB962C8B-B14F-4D97-AF65-F5344CB8AC3E}">
        <p14:creationId xmlns:p14="http://schemas.microsoft.com/office/powerpoint/2010/main" val="4479872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09897"/>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9" y="627015"/>
            <a:ext cx="21161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800" b="1" dirty="0">
                <a:latin typeface="俐方體11號" pitchFamily="2" charset="-120"/>
                <a:ea typeface="俐方體11號" pitchFamily="2" charset="-120"/>
              </a:rPr>
              <a:t>載入</a:t>
            </a:r>
          </a:p>
        </p:txBody>
      </p:sp>
      <p:grpSp>
        <p:nvGrpSpPr>
          <p:cNvPr id="54" name="群組 53">
            <a:extLst>
              <a:ext uri="{FF2B5EF4-FFF2-40B4-BE49-F238E27FC236}">
                <a16:creationId xmlns:a16="http://schemas.microsoft.com/office/drawing/2014/main" id="{E6706819-6491-4425-8EFA-C88050A3B341}"/>
              </a:ext>
            </a:extLst>
          </p:cNvPr>
          <p:cNvGrpSpPr/>
          <p:nvPr/>
        </p:nvGrpSpPr>
        <p:grpSpPr>
          <a:xfrm>
            <a:off x="5775750" y="7759084"/>
            <a:ext cx="2134117" cy="1273979"/>
            <a:chOff x="2818855" y="1217023"/>
            <a:chExt cx="1548429" cy="1273979"/>
          </a:xfrm>
        </p:grpSpPr>
        <p:sp>
          <p:nvSpPr>
            <p:cNvPr id="55" name="標題 1">
              <a:extLst>
                <a:ext uri="{FF2B5EF4-FFF2-40B4-BE49-F238E27FC236}">
                  <a16:creationId xmlns:a16="http://schemas.microsoft.com/office/drawing/2014/main" id="{E110C456-5703-4158-AE72-97717AE4378B}"/>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叛變</a:t>
              </a:r>
            </a:p>
          </p:txBody>
        </p:sp>
        <p:sp>
          <p:nvSpPr>
            <p:cNvPr id="56" name="矩形 55">
              <a:extLst>
                <a:ext uri="{FF2B5EF4-FFF2-40B4-BE49-F238E27FC236}">
                  <a16:creationId xmlns:a16="http://schemas.microsoft.com/office/drawing/2014/main" id="{A1195C1D-7594-43C4-9393-32F7B9291EE2}"/>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57" name="群組 56">
            <a:extLst>
              <a:ext uri="{FF2B5EF4-FFF2-40B4-BE49-F238E27FC236}">
                <a16:creationId xmlns:a16="http://schemas.microsoft.com/office/drawing/2014/main" id="{D2363C90-18B6-4175-BA10-F089C66DB4C8}"/>
              </a:ext>
            </a:extLst>
          </p:cNvPr>
          <p:cNvGrpSpPr/>
          <p:nvPr/>
        </p:nvGrpSpPr>
        <p:grpSpPr>
          <a:xfrm>
            <a:off x="5775750" y="4548965"/>
            <a:ext cx="2134117" cy="1273979"/>
            <a:chOff x="2818855" y="1217023"/>
            <a:chExt cx="1548429" cy="1273979"/>
          </a:xfrm>
        </p:grpSpPr>
        <p:sp>
          <p:nvSpPr>
            <p:cNvPr id="58" name="標題 1">
              <a:extLst>
                <a:ext uri="{FF2B5EF4-FFF2-40B4-BE49-F238E27FC236}">
                  <a16:creationId xmlns:a16="http://schemas.microsoft.com/office/drawing/2014/main" id="{5D499533-C25E-4546-B335-39A159FF3EE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撤退</a:t>
              </a:r>
            </a:p>
          </p:txBody>
        </p:sp>
        <p:sp>
          <p:nvSpPr>
            <p:cNvPr id="59" name="矩形 58">
              <a:extLst>
                <a:ext uri="{FF2B5EF4-FFF2-40B4-BE49-F238E27FC236}">
                  <a16:creationId xmlns:a16="http://schemas.microsoft.com/office/drawing/2014/main" id="{179812A4-EC30-40F9-B98B-EEEBEEBC34FE}"/>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accent1"/>
                </a:solidFill>
                <a:latin typeface="俐方體11號" pitchFamily="2" charset="-120"/>
                <a:ea typeface="俐方體11號" pitchFamily="2" charset="-120"/>
              </a:endParaRPr>
            </a:p>
          </p:txBody>
        </p:sp>
      </p:grpSp>
      <p:grpSp>
        <p:nvGrpSpPr>
          <p:cNvPr id="60" name="群組 59">
            <a:extLst>
              <a:ext uri="{FF2B5EF4-FFF2-40B4-BE49-F238E27FC236}">
                <a16:creationId xmlns:a16="http://schemas.microsoft.com/office/drawing/2014/main" id="{9198F005-487C-4B52-9431-A905F56BCA0A}"/>
              </a:ext>
            </a:extLst>
          </p:cNvPr>
          <p:cNvGrpSpPr/>
          <p:nvPr/>
        </p:nvGrpSpPr>
        <p:grpSpPr>
          <a:xfrm>
            <a:off x="5775750" y="2894896"/>
            <a:ext cx="2134117" cy="1273979"/>
            <a:chOff x="2818855" y="1217023"/>
            <a:chExt cx="1548429" cy="1273979"/>
          </a:xfrm>
        </p:grpSpPr>
        <p:sp>
          <p:nvSpPr>
            <p:cNvPr id="61" name="標題 1">
              <a:extLst>
                <a:ext uri="{FF2B5EF4-FFF2-40B4-BE49-F238E27FC236}">
                  <a16:creationId xmlns:a16="http://schemas.microsoft.com/office/drawing/2014/main" id="{02208561-81B6-4C90-AA29-3EC0B438E19D}"/>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冰縫</a:t>
              </a:r>
            </a:p>
          </p:txBody>
        </p:sp>
        <p:sp>
          <p:nvSpPr>
            <p:cNvPr id="62" name="矩形 61">
              <a:extLst>
                <a:ext uri="{FF2B5EF4-FFF2-40B4-BE49-F238E27FC236}">
                  <a16:creationId xmlns:a16="http://schemas.microsoft.com/office/drawing/2014/main" id="{4114B9D8-1D6B-48D4-B969-5CCE44C1D464}"/>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66" name="群組 65">
            <a:extLst>
              <a:ext uri="{FF2B5EF4-FFF2-40B4-BE49-F238E27FC236}">
                <a16:creationId xmlns:a16="http://schemas.microsoft.com/office/drawing/2014/main" id="{D1605D3B-16F4-4114-9C4B-53F3FDD3CC39}"/>
              </a:ext>
            </a:extLst>
          </p:cNvPr>
          <p:cNvGrpSpPr/>
          <p:nvPr/>
        </p:nvGrpSpPr>
        <p:grpSpPr>
          <a:xfrm>
            <a:off x="5775750" y="1215407"/>
            <a:ext cx="2134117" cy="1273979"/>
            <a:chOff x="2818855" y="1217023"/>
            <a:chExt cx="1548429" cy="1273979"/>
          </a:xfrm>
        </p:grpSpPr>
        <p:sp>
          <p:nvSpPr>
            <p:cNvPr id="67" name="標題 1">
              <a:extLst>
                <a:ext uri="{FF2B5EF4-FFF2-40B4-BE49-F238E27FC236}">
                  <a16:creationId xmlns:a16="http://schemas.microsoft.com/office/drawing/2014/main" id="{CCF20032-2C4F-4B84-8EE6-CDC3DDE1E43F}"/>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脫隊</a:t>
              </a:r>
            </a:p>
          </p:txBody>
        </p:sp>
        <p:sp>
          <p:nvSpPr>
            <p:cNvPr id="68" name="矩形 67">
              <a:extLst>
                <a:ext uri="{FF2B5EF4-FFF2-40B4-BE49-F238E27FC236}">
                  <a16:creationId xmlns:a16="http://schemas.microsoft.com/office/drawing/2014/main" id="{06465B9A-EA92-49F0-8943-04CD9FEABFF4}"/>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69" name="群組 68">
            <a:extLst>
              <a:ext uri="{FF2B5EF4-FFF2-40B4-BE49-F238E27FC236}">
                <a16:creationId xmlns:a16="http://schemas.microsoft.com/office/drawing/2014/main" id="{3438C7C1-E165-4C4A-83A2-78DC787710DA}"/>
              </a:ext>
            </a:extLst>
          </p:cNvPr>
          <p:cNvGrpSpPr/>
          <p:nvPr/>
        </p:nvGrpSpPr>
        <p:grpSpPr>
          <a:xfrm>
            <a:off x="2668224" y="4548965"/>
            <a:ext cx="2166293" cy="1273979"/>
            <a:chOff x="2818855" y="1217023"/>
            <a:chExt cx="1548429" cy="1273979"/>
          </a:xfrm>
        </p:grpSpPr>
        <p:sp>
          <p:nvSpPr>
            <p:cNvPr id="70" name="標題 1">
              <a:extLst>
                <a:ext uri="{FF2B5EF4-FFF2-40B4-BE49-F238E27FC236}">
                  <a16:creationId xmlns:a16="http://schemas.microsoft.com/office/drawing/2014/main" id="{89F62084-05D0-4D8F-88C1-CDFF0405DC4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下山</a:t>
              </a:r>
            </a:p>
          </p:txBody>
        </p:sp>
        <p:sp>
          <p:nvSpPr>
            <p:cNvPr id="71" name="矩形 70">
              <a:extLst>
                <a:ext uri="{FF2B5EF4-FFF2-40B4-BE49-F238E27FC236}">
                  <a16:creationId xmlns:a16="http://schemas.microsoft.com/office/drawing/2014/main" id="{7CB84BBB-C41A-4BA1-A5BE-3A11770B3E66}"/>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75" name="群組 74">
            <a:extLst>
              <a:ext uri="{FF2B5EF4-FFF2-40B4-BE49-F238E27FC236}">
                <a16:creationId xmlns:a16="http://schemas.microsoft.com/office/drawing/2014/main" id="{BCE8FCA8-5BC9-4F56-8BAA-982E453F1973}"/>
              </a:ext>
            </a:extLst>
          </p:cNvPr>
          <p:cNvGrpSpPr/>
          <p:nvPr/>
        </p:nvGrpSpPr>
        <p:grpSpPr>
          <a:xfrm>
            <a:off x="5775750" y="6152027"/>
            <a:ext cx="2134117" cy="1273979"/>
            <a:chOff x="2818855" y="1217023"/>
            <a:chExt cx="1548429" cy="1273979"/>
          </a:xfrm>
        </p:grpSpPr>
        <p:sp>
          <p:nvSpPr>
            <p:cNvPr id="76" name="標題 1">
              <a:extLst>
                <a:ext uri="{FF2B5EF4-FFF2-40B4-BE49-F238E27FC236}">
                  <a16:creationId xmlns:a16="http://schemas.microsoft.com/office/drawing/2014/main" id="{0FF784BA-A876-416E-A386-73F9DBDEB55A}"/>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尋蹤</a:t>
              </a:r>
            </a:p>
          </p:txBody>
        </p:sp>
        <p:sp>
          <p:nvSpPr>
            <p:cNvPr id="77" name="矩形 76">
              <a:extLst>
                <a:ext uri="{FF2B5EF4-FFF2-40B4-BE49-F238E27FC236}">
                  <a16:creationId xmlns:a16="http://schemas.microsoft.com/office/drawing/2014/main" id="{C8D90E2F-1190-47CB-8B8A-0FDB554598A3}"/>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38" name="群組 37">
            <a:extLst>
              <a:ext uri="{FF2B5EF4-FFF2-40B4-BE49-F238E27FC236}">
                <a16:creationId xmlns:a16="http://schemas.microsoft.com/office/drawing/2014/main" id="{234C853F-D35B-44BC-A2A9-6965443E86C6}"/>
              </a:ext>
            </a:extLst>
          </p:cNvPr>
          <p:cNvGrpSpPr/>
          <p:nvPr/>
        </p:nvGrpSpPr>
        <p:grpSpPr>
          <a:xfrm>
            <a:off x="8851100" y="4548965"/>
            <a:ext cx="2134117" cy="1273979"/>
            <a:chOff x="2818855" y="1217023"/>
            <a:chExt cx="1548429" cy="1273979"/>
          </a:xfrm>
        </p:grpSpPr>
        <p:sp>
          <p:nvSpPr>
            <p:cNvPr id="39" name="標題 1">
              <a:extLst>
                <a:ext uri="{FF2B5EF4-FFF2-40B4-BE49-F238E27FC236}">
                  <a16:creationId xmlns:a16="http://schemas.microsoft.com/office/drawing/2014/main" id="{714C6E1C-8B93-4A21-8A99-70D43AC51B47}"/>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爭執</a:t>
              </a:r>
            </a:p>
          </p:txBody>
        </p:sp>
        <p:sp>
          <p:nvSpPr>
            <p:cNvPr id="40" name="矩形 39">
              <a:extLst>
                <a:ext uri="{FF2B5EF4-FFF2-40B4-BE49-F238E27FC236}">
                  <a16:creationId xmlns:a16="http://schemas.microsoft.com/office/drawing/2014/main" id="{57789FE3-6B10-4CC6-ABEB-940C3E1CB5F9}"/>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accent1"/>
                </a:solidFill>
                <a:latin typeface="俐方體11號" pitchFamily="2" charset="-120"/>
                <a:ea typeface="俐方體11號" pitchFamily="2" charset="-120"/>
              </a:endParaRPr>
            </a:p>
          </p:txBody>
        </p:sp>
      </p:grpSp>
      <p:grpSp>
        <p:nvGrpSpPr>
          <p:cNvPr id="44" name="群組 43">
            <a:extLst>
              <a:ext uri="{FF2B5EF4-FFF2-40B4-BE49-F238E27FC236}">
                <a16:creationId xmlns:a16="http://schemas.microsoft.com/office/drawing/2014/main" id="{80E61586-5762-4353-8E07-5B7BD4CF95E9}"/>
              </a:ext>
            </a:extLst>
          </p:cNvPr>
          <p:cNvGrpSpPr/>
          <p:nvPr/>
        </p:nvGrpSpPr>
        <p:grpSpPr>
          <a:xfrm>
            <a:off x="8818924" y="6152027"/>
            <a:ext cx="2166293" cy="1273979"/>
            <a:chOff x="2818855" y="1217023"/>
            <a:chExt cx="1548429" cy="1273979"/>
          </a:xfrm>
        </p:grpSpPr>
        <p:sp>
          <p:nvSpPr>
            <p:cNvPr id="45" name="標題 1">
              <a:extLst>
                <a:ext uri="{FF2B5EF4-FFF2-40B4-BE49-F238E27FC236}">
                  <a16:creationId xmlns:a16="http://schemas.microsoft.com/office/drawing/2014/main" id="{BACF7BF2-340D-47E2-9FB7-6A0DFB1D9AA2}"/>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毒氣室</a:t>
              </a:r>
            </a:p>
          </p:txBody>
        </p:sp>
        <p:sp>
          <p:nvSpPr>
            <p:cNvPr id="46" name="矩形 45">
              <a:extLst>
                <a:ext uri="{FF2B5EF4-FFF2-40B4-BE49-F238E27FC236}">
                  <a16:creationId xmlns:a16="http://schemas.microsoft.com/office/drawing/2014/main" id="{1A3D53B9-FD4E-4E93-A8AB-23BE1861E7F8}"/>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a:solidFill>
                  <a:schemeClr val="accent1"/>
                </a:solidFill>
                <a:latin typeface="俐方體11號" pitchFamily="2" charset="-120"/>
                <a:ea typeface="俐方體11號" pitchFamily="2" charset="-120"/>
              </a:endParaRPr>
            </a:p>
          </p:txBody>
        </p:sp>
      </p:grpSp>
      <p:grpSp>
        <p:nvGrpSpPr>
          <p:cNvPr id="50" name="群組 49">
            <a:extLst>
              <a:ext uri="{FF2B5EF4-FFF2-40B4-BE49-F238E27FC236}">
                <a16:creationId xmlns:a16="http://schemas.microsoft.com/office/drawing/2014/main" id="{FBF7604C-5DE0-470D-8546-2E17E16BE1E7}"/>
              </a:ext>
            </a:extLst>
          </p:cNvPr>
          <p:cNvGrpSpPr/>
          <p:nvPr/>
        </p:nvGrpSpPr>
        <p:grpSpPr>
          <a:xfrm>
            <a:off x="11926450" y="2894896"/>
            <a:ext cx="2134117" cy="1273979"/>
            <a:chOff x="2818855" y="1217023"/>
            <a:chExt cx="1548429" cy="1273979"/>
          </a:xfrm>
        </p:grpSpPr>
        <p:sp>
          <p:nvSpPr>
            <p:cNvPr id="51" name="標題 1">
              <a:extLst>
                <a:ext uri="{FF2B5EF4-FFF2-40B4-BE49-F238E27FC236}">
                  <a16:creationId xmlns:a16="http://schemas.microsoft.com/office/drawing/2014/main" id="{EC42A347-98FD-4664-905D-3452F2D9BE2E}"/>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en-US" altLang="zh-TW" sz="4000" b="1" dirty="0">
                <a:solidFill>
                  <a:schemeClr val="accent1"/>
                </a:solidFill>
                <a:latin typeface="俐方體11號" pitchFamily="2" charset="-120"/>
                <a:ea typeface="俐方體11號" pitchFamily="2" charset="-120"/>
              </a:endParaRPr>
            </a:p>
            <a:p>
              <a:pPr algn="ctr"/>
              <a:r>
                <a:rPr lang="zh-TW" altLang="en-US" sz="4000" b="1" dirty="0">
                  <a:solidFill>
                    <a:schemeClr val="accent1"/>
                  </a:solidFill>
                  <a:latin typeface="俐方體11號" pitchFamily="2" charset="-120"/>
                  <a:ea typeface="俐方體11號" pitchFamily="2" charset="-120"/>
                </a:rPr>
                <a:t>報恩</a:t>
              </a:r>
              <a:endParaRPr lang="en-US" altLang="zh-TW" sz="4000" b="1" dirty="0">
                <a:solidFill>
                  <a:schemeClr val="accent1"/>
                </a:solidFill>
                <a:latin typeface="俐方體11號" pitchFamily="2" charset="-120"/>
                <a:ea typeface="俐方體11號" pitchFamily="2" charset="-120"/>
              </a:endParaRPr>
            </a:p>
            <a:p>
              <a:pPr algn="ctr"/>
              <a:endParaRPr lang="zh-TW" altLang="en-US" sz="4000" b="1" dirty="0">
                <a:solidFill>
                  <a:schemeClr val="accent1"/>
                </a:solidFill>
                <a:latin typeface="俐方體11號" pitchFamily="2" charset="-120"/>
                <a:ea typeface="俐方體11號" pitchFamily="2" charset="-120"/>
              </a:endParaRPr>
            </a:p>
          </p:txBody>
        </p:sp>
        <p:sp>
          <p:nvSpPr>
            <p:cNvPr id="52" name="矩形 51">
              <a:extLst>
                <a:ext uri="{FF2B5EF4-FFF2-40B4-BE49-F238E27FC236}">
                  <a16:creationId xmlns:a16="http://schemas.microsoft.com/office/drawing/2014/main" id="{9BEBCD72-C6B0-4D0F-8CE5-F2F94A85A6D5}"/>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accent1"/>
                </a:solidFill>
                <a:latin typeface="俐方體11號" pitchFamily="2" charset="-120"/>
                <a:ea typeface="俐方體11號" pitchFamily="2" charset="-120"/>
              </a:endParaRPr>
            </a:p>
          </p:txBody>
        </p:sp>
      </p:grpSp>
      <p:grpSp>
        <p:nvGrpSpPr>
          <p:cNvPr id="53" name="群組 52">
            <a:extLst>
              <a:ext uri="{FF2B5EF4-FFF2-40B4-BE49-F238E27FC236}">
                <a16:creationId xmlns:a16="http://schemas.microsoft.com/office/drawing/2014/main" id="{1D983882-C82D-40A9-91AC-28CF2A906BCA}"/>
              </a:ext>
            </a:extLst>
          </p:cNvPr>
          <p:cNvGrpSpPr/>
          <p:nvPr/>
        </p:nvGrpSpPr>
        <p:grpSpPr>
          <a:xfrm>
            <a:off x="11926450" y="4548965"/>
            <a:ext cx="2134117" cy="1273979"/>
            <a:chOff x="2818855" y="1217023"/>
            <a:chExt cx="1548429" cy="1273979"/>
          </a:xfrm>
        </p:grpSpPr>
        <p:sp>
          <p:nvSpPr>
            <p:cNvPr id="63" name="標題 1">
              <a:extLst>
                <a:ext uri="{FF2B5EF4-FFF2-40B4-BE49-F238E27FC236}">
                  <a16:creationId xmlns:a16="http://schemas.microsoft.com/office/drawing/2014/main" id="{33C6739F-21C8-4077-A67A-D352C6D6F5B8}"/>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歷史</a:t>
              </a:r>
              <a:endParaRPr lang="en-US" altLang="zh-TW" sz="4000" b="1" dirty="0">
                <a:solidFill>
                  <a:schemeClr val="accent1"/>
                </a:solidFill>
                <a:latin typeface="俐方體11號" pitchFamily="2" charset="-120"/>
                <a:ea typeface="俐方體11號" pitchFamily="2" charset="-120"/>
              </a:endParaRPr>
            </a:p>
            <a:p>
              <a:pPr algn="ctr"/>
              <a:r>
                <a:rPr lang="zh-TW" altLang="en-US" sz="4000" b="1" dirty="0">
                  <a:solidFill>
                    <a:schemeClr val="accent1"/>
                  </a:solidFill>
                  <a:latin typeface="俐方體11號" pitchFamily="2" charset="-120"/>
                  <a:ea typeface="俐方體11號" pitchFamily="2" charset="-120"/>
                </a:rPr>
                <a:t>重演</a:t>
              </a:r>
              <a:endParaRPr lang="en-US" altLang="zh-TW" sz="4000" b="1" dirty="0">
                <a:solidFill>
                  <a:schemeClr val="accent1"/>
                </a:solidFill>
                <a:latin typeface="俐方體11號" pitchFamily="2" charset="-120"/>
                <a:ea typeface="俐方體11號" pitchFamily="2" charset="-120"/>
              </a:endParaRPr>
            </a:p>
          </p:txBody>
        </p:sp>
        <p:sp>
          <p:nvSpPr>
            <p:cNvPr id="64" name="矩形 63">
              <a:extLst>
                <a:ext uri="{FF2B5EF4-FFF2-40B4-BE49-F238E27FC236}">
                  <a16:creationId xmlns:a16="http://schemas.microsoft.com/office/drawing/2014/main" id="{4C2921F4-3785-416E-8B45-1B23181B56CD}"/>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accent1"/>
                </a:solidFill>
                <a:latin typeface="俐方體11號" pitchFamily="2" charset="-120"/>
                <a:ea typeface="俐方體11號" pitchFamily="2" charset="-120"/>
              </a:endParaRPr>
            </a:p>
          </p:txBody>
        </p:sp>
      </p:grpSp>
      <p:grpSp>
        <p:nvGrpSpPr>
          <p:cNvPr id="65" name="群組 64">
            <a:extLst>
              <a:ext uri="{FF2B5EF4-FFF2-40B4-BE49-F238E27FC236}">
                <a16:creationId xmlns:a16="http://schemas.microsoft.com/office/drawing/2014/main" id="{3C7C9EF4-2013-43D3-8C1E-891A8156DAF1}"/>
              </a:ext>
            </a:extLst>
          </p:cNvPr>
          <p:cNvGrpSpPr/>
          <p:nvPr/>
        </p:nvGrpSpPr>
        <p:grpSpPr>
          <a:xfrm>
            <a:off x="15001801" y="4548965"/>
            <a:ext cx="2134117" cy="1273979"/>
            <a:chOff x="2818855" y="1217023"/>
            <a:chExt cx="1548429" cy="1273979"/>
          </a:xfrm>
        </p:grpSpPr>
        <p:sp>
          <p:nvSpPr>
            <p:cNvPr id="72" name="標題 1">
              <a:extLst>
                <a:ext uri="{FF2B5EF4-FFF2-40B4-BE49-F238E27FC236}">
                  <a16:creationId xmlns:a16="http://schemas.microsoft.com/office/drawing/2014/main" id="{D3749643-1E8F-40EE-81A2-D362D9DA21C1}"/>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真相</a:t>
              </a:r>
            </a:p>
          </p:txBody>
        </p:sp>
        <p:sp>
          <p:nvSpPr>
            <p:cNvPr id="73" name="矩形 72">
              <a:extLst>
                <a:ext uri="{FF2B5EF4-FFF2-40B4-BE49-F238E27FC236}">
                  <a16:creationId xmlns:a16="http://schemas.microsoft.com/office/drawing/2014/main" id="{19A28266-E075-45F7-933F-57A13EB34E47}"/>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accent1"/>
                </a:solidFill>
                <a:latin typeface="俐方體11號" pitchFamily="2" charset="-120"/>
                <a:ea typeface="俐方體11號" pitchFamily="2" charset="-120"/>
              </a:endParaRPr>
            </a:p>
          </p:txBody>
        </p:sp>
      </p:grpSp>
      <p:cxnSp>
        <p:nvCxnSpPr>
          <p:cNvPr id="89" name="直線接點 88">
            <a:extLst>
              <a:ext uri="{FF2B5EF4-FFF2-40B4-BE49-F238E27FC236}">
                <a16:creationId xmlns:a16="http://schemas.microsoft.com/office/drawing/2014/main" id="{A9885D64-0850-4728-9AB8-142C94C1BFB8}"/>
              </a:ext>
            </a:extLst>
          </p:cNvPr>
          <p:cNvCxnSpPr>
            <a:cxnSpLocks/>
            <a:stCxn id="59" idx="3"/>
            <a:endCxn id="40" idx="1"/>
          </p:cNvCxnSpPr>
          <p:nvPr/>
        </p:nvCxnSpPr>
        <p:spPr>
          <a:xfrm>
            <a:off x="7909867" y="5185955"/>
            <a:ext cx="9412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線接點 92">
            <a:extLst>
              <a:ext uri="{FF2B5EF4-FFF2-40B4-BE49-F238E27FC236}">
                <a16:creationId xmlns:a16="http://schemas.microsoft.com/office/drawing/2014/main" id="{EA80501F-61C7-43DF-81A9-D7D10260DF5D}"/>
              </a:ext>
            </a:extLst>
          </p:cNvPr>
          <p:cNvCxnSpPr>
            <a:cxnSpLocks/>
            <a:stCxn id="40" idx="3"/>
            <a:endCxn id="64" idx="1"/>
          </p:cNvCxnSpPr>
          <p:nvPr/>
        </p:nvCxnSpPr>
        <p:spPr>
          <a:xfrm>
            <a:off x="10985217" y="5185955"/>
            <a:ext cx="9412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線接點 94">
            <a:extLst>
              <a:ext uri="{FF2B5EF4-FFF2-40B4-BE49-F238E27FC236}">
                <a16:creationId xmlns:a16="http://schemas.microsoft.com/office/drawing/2014/main" id="{4D18E2A4-572F-47C1-81A7-3A94DE044327}"/>
              </a:ext>
            </a:extLst>
          </p:cNvPr>
          <p:cNvCxnSpPr>
            <a:cxnSpLocks/>
            <a:stCxn id="71" idx="3"/>
            <a:endCxn id="59" idx="1"/>
          </p:cNvCxnSpPr>
          <p:nvPr/>
        </p:nvCxnSpPr>
        <p:spPr>
          <a:xfrm>
            <a:off x="4834517" y="5185955"/>
            <a:ext cx="9412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標題 1">
            <a:extLst>
              <a:ext uri="{FF2B5EF4-FFF2-40B4-BE49-F238E27FC236}">
                <a16:creationId xmlns:a16="http://schemas.microsoft.com/office/drawing/2014/main" id="{A0BFB56E-8334-4181-8835-7503282B4853}"/>
              </a:ext>
            </a:extLst>
          </p:cNvPr>
          <p:cNvSpPr txBox="1">
            <a:spLocks/>
          </p:cNvSpPr>
          <p:nvPr/>
        </p:nvSpPr>
        <p:spPr>
          <a:xfrm>
            <a:off x="8172862" y="8405631"/>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000" b="1" dirty="0">
                <a:solidFill>
                  <a:schemeClr val="accent1"/>
                </a:solidFill>
                <a:latin typeface="俐方體11號" pitchFamily="2" charset="-120"/>
                <a:ea typeface="俐方體11號" pitchFamily="2" charset="-120"/>
              </a:rPr>
              <a:t>1</a:t>
            </a:r>
            <a:r>
              <a:rPr lang="zh-TW" altLang="en-US" sz="4000" b="1" dirty="0">
                <a:solidFill>
                  <a:schemeClr val="accent1"/>
                </a:solidFill>
                <a:latin typeface="俐方體11號" pitchFamily="2" charset="-120"/>
                <a:ea typeface="俐方體11號" pitchFamily="2" charset="-120"/>
              </a:rPr>
              <a:t> </a:t>
            </a:r>
            <a:r>
              <a:rPr lang="en-US" altLang="zh-TW" sz="4000" b="1" dirty="0">
                <a:solidFill>
                  <a:schemeClr val="accent1"/>
                </a:solidFill>
                <a:latin typeface="俐方體11號" pitchFamily="2" charset="-120"/>
                <a:ea typeface="俐方體11號" pitchFamily="2" charset="-120"/>
              </a:rPr>
              <a:t>2</a:t>
            </a:r>
            <a:r>
              <a:rPr lang="zh-TW" altLang="en-US" sz="4000" b="1" dirty="0">
                <a:latin typeface="俐方體11號" pitchFamily="2" charset="-120"/>
                <a:ea typeface="俐方體11號" pitchFamily="2" charset="-120"/>
              </a:rPr>
              <a:t> </a:t>
            </a:r>
            <a:r>
              <a:rPr lang="en-US" altLang="zh-TW" sz="4000" b="1" dirty="0">
                <a:latin typeface="俐方體11號" pitchFamily="2" charset="-120"/>
                <a:ea typeface="俐方體11號" pitchFamily="2" charset="-120"/>
              </a:rPr>
              <a:t>3</a:t>
            </a:r>
            <a:endParaRPr lang="zh-TW" altLang="en-US" sz="4000" b="1" dirty="0">
              <a:latin typeface="俐方體11號" pitchFamily="2" charset="-120"/>
              <a:ea typeface="俐方體11號" pitchFamily="2" charset="-120"/>
            </a:endParaRPr>
          </a:p>
        </p:txBody>
      </p:sp>
      <p:sp>
        <p:nvSpPr>
          <p:cNvPr id="102" name="標題 1">
            <a:extLst>
              <a:ext uri="{FF2B5EF4-FFF2-40B4-BE49-F238E27FC236}">
                <a16:creationId xmlns:a16="http://schemas.microsoft.com/office/drawing/2014/main" id="{B0F46806-A5B0-4B30-9F7B-3401B25AC181}"/>
              </a:ext>
            </a:extLst>
          </p:cNvPr>
          <p:cNvSpPr txBox="1">
            <a:spLocks/>
          </p:cNvSpPr>
          <p:nvPr/>
        </p:nvSpPr>
        <p:spPr>
          <a:xfrm>
            <a:off x="2591393" y="909948"/>
            <a:ext cx="3522882"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000" b="1" dirty="0">
                <a:latin typeface="俐方體11號" pitchFamily="2" charset="-120"/>
                <a:ea typeface="俐方體11號" pitchFamily="2" charset="-120"/>
              </a:rPr>
              <a:t>三、下山  </a:t>
            </a:r>
          </a:p>
        </p:txBody>
      </p:sp>
      <p:grpSp>
        <p:nvGrpSpPr>
          <p:cNvPr id="74" name="群組 73">
            <a:extLst>
              <a:ext uri="{FF2B5EF4-FFF2-40B4-BE49-F238E27FC236}">
                <a16:creationId xmlns:a16="http://schemas.microsoft.com/office/drawing/2014/main" id="{3213C919-3647-4070-827D-3D426928867E}"/>
              </a:ext>
            </a:extLst>
          </p:cNvPr>
          <p:cNvGrpSpPr/>
          <p:nvPr/>
        </p:nvGrpSpPr>
        <p:grpSpPr>
          <a:xfrm>
            <a:off x="11926450" y="6152027"/>
            <a:ext cx="2134117" cy="1273979"/>
            <a:chOff x="2818855" y="1217023"/>
            <a:chExt cx="1548429" cy="1273979"/>
          </a:xfrm>
        </p:grpSpPr>
        <p:sp>
          <p:nvSpPr>
            <p:cNvPr id="78" name="標題 1">
              <a:extLst>
                <a:ext uri="{FF2B5EF4-FFF2-40B4-BE49-F238E27FC236}">
                  <a16:creationId xmlns:a16="http://schemas.microsoft.com/office/drawing/2014/main" id="{E1806F95-169F-4BFE-8D02-BB60DBAB8915}"/>
                </a:ext>
              </a:extLst>
            </p:cNvPr>
            <p:cNvSpPr txBox="1">
              <a:spLocks/>
            </p:cNvSpPr>
            <p:nvPr/>
          </p:nvSpPr>
          <p:spPr>
            <a:xfrm>
              <a:off x="2818855" y="1337794"/>
              <a:ext cx="154842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4000" b="1" dirty="0">
                  <a:solidFill>
                    <a:schemeClr val="accent1"/>
                  </a:solidFill>
                  <a:latin typeface="俐方體11號" pitchFamily="2" charset="-120"/>
                  <a:ea typeface="俐方體11號" pitchFamily="2" charset="-120"/>
                </a:rPr>
                <a:t>求救</a:t>
              </a:r>
            </a:p>
          </p:txBody>
        </p:sp>
        <p:sp>
          <p:nvSpPr>
            <p:cNvPr id="79" name="矩形 78">
              <a:extLst>
                <a:ext uri="{FF2B5EF4-FFF2-40B4-BE49-F238E27FC236}">
                  <a16:creationId xmlns:a16="http://schemas.microsoft.com/office/drawing/2014/main" id="{018FBE09-8E5C-4959-8173-A32EA815FB83}"/>
                </a:ext>
              </a:extLst>
            </p:cNvPr>
            <p:cNvSpPr/>
            <p:nvPr/>
          </p:nvSpPr>
          <p:spPr>
            <a:xfrm>
              <a:off x="2818855" y="1217023"/>
              <a:ext cx="1548429" cy="127397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4000" b="1" dirty="0">
                <a:solidFill>
                  <a:schemeClr val="accent1"/>
                </a:solidFill>
                <a:latin typeface="俐方體11號" pitchFamily="2" charset="-120"/>
                <a:ea typeface="俐方體11號" pitchFamily="2" charset="-120"/>
              </a:endParaRPr>
            </a:p>
          </p:txBody>
        </p:sp>
      </p:grpSp>
      <p:cxnSp>
        <p:nvCxnSpPr>
          <p:cNvPr id="82" name="接點: 肘形 81">
            <a:extLst>
              <a:ext uri="{FF2B5EF4-FFF2-40B4-BE49-F238E27FC236}">
                <a16:creationId xmlns:a16="http://schemas.microsoft.com/office/drawing/2014/main" id="{6A8F50BA-D7D2-4A8D-9094-ED8CF0CB8541}"/>
              </a:ext>
            </a:extLst>
          </p:cNvPr>
          <p:cNvCxnSpPr>
            <a:cxnSpLocks/>
            <a:stCxn id="71" idx="3"/>
            <a:endCxn id="62" idx="1"/>
          </p:cNvCxnSpPr>
          <p:nvPr/>
        </p:nvCxnSpPr>
        <p:spPr>
          <a:xfrm flipV="1">
            <a:off x="4834517" y="3531886"/>
            <a:ext cx="941233" cy="1654069"/>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3" name="接點: 肘形 82">
            <a:extLst>
              <a:ext uri="{FF2B5EF4-FFF2-40B4-BE49-F238E27FC236}">
                <a16:creationId xmlns:a16="http://schemas.microsoft.com/office/drawing/2014/main" id="{288FC008-0B8B-4A83-949B-394BD87039D5}"/>
              </a:ext>
            </a:extLst>
          </p:cNvPr>
          <p:cNvCxnSpPr>
            <a:cxnSpLocks/>
            <a:stCxn id="71" idx="3"/>
            <a:endCxn id="77" idx="1"/>
          </p:cNvCxnSpPr>
          <p:nvPr/>
        </p:nvCxnSpPr>
        <p:spPr>
          <a:xfrm>
            <a:off x="4834517" y="5185955"/>
            <a:ext cx="941233" cy="160306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4" name="接點: 肘形 83">
            <a:extLst>
              <a:ext uri="{FF2B5EF4-FFF2-40B4-BE49-F238E27FC236}">
                <a16:creationId xmlns:a16="http://schemas.microsoft.com/office/drawing/2014/main" id="{06C98911-7FCF-43C7-AEBD-BB8E26DADF4E}"/>
              </a:ext>
            </a:extLst>
          </p:cNvPr>
          <p:cNvCxnSpPr>
            <a:cxnSpLocks/>
            <a:stCxn id="71" idx="3"/>
            <a:endCxn id="68" idx="1"/>
          </p:cNvCxnSpPr>
          <p:nvPr/>
        </p:nvCxnSpPr>
        <p:spPr>
          <a:xfrm flipV="1">
            <a:off x="4834517" y="1852397"/>
            <a:ext cx="941233" cy="3333558"/>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5" name="接點: 肘形 84">
            <a:extLst>
              <a:ext uri="{FF2B5EF4-FFF2-40B4-BE49-F238E27FC236}">
                <a16:creationId xmlns:a16="http://schemas.microsoft.com/office/drawing/2014/main" id="{44D98809-DB23-4EDE-945F-798A3EBD3A3D}"/>
              </a:ext>
            </a:extLst>
          </p:cNvPr>
          <p:cNvCxnSpPr>
            <a:cxnSpLocks/>
            <a:stCxn id="71" idx="3"/>
            <a:endCxn id="56" idx="1"/>
          </p:cNvCxnSpPr>
          <p:nvPr/>
        </p:nvCxnSpPr>
        <p:spPr>
          <a:xfrm>
            <a:off x="4834517" y="5185955"/>
            <a:ext cx="941233" cy="3210119"/>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6" name="接點: 肘形 85">
            <a:extLst>
              <a:ext uri="{FF2B5EF4-FFF2-40B4-BE49-F238E27FC236}">
                <a16:creationId xmlns:a16="http://schemas.microsoft.com/office/drawing/2014/main" id="{7D0F4F84-764C-4B98-8928-714CF655D277}"/>
              </a:ext>
            </a:extLst>
          </p:cNvPr>
          <p:cNvCxnSpPr>
            <a:cxnSpLocks/>
            <a:stCxn id="40" idx="3"/>
            <a:endCxn id="52" idx="1"/>
          </p:cNvCxnSpPr>
          <p:nvPr/>
        </p:nvCxnSpPr>
        <p:spPr>
          <a:xfrm flipV="1">
            <a:off x="10985217" y="3531886"/>
            <a:ext cx="941233" cy="1654069"/>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7" name="接點: 肘形 86">
            <a:extLst>
              <a:ext uri="{FF2B5EF4-FFF2-40B4-BE49-F238E27FC236}">
                <a16:creationId xmlns:a16="http://schemas.microsoft.com/office/drawing/2014/main" id="{0282F144-1E7C-402A-B51B-E4B512E9F5A5}"/>
              </a:ext>
            </a:extLst>
          </p:cNvPr>
          <p:cNvCxnSpPr>
            <a:cxnSpLocks/>
            <a:stCxn id="40" idx="3"/>
            <a:endCxn id="79" idx="1"/>
          </p:cNvCxnSpPr>
          <p:nvPr/>
        </p:nvCxnSpPr>
        <p:spPr>
          <a:xfrm>
            <a:off x="10985217" y="5185955"/>
            <a:ext cx="941233" cy="160306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91" name="接點: 肘形 90">
            <a:extLst>
              <a:ext uri="{FF2B5EF4-FFF2-40B4-BE49-F238E27FC236}">
                <a16:creationId xmlns:a16="http://schemas.microsoft.com/office/drawing/2014/main" id="{E5B915CF-1407-45E6-969F-0FCD7F8B86CD}"/>
              </a:ext>
            </a:extLst>
          </p:cNvPr>
          <p:cNvCxnSpPr>
            <a:cxnSpLocks/>
            <a:stCxn id="59" idx="3"/>
            <a:endCxn id="46" idx="1"/>
          </p:cNvCxnSpPr>
          <p:nvPr/>
        </p:nvCxnSpPr>
        <p:spPr>
          <a:xfrm>
            <a:off x="7909867" y="5185955"/>
            <a:ext cx="909057" cy="1603062"/>
          </a:xfrm>
          <a:prstGeom prst="bentConnector3">
            <a:avLst>
              <a:gd name="adj1" fmla="val 50000"/>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100" name="直線接點 99">
            <a:extLst>
              <a:ext uri="{FF2B5EF4-FFF2-40B4-BE49-F238E27FC236}">
                <a16:creationId xmlns:a16="http://schemas.microsoft.com/office/drawing/2014/main" id="{35F56C4F-E663-4127-B702-322986E0C5C8}"/>
              </a:ext>
            </a:extLst>
          </p:cNvPr>
          <p:cNvCxnSpPr>
            <a:cxnSpLocks/>
            <a:stCxn id="64" idx="3"/>
            <a:endCxn id="73" idx="1"/>
          </p:cNvCxnSpPr>
          <p:nvPr/>
        </p:nvCxnSpPr>
        <p:spPr>
          <a:xfrm>
            <a:off x="14060567" y="5185955"/>
            <a:ext cx="9412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0" name="群組 79">
            <a:extLst>
              <a:ext uri="{FF2B5EF4-FFF2-40B4-BE49-F238E27FC236}">
                <a16:creationId xmlns:a16="http://schemas.microsoft.com/office/drawing/2014/main" id="{729AD488-E990-4A1D-82AE-62C2B4C2E00E}"/>
              </a:ext>
            </a:extLst>
          </p:cNvPr>
          <p:cNvGrpSpPr/>
          <p:nvPr/>
        </p:nvGrpSpPr>
        <p:grpSpPr>
          <a:xfrm>
            <a:off x="16697297" y="1009397"/>
            <a:ext cx="660914" cy="664277"/>
            <a:chOff x="16459195" y="1006319"/>
            <a:chExt cx="874428" cy="878875"/>
          </a:xfrm>
        </p:grpSpPr>
        <p:sp>
          <p:nvSpPr>
            <p:cNvPr id="88" name="矩形 87">
              <a:extLst>
                <a:ext uri="{FF2B5EF4-FFF2-40B4-BE49-F238E27FC236}">
                  <a16:creationId xmlns:a16="http://schemas.microsoft.com/office/drawing/2014/main" id="{1998C199-0C5B-4971-A5E4-5F3E4030A3F6}"/>
                </a:ext>
              </a:extLst>
            </p:cNvPr>
            <p:cNvSpPr/>
            <p:nvPr/>
          </p:nvSpPr>
          <p:spPr>
            <a:xfrm>
              <a:off x="16459195" y="1018921"/>
              <a:ext cx="866273" cy="866273"/>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標題 1">
              <a:extLst>
                <a:ext uri="{FF2B5EF4-FFF2-40B4-BE49-F238E27FC236}">
                  <a16:creationId xmlns:a16="http://schemas.microsoft.com/office/drawing/2014/main" id="{1AFF884A-9062-4C0A-A3C3-79E2CBA37011}"/>
                </a:ext>
              </a:extLst>
            </p:cNvPr>
            <p:cNvSpPr txBox="1">
              <a:spLocks/>
            </p:cNvSpPr>
            <p:nvPr/>
          </p:nvSpPr>
          <p:spPr>
            <a:xfrm>
              <a:off x="16510895" y="1006319"/>
              <a:ext cx="822728" cy="866273"/>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5400" b="1" dirty="0">
                  <a:solidFill>
                    <a:schemeClr val="bg1"/>
                  </a:solidFill>
                  <a:latin typeface="俐方體11號" pitchFamily="2" charset="-120"/>
                  <a:ea typeface="俐方體11號" pitchFamily="2" charset="-120"/>
                </a:rPr>
                <a:t>x</a:t>
              </a:r>
              <a:endParaRPr lang="zh-TW" altLang="en-US" sz="5400" b="1" dirty="0">
                <a:solidFill>
                  <a:schemeClr val="bg1"/>
                </a:solidFill>
                <a:latin typeface="俐方體11號" pitchFamily="2" charset="-120"/>
                <a:ea typeface="俐方體11號" pitchFamily="2" charset="-120"/>
              </a:endParaRPr>
            </a:p>
          </p:txBody>
        </p:sp>
      </p:grpSp>
      <p:pic>
        <p:nvPicPr>
          <p:cNvPr id="92" name="圖片 91">
            <a:extLst>
              <a:ext uri="{FF2B5EF4-FFF2-40B4-BE49-F238E27FC236}">
                <a16:creationId xmlns:a16="http://schemas.microsoft.com/office/drawing/2014/main" id="{9FB9CC34-6DA6-44D9-858D-C61D60BE3599}"/>
              </a:ext>
            </a:extLst>
          </p:cNvPr>
          <p:cNvPicPr>
            <a:picLocks noChangeAspect="1"/>
          </p:cNvPicPr>
          <p:nvPr/>
        </p:nvPicPr>
        <p:blipFill rotWithShape="1">
          <a:blip r:embed="rId2">
            <a:extLst>
              <a:ext uri="{28A0092B-C50C-407E-A947-70E740481C1C}">
                <a14:useLocalDpi xmlns:a14="http://schemas.microsoft.com/office/drawing/2010/main" val="0"/>
              </a:ext>
            </a:extLst>
          </a:blip>
          <a:srcRect l="65179" t="21853" r="-4851" b="-183"/>
          <a:stretch/>
        </p:blipFill>
        <p:spPr>
          <a:xfrm>
            <a:off x="1357869" y="3766782"/>
            <a:ext cx="826487" cy="5846435"/>
          </a:xfrm>
          <a:prstGeom prst="rect">
            <a:avLst/>
          </a:prstGeom>
        </p:spPr>
      </p:pic>
    </p:spTree>
    <p:extLst>
      <p:ext uri="{BB962C8B-B14F-4D97-AF65-F5344CB8AC3E}">
        <p14:creationId xmlns:p14="http://schemas.microsoft.com/office/powerpoint/2010/main" val="33562030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14952"/>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8" y="627015"/>
            <a:ext cx="234136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dirty="0">
                <a:latin typeface="俐方體11號" pitchFamily="2" charset="-120"/>
                <a:ea typeface="俐方體11號" pitchFamily="2" charset="-120"/>
              </a:rPr>
              <a:t>第二章</a:t>
            </a:r>
          </a:p>
        </p:txBody>
      </p:sp>
      <p:sp>
        <p:nvSpPr>
          <p:cNvPr id="16" name="矩形 15">
            <a:extLst>
              <a:ext uri="{FF2B5EF4-FFF2-40B4-BE49-F238E27FC236}">
                <a16:creationId xmlns:a16="http://schemas.microsoft.com/office/drawing/2014/main" id="{00FB009A-5FD5-4647-9E1A-13D19CE6D97B}"/>
              </a:ext>
            </a:extLst>
          </p:cNvPr>
          <p:cNvSpPr/>
          <p:nvPr/>
        </p:nvSpPr>
        <p:spPr>
          <a:xfrm>
            <a:off x="12648135" y="1184898"/>
            <a:ext cx="4516368" cy="7144502"/>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20" name="矩形 19">
            <a:extLst>
              <a:ext uri="{FF2B5EF4-FFF2-40B4-BE49-F238E27FC236}">
                <a16:creationId xmlns:a16="http://schemas.microsoft.com/office/drawing/2014/main" id="{26415D62-9E47-430A-A990-B02A60C6C5BD}"/>
              </a:ext>
            </a:extLst>
          </p:cNvPr>
          <p:cNvSpPr/>
          <p:nvPr/>
        </p:nvSpPr>
        <p:spPr>
          <a:xfrm>
            <a:off x="2695952" y="1169123"/>
            <a:ext cx="9573267" cy="7144502"/>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grpSp>
        <p:nvGrpSpPr>
          <p:cNvPr id="27" name="群組 26">
            <a:extLst>
              <a:ext uri="{FF2B5EF4-FFF2-40B4-BE49-F238E27FC236}">
                <a16:creationId xmlns:a16="http://schemas.microsoft.com/office/drawing/2014/main" id="{37E2F93F-F4D8-4420-9681-941A15CE0A0D}"/>
              </a:ext>
            </a:extLst>
          </p:cNvPr>
          <p:cNvGrpSpPr/>
          <p:nvPr/>
        </p:nvGrpSpPr>
        <p:grpSpPr>
          <a:xfrm>
            <a:off x="12648136" y="8570791"/>
            <a:ext cx="2068582" cy="754884"/>
            <a:chOff x="13492407" y="8570791"/>
            <a:chExt cx="1657685" cy="754884"/>
          </a:xfrm>
        </p:grpSpPr>
        <p:sp>
          <p:nvSpPr>
            <p:cNvPr id="11" name="矩形 10">
              <a:extLst>
                <a:ext uri="{FF2B5EF4-FFF2-40B4-BE49-F238E27FC236}">
                  <a16:creationId xmlns:a16="http://schemas.microsoft.com/office/drawing/2014/main" id="{EEDDACBE-F216-46A4-B89F-0E3C1C4A195A}"/>
                </a:ext>
              </a:extLst>
            </p:cNvPr>
            <p:cNvSpPr/>
            <p:nvPr/>
          </p:nvSpPr>
          <p:spPr>
            <a:xfrm>
              <a:off x="13492409" y="8570791"/>
              <a:ext cx="1657683" cy="739109"/>
            </a:xfrm>
            <a:prstGeom prst="rect">
              <a:avLst/>
            </a:prstGeom>
            <a:solidFill>
              <a:schemeClr val="accent6"/>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solidFill>
                  <a:schemeClr val="accent6"/>
                </a:solidFill>
              </a:endParaRPr>
            </a:p>
          </p:txBody>
        </p:sp>
        <p:sp>
          <p:nvSpPr>
            <p:cNvPr id="24" name="標題 1">
              <a:extLst>
                <a:ext uri="{FF2B5EF4-FFF2-40B4-BE49-F238E27FC236}">
                  <a16:creationId xmlns:a16="http://schemas.microsoft.com/office/drawing/2014/main" id="{2C760EE5-0536-47C2-AD2D-288B98DB4C04}"/>
                </a:ext>
              </a:extLst>
            </p:cNvPr>
            <p:cNvSpPr txBox="1">
              <a:spLocks/>
            </p:cNvSpPr>
            <p:nvPr/>
          </p:nvSpPr>
          <p:spPr>
            <a:xfrm>
              <a:off x="13492407" y="8586565"/>
              <a:ext cx="1657683" cy="739110"/>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3200" b="1" dirty="0">
                  <a:solidFill>
                    <a:schemeClr val="bg1"/>
                  </a:solidFill>
                  <a:latin typeface="俐方體11號" pitchFamily="2" charset="-120"/>
                  <a:ea typeface="俐方體11號" pitchFamily="2" charset="-120"/>
                </a:rPr>
                <a:t>執行</a:t>
              </a:r>
            </a:p>
          </p:txBody>
        </p:sp>
      </p:grpSp>
      <p:grpSp>
        <p:nvGrpSpPr>
          <p:cNvPr id="28" name="群組 27">
            <a:extLst>
              <a:ext uri="{FF2B5EF4-FFF2-40B4-BE49-F238E27FC236}">
                <a16:creationId xmlns:a16="http://schemas.microsoft.com/office/drawing/2014/main" id="{49D97BAD-26BE-4476-AAB1-E86360ECF72F}"/>
              </a:ext>
            </a:extLst>
          </p:cNvPr>
          <p:cNvGrpSpPr/>
          <p:nvPr/>
        </p:nvGrpSpPr>
        <p:grpSpPr>
          <a:xfrm>
            <a:off x="15095634" y="8570791"/>
            <a:ext cx="2068870" cy="739109"/>
            <a:chOff x="15592046" y="8570791"/>
            <a:chExt cx="1657684" cy="739109"/>
          </a:xfrm>
        </p:grpSpPr>
        <p:sp>
          <p:nvSpPr>
            <p:cNvPr id="12" name="矩形 11">
              <a:extLst>
                <a:ext uri="{FF2B5EF4-FFF2-40B4-BE49-F238E27FC236}">
                  <a16:creationId xmlns:a16="http://schemas.microsoft.com/office/drawing/2014/main" id="{EA176B58-5CEB-4853-BE39-967D6989DC5D}"/>
                </a:ext>
              </a:extLst>
            </p:cNvPr>
            <p:cNvSpPr/>
            <p:nvPr/>
          </p:nvSpPr>
          <p:spPr>
            <a:xfrm>
              <a:off x="15592047" y="8570791"/>
              <a:ext cx="1657683" cy="739109"/>
            </a:xfrm>
            <a:prstGeom prst="rect">
              <a:avLst/>
            </a:prstGeom>
            <a:solidFill>
              <a:srgbClr val="FF000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25" name="標題 1">
              <a:extLst>
                <a:ext uri="{FF2B5EF4-FFF2-40B4-BE49-F238E27FC236}">
                  <a16:creationId xmlns:a16="http://schemas.microsoft.com/office/drawing/2014/main" id="{00B56794-98F3-4820-9ED2-0AE46E2A955D}"/>
                </a:ext>
              </a:extLst>
            </p:cNvPr>
            <p:cNvSpPr txBox="1">
              <a:spLocks/>
            </p:cNvSpPr>
            <p:nvPr/>
          </p:nvSpPr>
          <p:spPr>
            <a:xfrm>
              <a:off x="15592046" y="8570791"/>
              <a:ext cx="1657682" cy="739109"/>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3200" b="1" dirty="0">
                  <a:solidFill>
                    <a:schemeClr val="bg1"/>
                  </a:solidFill>
                  <a:latin typeface="俐方體11號" pitchFamily="2" charset="-120"/>
                  <a:ea typeface="俐方體11號" pitchFamily="2" charset="-120"/>
                </a:rPr>
                <a:t>重設</a:t>
              </a:r>
            </a:p>
          </p:txBody>
        </p:sp>
      </p:grpSp>
      <p:sp>
        <p:nvSpPr>
          <p:cNvPr id="30" name="矩形 29">
            <a:extLst>
              <a:ext uri="{FF2B5EF4-FFF2-40B4-BE49-F238E27FC236}">
                <a16:creationId xmlns:a16="http://schemas.microsoft.com/office/drawing/2014/main" id="{1E02C2F4-0EE0-4985-9F05-461B41BB1992}"/>
              </a:ext>
            </a:extLst>
          </p:cNvPr>
          <p:cNvSpPr/>
          <p:nvPr/>
        </p:nvSpPr>
        <p:spPr>
          <a:xfrm>
            <a:off x="16554734" y="1343105"/>
            <a:ext cx="419280" cy="681825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31" name="矩形 30">
            <a:extLst>
              <a:ext uri="{FF2B5EF4-FFF2-40B4-BE49-F238E27FC236}">
                <a16:creationId xmlns:a16="http://schemas.microsoft.com/office/drawing/2014/main" id="{8872FF75-7DED-4C10-A216-62FD50CE8141}"/>
              </a:ext>
            </a:extLst>
          </p:cNvPr>
          <p:cNvSpPr/>
          <p:nvPr/>
        </p:nvSpPr>
        <p:spPr>
          <a:xfrm>
            <a:off x="11678036" y="1343105"/>
            <a:ext cx="419280" cy="6818256"/>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32" name="標題 1">
            <a:extLst>
              <a:ext uri="{FF2B5EF4-FFF2-40B4-BE49-F238E27FC236}">
                <a16:creationId xmlns:a16="http://schemas.microsoft.com/office/drawing/2014/main" id="{D27588B4-91A3-4244-8E95-D5B54CE5E369}"/>
              </a:ext>
            </a:extLst>
          </p:cNvPr>
          <p:cNvSpPr txBox="1">
            <a:spLocks/>
          </p:cNvSpPr>
          <p:nvPr/>
        </p:nvSpPr>
        <p:spPr>
          <a:xfrm>
            <a:off x="12812279" y="1128179"/>
            <a:ext cx="234136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3200" b="1" dirty="0">
                <a:solidFill>
                  <a:schemeClr val="accent1"/>
                </a:solidFill>
                <a:latin typeface="俐方體11號" pitchFamily="2" charset="-120"/>
                <a:ea typeface="俐方體11號" pitchFamily="2" charset="-120"/>
              </a:rPr>
              <a:t>動詞</a:t>
            </a:r>
            <a:r>
              <a:rPr lang="zh-TW" altLang="en-US" sz="3200" b="1" dirty="0">
                <a:latin typeface="俐方體11號" pitchFamily="2" charset="-120"/>
                <a:ea typeface="俐方體11號" pitchFamily="2" charset="-120"/>
              </a:rPr>
              <a:t>  </a:t>
            </a:r>
            <a:r>
              <a:rPr lang="zh-TW" altLang="en-US" sz="3200" b="1" dirty="0">
                <a:solidFill>
                  <a:schemeClr val="accent2"/>
                </a:solidFill>
                <a:latin typeface="俐方體11號" pitchFamily="2" charset="-120"/>
                <a:ea typeface="俐方體11號" pitchFamily="2" charset="-120"/>
              </a:rPr>
              <a:t>名詞</a:t>
            </a:r>
          </a:p>
        </p:txBody>
      </p:sp>
      <p:sp>
        <p:nvSpPr>
          <p:cNvPr id="33" name="文字方塊 32">
            <a:extLst>
              <a:ext uri="{FF2B5EF4-FFF2-40B4-BE49-F238E27FC236}">
                <a16:creationId xmlns:a16="http://schemas.microsoft.com/office/drawing/2014/main" id="{A1EF1806-DE69-4CAD-AD57-1D0CB5DD67EA}"/>
              </a:ext>
            </a:extLst>
          </p:cNvPr>
          <p:cNvSpPr txBox="1"/>
          <p:nvPr/>
        </p:nvSpPr>
        <p:spPr>
          <a:xfrm>
            <a:off x="2988978" y="1343106"/>
            <a:ext cx="7560862" cy="4832092"/>
          </a:xfrm>
          <a:prstGeom prst="rect">
            <a:avLst/>
          </a:prstGeom>
          <a:noFill/>
        </p:spPr>
        <p:txBody>
          <a:bodyPr wrap="square">
            <a:spAutoFit/>
          </a:bodyPr>
          <a:lstStyle/>
          <a:p>
            <a:r>
              <a:rPr lang="zh-TW" altLang="en-US" sz="4400" b="1" dirty="0">
                <a:latin typeface="俐方體11號" pitchFamily="2" charset="-120"/>
                <a:ea typeface="俐方體11號" pitchFamily="2" charset="-120"/>
              </a:rPr>
              <a:t>我好我好我好我好我好我好我好我好我好我我好我好我好我好我好我好我好我好我好我好我好我好我好我好我好我好我好我好我好我好</a:t>
            </a:r>
          </a:p>
          <a:p>
            <a:r>
              <a:rPr lang="zh-TW" altLang="en-US" sz="4400" b="1" dirty="0">
                <a:latin typeface="俐方體11號" pitchFamily="2" charset="-120"/>
                <a:ea typeface="俐方體11號" pitchFamily="2" charset="-120"/>
              </a:rPr>
              <a:t>我好我好我好我好我好我好我好我好我好</a:t>
            </a:r>
          </a:p>
        </p:txBody>
      </p:sp>
      <p:sp>
        <p:nvSpPr>
          <p:cNvPr id="29" name="標題 1">
            <a:extLst>
              <a:ext uri="{FF2B5EF4-FFF2-40B4-BE49-F238E27FC236}">
                <a16:creationId xmlns:a16="http://schemas.microsoft.com/office/drawing/2014/main" id="{94C92804-AE1D-44C9-9B8A-C4DFE88FB1A3}"/>
              </a:ext>
            </a:extLst>
          </p:cNvPr>
          <p:cNvSpPr txBox="1">
            <a:spLocks/>
          </p:cNvSpPr>
          <p:nvPr/>
        </p:nvSpPr>
        <p:spPr>
          <a:xfrm>
            <a:off x="4182535" y="8570791"/>
            <a:ext cx="1192034" cy="739109"/>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800" b="1" dirty="0">
                <a:latin typeface="俐方體11號" pitchFamily="2" charset="-120"/>
                <a:ea typeface="俐方體11號" pitchFamily="2" charset="-120"/>
              </a:rPr>
              <a:t>+</a:t>
            </a:r>
            <a:endParaRPr lang="zh-TW" altLang="en-US" sz="4800" b="1" dirty="0">
              <a:latin typeface="俐方體11號" pitchFamily="2" charset="-120"/>
              <a:ea typeface="俐方體11號" pitchFamily="2" charset="-120"/>
            </a:endParaRPr>
          </a:p>
        </p:txBody>
      </p:sp>
      <p:sp>
        <p:nvSpPr>
          <p:cNvPr id="34" name="標題 1">
            <a:extLst>
              <a:ext uri="{FF2B5EF4-FFF2-40B4-BE49-F238E27FC236}">
                <a16:creationId xmlns:a16="http://schemas.microsoft.com/office/drawing/2014/main" id="{A11967BE-B444-471C-9DBA-9422D68895F9}"/>
              </a:ext>
            </a:extLst>
          </p:cNvPr>
          <p:cNvSpPr txBox="1">
            <a:spLocks/>
          </p:cNvSpPr>
          <p:nvPr/>
        </p:nvSpPr>
        <p:spPr>
          <a:xfrm>
            <a:off x="6690052" y="8570791"/>
            <a:ext cx="1192034" cy="739109"/>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800" b="1" dirty="0">
                <a:latin typeface="俐方體11號" pitchFamily="2" charset="-120"/>
                <a:ea typeface="俐方體11號" pitchFamily="2" charset="-120"/>
              </a:rPr>
              <a:t>+</a:t>
            </a:r>
            <a:endParaRPr lang="zh-TW" altLang="en-US" sz="4800" b="1" dirty="0">
              <a:latin typeface="俐方體11號" pitchFamily="2" charset="-120"/>
              <a:ea typeface="俐方體11號" pitchFamily="2" charset="-120"/>
            </a:endParaRPr>
          </a:p>
        </p:txBody>
      </p:sp>
      <p:grpSp>
        <p:nvGrpSpPr>
          <p:cNvPr id="35" name="群組 34">
            <a:extLst>
              <a:ext uri="{FF2B5EF4-FFF2-40B4-BE49-F238E27FC236}">
                <a16:creationId xmlns:a16="http://schemas.microsoft.com/office/drawing/2014/main" id="{46B8C2BE-C04D-4F8D-995D-85B3C83E145E}"/>
              </a:ext>
            </a:extLst>
          </p:cNvPr>
          <p:cNvGrpSpPr/>
          <p:nvPr/>
        </p:nvGrpSpPr>
        <p:grpSpPr>
          <a:xfrm>
            <a:off x="5203468" y="8570791"/>
            <a:ext cx="1657685" cy="739109"/>
            <a:chOff x="5754012" y="8570791"/>
            <a:chExt cx="1657685" cy="739109"/>
          </a:xfrm>
        </p:grpSpPr>
        <p:sp>
          <p:nvSpPr>
            <p:cNvPr id="36" name="矩形 35">
              <a:extLst>
                <a:ext uri="{FF2B5EF4-FFF2-40B4-BE49-F238E27FC236}">
                  <a16:creationId xmlns:a16="http://schemas.microsoft.com/office/drawing/2014/main" id="{B5F93282-4E2D-4828-90D4-621BED52DECF}"/>
                </a:ext>
              </a:extLst>
            </p:cNvPr>
            <p:cNvSpPr/>
            <p:nvPr/>
          </p:nvSpPr>
          <p:spPr>
            <a:xfrm>
              <a:off x="5754014" y="8570791"/>
              <a:ext cx="1657683" cy="73910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37" name="標題 1">
              <a:extLst>
                <a:ext uri="{FF2B5EF4-FFF2-40B4-BE49-F238E27FC236}">
                  <a16:creationId xmlns:a16="http://schemas.microsoft.com/office/drawing/2014/main" id="{6E465660-8901-4CFE-9188-E8C9BF767D20}"/>
                </a:ext>
              </a:extLst>
            </p:cNvPr>
            <p:cNvSpPr txBox="1">
              <a:spLocks/>
            </p:cNvSpPr>
            <p:nvPr/>
          </p:nvSpPr>
          <p:spPr>
            <a:xfrm>
              <a:off x="5754012" y="8570791"/>
              <a:ext cx="1657683" cy="739109"/>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3200" b="1" dirty="0">
                  <a:solidFill>
                    <a:schemeClr val="accent1"/>
                  </a:solidFill>
                  <a:latin typeface="俐方體11號" pitchFamily="2" charset="-120"/>
                  <a:ea typeface="俐方體11號" pitchFamily="2" charset="-120"/>
                </a:rPr>
                <a:t>動詞</a:t>
              </a:r>
            </a:p>
          </p:txBody>
        </p:sp>
      </p:grpSp>
      <p:grpSp>
        <p:nvGrpSpPr>
          <p:cNvPr id="38" name="群組 37">
            <a:extLst>
              <a:ext uri="{FF2B5EF4-FFF2-40B4-BE49-F238E27FC236}">
                <a16:creationId xmlns:a16="http://schemas.microsoft.com/office/drawing/2014/main" id="{3B060101-2519-466B-BF7B-D1995FA45927}"/>
              </a:ext>
            </a:extLst>
          </p:cNvPr>
          <p:cNvGrpSpPr/>
          <p:nvPr/>
        </p:nvGrpSpPr>
        <p:grpSpPr>
          <a:xfrm>
            <a:off x="7710985" y="8586565"/>
            <a:ext cx="4558234" cy="748467"/>
            <a:chOff x="8812075" y="8561434"/>
            <a:chExt cx="4238380" cy="748467"/>
          </a:xfrm>
        </p:grpSpPr>
        <p:sp>
          <p:nvSpPr>
            <p:cNvPr id="39" name="矩形 38">
              <a:extLst>
                <a:ext uri="{FF2B5EF4-FFF2-40B4-BE49-F238E27FC236}">
                  <a16:creationId xmlns:a16="http://schemas.microsoft.com/office/drawing/2014/main" id="{7494A797-68BF-40B7-860D-18E98AEF3433}"/>
                </a:ext>
              </a:extLst>
            </p:cNvPr>
            <p:cNvSpPr/>
            <p:nvPr/>
          </p:nvSpPr>
          <p:spPr>
            <a:xfrm>
              <a:off x="8812077" y="8570791"/>
              <a:ext cx="4238378" cy="73910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40" name="標題 1">
              <a:extLst>
                <a:ext uri="{FF2B5EF4-FFF2-40B4-BE49-F238E27FC236}">
                  <a16:creationId xmlns:a16="http://schemas.microsoft.com/office/drawing/2014/main" id="{A46B63D1-92B0-4C44-87C0-BBC59DFEF728}"/>
                </a:ext>
              </a:extLst>
            </p:cNvPr>
            <p:cNvSpPr txBox="1">
              <a:spLocks/>
            </p:cNvSpPr>
            <p:nvPr/>
          </p:nvSpPr>
          <p:spPr>
            <a:xfrm>
              <a:off x="8812075" y="8561434"/>
              <a:ext cx="4238378" cy="74846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3200" b="1" dirty="0">
                  <a:solidFill>
                    <a:schemeClr val="accent2"/>
                  </a:solidFill>
                  <a:latin typeface="俐方體11號" pitchFamily="2" charset="-120"/>
                  <a:ea typeface="俐方體11號" pitchFamily="2" charset="-120"/>
                </a:rPr>
                <a:t>名詞</a:t>
              </a:r>
            </a:p>
          </p:txBody>
        </p:sp>
      </p:grpSp>
      <p:grpSp>
        <p:nvGrpSpPr>
          <p:cNvPr id="41" name="群組 40">
            <a:extLst>
              <a:ext uri="{FF2B5EF4-FFF2-40B4-BE49-F238E27FC236}">
                <a16:creationId xmlns:a16="http://schemas.microsoft.com/office/drawing/2014/main" id="{F0556375-1A84-49EC-9517-A1084D7FCDD3}"/>
              </a:ext>
            </a:extLst>
          </p:cNvPr>
          <p:cNvGrpSpPr/>
          <p:nvPr/>
        </p:nvGrpSpPr>
        <p:grpSpPr>
          <a:xfrm>
            <a:off x="2695951" y="8570791"/>
            <a:ext cx="1657685" cy="739109"/>
            <a:chOff x="2695951" y="8570791"/>
            <a:chExt cx="1657685" cy="739109"/>
          </a:xfrm>
        </p:grpSpPr>
        <p:sp>
          <p:nvSpPr>
            <p:cNvPr id="42" name="矩形 41">
              <a:extLst>
                <a:ext uri="{FF2B5EF4-FFF2-40B4-BE49-F238E27FC236}">
                  <a16:creationId xmlns:a16="http://schemas.microsoft.com/office/drawing/2014/main" id="{0D1518AC-AED5-452A-B24B-E058439824C2}"/>
                </a:ext>
              </a:extLst>
            </p:cNvPr>
            <p:cNvSpPr/>
            <p:nvPr/>
          </p:nvSpPr>
          <p:spPr>
            <a:xfrm>
              <a:off x="2695953" y="8570791"/>
              <a:ext cx="1657683" cy="73910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43" name="標題 1">
              <a:extLst>
                <a:ext uri="{FF2B5EF4-FFF2-40B4-BE49-F238E27FC236}">
                  <a16:creationId xmlns:a16="http://schemas.microsoft.com/office/drawing/2014/main" id="{132EA12F-7E87-4F6B-AB66-A49D55B37B65}"/>
                </a:ext>
              </a:extLst>
            </p:cNvPr>
            <p:cNvSpPr txBox="1">
              <a:spLocks/>
            </p:cNvSpPr>
            <p:nvPr/>
          </p:nvSpPr>
          <p:spPr>
            <a:xfrm>
              <a:off x="2695951" y="8570792"/>
              <a:ext cx="1657683" cy="739108"/>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zh-TW" altLang="en-US" sz="3200" b="1" dirty="0">
                  <a:latin typeface="俐方體11號" pitchFamily="2" charset="-120"/>
                  <a:ea typeface="俐方體11號" pitchFamily="2" charset="-120"/>
                </a:rPr>
                <a:t>我</a:t>
              </a:r>
            </a:p>
          </p:txBody>
        </p:sp>
      </p:grpSp>
    </p:spTree>
    <p:extLst>
      <p:ext uri="{BB962C8B-B14F-4D97-AF65-F5344CB8AC3E}">
        <p14:creationId xmlns:p14="http://schemas.microsoft.com/office/powerpoint/2010/main" val="177533313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F2781C0-7915-4AC6-AF28-40B77C669121}"/>
              </a:ext>
            </a:extLst>
          </p:cNvPr>
          <p:cNvSpPr/>
          <p:nvPr/>
        </p:nvSpPr>
        <p:spPr>
          <a:xfrm>
            <a:off x="2325189" y="814952"/>
            <a:ext cx="15218228" cy="875211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7" name="標題 1">
            <a:extLst>
              <a:ext uri="{FF2B5EF4-FFF2-40B4-BE49-F238E27FC236}">
                <a16:creationId xmlns:a16="http://schemas.microsoft.com/office/drawing/2014/main" id="{C9D3FCC7-12DE-4AFA-84C8-E8BBD733315A}"/>
              </a:ext>
            </a:extLst>
          </p:cNvPr>
          <p:cNvSpPr txBox="1">
            <a:spLocks/>
          </p:cNvSpPr>
          <p:nvPr/>
        </p:nvSpPr>
        <p:spPr>
          <a:xfrm>
            <a:off x="169818" y="627015"/>
            <a:ext cx="2341369" cy="108421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r>
              <a:rPr lang="zh-TW" altLang="en-US" sz="4800" b="1" dirty="0">
                <a:latin typeface="俐方體11號" pitchFamily="2" charset="-120"/>
                <a:ea typeface="俐方體11號" pitchFamily="2" charset="-120"/>
              </a:rPr>
              <a:t>第二章</a:t>
            </a:r>
          </a:p>
        </p:txBody>
      </p:sp>
      <p:sp>
        <p:nvSpPr>
          <p:cNvPr id="9" name="標題 1">
            <a:extLst>
              <a:ext uri="{FF2B5EF4-FFF2-40B4-BE49-F238E27FC236}">
                <a16:creationId xmlns:a16="http://schemas.microsoft.com/office/drawing/2014/main" id="{93F2EB4E-2897-4D6A-9E1E-7A0E0A978B59}"/>
              </a:ext>
            </a:extLst>
          </p:cNvPr>
          <p:cNvSpPr txBox="1">
            <a:spLocks/>
          </p:cNvSpPr>
          <p:nvPr/>
        </p:nvSpPr>
        <p:spPr>
          <a:xfrm>
            <a:off x="4093824" y="8639031"/>
            <a:ext cx="1192034" cy="739109"/>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800" b="1" dirty="0">
                <a:latin typeface="俐方體11號" pitchFamily="2" charset="-120"/>
                <a:ea typeface="俐方體11號" pitchFamily="2" charset="-120"/>
              </a:rPr>
              <a:t>+</a:t>
            </a:r>
            <a:endParaRPr lang="zh-TW" altLang="en-US" sz="4800" b="1" dirty="0">
              <a:latin typeface="俐方體11號" pitchFamily="2" charset="-120"/>
              <a:ea typeface="俐方體11號" pitchFamily="2" charset="-120"/>
            </a:endParaRPr>
          </a:p>
        </p:txBody>
      </p:sp>
      <p:sp>
        <p:nvSpPr>
          <p:cNvPr id="10" name="標題 1">
            <a:extLst>
              <a:ext uri="{FF2B5EF4-FFF2-40B4-BE49-F238E27FC236}">
                <a16:creationId xmlns:a16="http://schemas.microsoft.com/office/drawing/2014/main" id="{019C3D15-ADF9-485C-AAAC-C4A5ECED5235}"/>
              </a:ext>
            </a:extLst>
          </p:cNvPr>
          <p:cNvSpPr txBox="1">
            <a:spLocks/>
          </p:cNvSpPr>
          <p:nvPr/>
        </p:nvSpPr>
        <p:spPr>
          <a:xfrm>
            <a:off x="6423919" y="8639031"/>
            <a:ext cx="1192034" cy="739109"/>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r>
              <a:rPr lang="en-US" altLang="zh-TW" sz="4800" b="1" dirty="0">
                <a:latin typeface="俐方體11號" pitchFamily="2" charset="-120"/>
                <a:ea typeface="俐方體11號" pitchFamily="2" charset="-120"/>
              </a:rPr>
              <a:t>+</a:t>
            </a:r>
            <a:endParaRPr lang="zh-TW" altLang="en-US" sz="4800" b="1" dirty="0">
              <a:latin typeface="俐方體11號" pitchFamily="2" charset="-120"/>
              <a:ea typeface="俐方體11號" pitchFamily="2" charset="-120"/>
            </a:endParaRPr>
          </a:p>
        </p:txBody>
      </p:sp>
      <p:sp>
        <p:nvSpPr>
          <p:cNvPr id="16" name="矩形 15">
            <a:extLst>
              <a:ext uri="{FF2B5EF4-FFF2-40B4-BE49-F238E27FC236}">
                <a16:creationId xmlns:a16="http://schemas.microsoft.com/office/drawing/2014/main" id="{00FB009A-5FD5-4647-9E1A-13D19CE6D97B}"/>
              </a:ext>
            </a:extLst>
          </p:cNvPr>
          <p:cNvSpPr/>
          <p:nvPr/>
        </p:nvSpPr>
        <p:spPr>
          <a:xfrm>
            <a:off x="12648135" y="1184898"/>
            <a:ext cx="4516368" cy="7144502"/>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20" name="矩形 19">
            <a:extLst>
              <a:ext uri="{FF2B5EF4-FFF2-40B4-BE49-F238E27FC236}">
                <a16:creationId xmlns:a16="http://schemas.microsoft.com/office/drawing/2014/main" id="{26415D62-9E47-430A-A990-B02A60C6C5BD}"/>
              </a:ext>
            </a:extLst>
          </p:cNvPr>
          <p:cNvSpPr/>
          <p:nvPr/>
        </p:nvSpPr>
        <p:spPr>
          <a:xfrm>
            <a:off x="2695952" y="1169123"/>
            <a:ext cx="9573267" cy="7144502"/>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grpSp>
        <p:nvGrpSpPr>
          <p:cNvPr id="3" name="群組 2">
            <a:extLst>
              <a:ext uri="{FF2B5EF4-FFF2-40B4-BE49-F238E27FC236}">
                <a16:creationId xmlns:a16="http://schemas.microsoft.com/office/drawing/2014/main" id="{6B0ECF5A-0ACB-440E-B2CC-F68B49806925}"/>
              </a:ext>
            </a:extLst>
          </p:cNvPr>
          <p:cNvGrpSpPr/>
          <p:nvPr/>
        </p:nvGrpSpPr>
        <p:grpSpPr>
          <a:xfrm>
            <a:off x="5026046" y="8570791"/>
            <a:ext cx="1657685" cy="739109"/>
            <a:chOff x="5754012" y="8570791"/>
            <a:chExt cx="1657685" cy="739109"/>
          </a:xfrm>
        </p:grpSpPr>
        <p:sp>
          <p:nvSpPr>
            <p:cNvPr id="6" name="矩形 5">
              <a:extLst>
                <a:ext uri="{FF2B5EF4-FFF2-40B4-BE49-F238E27FC236}">
                  <a16:creationId xmlns:a16="http://schemas.microsoft.com/office/drawing/2014/main" id="{21548674-DAA4-464A-A6B3-04DBA2435B11}"/>
                </a:ext>
              </a:extLst>
            </p:cNvPr>
            <p:cNvSpPr/>
            <p:nvPr/>
          </p:nvSpPr>
          <p:spPr>
            <a:xfrm>
              <a:off x="5754014" y="8570791"/>
              <a:ext cx="1657683" cy="73910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21" name="標題 1">
              <a:extLst>
                <a:ext uri="{FF2B5EF4-FFF2-40B4-BE49-F238E27FC236}">
                  <a16:creationId xmlns:a16="http://schemas.microsoft.com/office/drawing/2014/main" id="{67A03AC2-9723-4155-A792-2A87FBEE759F}"/>
                </a:ext>
              </a:extLst>
            </p:cNvPr>
            <p:cNvSpPr txBox="1">
              <a:spLocks/>
            </p:cNvSpPr>
            <p:nvPr/>
          </p:nvSpPr>
          <p:spPr>
            <a:xfrm>
              <a:off x="5754012" y="8570791"/>
              <a:ext cx="1657683" cy="739109"/>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3200" b="1" dirty="0">
                <a:solidFill>
                  <a:schemeClr val="accent1"/>
                </a:solidFill>
                <a:latin typeface="俐方體11號" pitchFamily="2" charset="-120"/>
                <a:ea typeface="俐方體11號" pitchFamily="2" charset="-120"/>
              </a:endParaRPr>
            </a:p>
          </p:txBody>
        </p:sp>
      </p:grpSp>
      <p:grpSp>
        <p:nvGrpSpPr>
          <p:cNvPr id="2" name="群組 1">
            <a:extLst>
              <a:ext uri="{FF2B5EF4-FFF2-40B4-BE49-F238E27FC236}">
                <a16:creationId xmlns:a16="http://schemas.microsoft.com/office/drawing/2014/main" id="{695751D0-9F19-45ED-8101-47473E826498}"/>
              </a:ext>
            </a:extLst>
          </p:cNvPr>
          <p:cNvGrpSpPr/>
          <p:nvPr/>
        </p:nvGrpSpPr>
        <p:grpSpPr>
          <a:xfrm>
            <a:off x="7356143" y="8586565"/>
            <a:ext cx="4913076" cy="748467"/>
            <a:chOff x="8812075" y="8561434"/>
            <a:chExt cx="4238380" cy="748467"/>
          </a:xfrm>
        </p:grpSpPr>
        <p:sp>
          <p:nvSpPr>
            <p:cNvPr id="8" name="矩形 7">
              <a:extLst>
                <a:ext uri="{FF2B5EF4-FFF2-40B4-BE49-F238E27FC236}">
                  <a16:creationId xmlns:a16="http://schemas.microsoft.com/office/drawing/2014/main" id="{779ED99C-FC51-414B-9221-DBEFB509DFC8}"/>
                </a:ext>
              </a:extLst>
            </p:cNvPr>
            <p:cNvSpPr/>
            <p:nvPr/>
          </p:nvSpPr>
          <p:spPr>
            <a:xfrm>
              <a:off x="8812077" y="8570791"/>
              <a:ext cx="4238378" cy="73910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22" name="標題 1">
              <a:extLst>
                <a:ext uri="{FF2B5EF4-FFF2-40B4-BE49-F238E27FC236}">
                  <a16:creationId xmlns:a16="http://schemas.microsoft.com/office/drawing/2014/main" id="{2AACBDE3-A905-4D12-9712-4DF24D9391FE}"/>
                </a:ext>
              </a:extLst>
            </p:cNvPr>
            <p:cNvSpPr txBox="1">
              <a:spLocks/>
            </p:cNvSpPr>
            <p:nvPr/>
          </p:nvSpPr>
          <p:spPr>
            <a:xfrm>
              <a:off x="8812075" y="8561434"/>
              <a:ext cx="4238378" cy="748467"/>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3200" b="1" dirty="0">
                <a:solidFill>
                  <a:schemeClr val="accent2"/>
                </a:solidFill>
                <a:latin typeface="俐方體11號" pitchFamily="2" charset="-120"/>
                <a:ea typeface="俐方體11號" pitchFamily="2" charset="-120"/>
              </a:endParaRPr>
            </a:p>
          </p:txBody>
        </p:sp>
      </p:grpSp>
      <p:grpSp>
        <p:nvGrpSpPr>
          <p:cNvPr id="26" name="群組 25">
            <a:extLst>
              <a:ext uri="{FF2B5EF4-FFF2-40B4-BE49-F238E27FC236}">
                <a16:creationId xmlns:a16="http://schemas.microsoft.com/office/drawing/2014/main" id="{7A285265-E7A4-44B3-9CE5-5D261921C5C0}"/>
              </a:ext>
            </a:extLst>
          </p:cNvPr>
          <p:cNvGrpSpPr/>
          <p:nvPr/>
        </p:nvGrpSpPr>
        <p:grpSpPr>
          <a:xfrm>
            <a:off x="2695951" y="8570791"/>
            <a:ext cx="1657685" cy="739109"/>
            <a:chOff x="2695951" y="8570791"/>
            <a:chExt cx="1657685" cy="739109"/>
          </a:xfrm>
        </p:grpSpPr>
        <p:sp>
          <p:nvSpPr>
            <p:cNvPr id="5" name="矩形 4">
              <a:extLst>
                <a:ext uri="{FF2B5EF4-FFF2-40B4-BE49-F238E27FC236}">
                  <a16:creationId xmlns:a16="http://schemas.microsoft.com/office/drawing/2014/main" id="{928EDFF2-62EE-436F-9AF0-E6ABF8E097DC}"/>
                </a:ext>
              </a:extLst>
            </p:cNvPr>
            <p:cNvSpPr/>
            <p:nvPr/>
          </p:nvSpPr>
          <p:spPr>
            <a:xfrm>
              <a:off x="2695953" y="8570791"/>
              <a:ext cx="1657683" cy="73910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23" name="標題 1">
              <a:extLst>
                <a:ext uri="{FF2B5EF4-FFF2-40B4-BE49-F238E27FC236}">
                  <a16:creationId xmlns:a16="http://schemas.microsoft.com/office/drawing/2014/main" id="{29E18C5E-E04E-4B65-BA57-40FD1A63BF28}"/>
                </a:ext>
              </a:extLst>
            </p:cNvPr>
            <p:cNvSpPr txBox="1">
              <a:spLocks/>
            </p:cNvSpPr>
            <p:nvPr/>
          </p:nvSpPr>
          <p:spPr>
            <a:xfrm>
              <a:off x="2695951" y="8570792"/>
              <a:ext cx="1657683" cy="739108"/>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3200" b="1" dirty="0">
                <a:latin typeface="俐方體11號" pitchFamily="2" charset="-120"/>
                <a:ea typeface="俐方體11號" pitchFamily="2" charset="-120"/>
              </a:endParaRPr>
            </a:p>
          </p:txBody>
        </p:sp>
      </p:grpSp>
      <p:grpSp>
        <p:nvGrpSpPr>
          <p:cNvPr id="27" name="群組 26">
            <a:extLst>
              <a:ext uri="{FF2B5EF4-FFF2-40B4-BE49-F238E27FC236}">
                <a16:creationId xmlns:a16="http://schemas.microsoft.com/office/drawing/2014/main" id="{37E2F93F-F4D8-4420-9681-941A15CE0A0D}"/>
              </a:ext>
            </a:extLst>
          </p:cNvPr>
          <p:cNvGrpSpPr/>
          <p:nvPr/>
        </p:nvGrpSpPr>
        <p:grpSpPr>
          <a:xfrm>
            <a:off x="12648136" y="8570791"/>
            <a:ext cx="2068582" cy="754884"/>
            <a:chOff x="13492407" y="8570791"/>
            <a:chExt cx="1657685" cy="754884"/>
          </a:xfrm>
        </p:grpSpPr>
        <p:sp>
          <p:nvSpPr>
            <p:cNvPr id="11" name="矩形 10">
              <a:extLst>
                <a:ext uri="{FF2B5EF4-FFF2-40B4-BE49-F238E27FC236}">
                  <a16:creationId xmlns:a16="http://schemas.microsoft.com/office/drawing/2014/main" id="{EEDDACBE-F216-46A4-B89F-0E3C1C4A195A}"/>
                </a:ext>
              </a:extLst>
            </p:cNvPr>
            <p:cNvSpPr/>
            <p:nvPr/>
          </p:nvSpPr>
          <p:spPr>
            <a:xfrm>
              <a:off x="13492409" y="8570791"/>
              <a:ext cx="1657683" cy="739109"/>
            </a:xfrm>
            <a:prstGeom prst="rect">
              <a:avLst/>
            </a:prstGeom>
            <a:solidFill>
              <a:schemeClr val="accent6"/>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solidFill>
                  <a:schemeClr val="accent6"/>
                </a:solidFill>
              </a:endParaRPr>
            </a:p>
          </p:txBody>
        </p:sp>
        <p:sp>
          <p:nvSpPr>
            <p:cNvPr id="24" name="標題 1">
              <a:extLst>
                <a:ext uri="{FF2B5EF4-FFF2-40B4-BE49-F238E27FC236}">
                  <a16:creationId xmlns:a16="http://schemas.microsoft.com/office/drawing/2014/main" id="{2C760EE5-0536-47C2-AD2D-288B98DB4C04}"/>
                </a:ext>
              </a:extLst>
            </p:cNvPr>
            <p:cNvSpPr txBox="1">
              <a:spLocks/>
            </p:cNvSpPr>
            <p:nvPr/>
          </p:nvSpPr>
          <p:spPr>
            <a:xfrm>
              <a:off x="13492407" y="8586565"/>
              <a:ext cx="1657683" cy="739110"/>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3200" b="1" dirty="0">
                <a:solidFill>
                  <a:schemeClr val="bg1"/>
                </a:solidFill>
                <a:latin typeface="俐方體11號" pitchFamily="2" charset="-120"/>
                <a:ea typeface="俐方體11號" pitchFamily="2" charset="-120"/>
              </a:endParaRPr>
            </a:p>
          </p:txBody>
        </p:sp>
      </p:grpSp>
      <p:grpSp>
        <p:nvGrpSpPr>
          <p:cNvPr id="28" name="群組 27">
            <a:extLst>
              <a:ext uri="{FF2B5EF4-FFF2-40B4-BE49-F238E27FC236}">
                <a16:creationId xmlns:a16="http://schemas.microsoft.com/office/drawing/2014/main" id="{49D97BAD-26BE-4476-AAB1-E86360ECF72F}"/>
              </a:ext>
            </a:extLst>
          </p:cNvPr>
          <p:cNvGrpSpPr/>
          <p:nvPr/>
        </p:nvGrpSpPr>
        <p:grpSpPr>
          <a:xfrm>
            <a:off x="15095634" y="8570791"/>
            <a:ext cx="2068870" cy="739109"/>
            <a:chOff x="15592046" y="8570791"/>
            <a:chExt cx="1657684" cy="739109"/>
          </a:xfrm>
        </p:grpSpPr>
        <p:sp>
          <p:nvSpPr>
            <p:cNvPr id="12" name="矩形 11">
              <a:extLst>
                <a:ext uri="{FF2B5EF4-FFF2-40B4-BE49-F238E27FC236}">
                  <a16:creationId xmlns:a16="http://schemas.microsoft.com/office/drawing/2014/main" id="{EA176B58-5CEB-4853-BE39-967D6989DC5D}"/>
                </a:ext>
              </a:extLst>
            </p:cNvPr>
            <p:cNvSpPr/>
            <p:nvPr/>
          </p:nvSpPr>
          <p:spPr>
            <a:xfrm>
              <a:off x="15592047" y="8570791"/>
              <a:ext cx="1657683" cy="739109"/>
            </a:xfrm>
            <a:prstGeom prst="rect">
              <a:avLst/>
            </a:prstGeom>
            <a:solidFill>
              <a:srgbClr val="FF000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5400" b="1"/>
            </a:p>
          </p:txBody>
        </p:sp>
        <p:sp>
          <p:nvSpPr>
            <p:cNvPr id="25" name="標題 1">
              <a:extLst>
                <a:ext uri="{FF2B5EF4-FFF2-40B4-BE49-F238E27FC236}">
                  <a16:creationId xmlns:a16="http://schemas.microsoft.com/office/drawing/2014/main" id="{00B56794-98F3-4820-9ED2-0AE46E2A955D}"/>
                </a:ext>
              </a:extLst>
            </p:cNvPr>
            <p:cNvSpPr txBox="1">
              <a:spLocks/>
            </p:cNvSpPr>
            <p:nvPr/>
          </p:nvSpPr>
          <p:spPr>
            <a:xfrm>
              <a:off x="15592046" y="8570791"/>
              <a:ext cx="1657682" cy="739109"/>
            </a:xfrm>
            <a:prstGeom prst="rect">
              <a:avLst/>
            </a:prstGeom>
          </p:spPr>
          <p:txBody>
            <a:bodyPr vert="horz" lIns="91440" tIns="45720" rIns="91440" bIns="45720" rtlCol="0" anchor="ctr">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endParaRPr lang="zh-TW" altLang="en-US" sz="3200" b="1" dirty="0">
                <a:solidFill>
                  <a:schemeClr val="bg1"/>
                </a:solidFill>
                <a:latin typeface="俐方體11號" pitchFamily="2" charset="-120"/>
                <a:ea typeface="俐方體11號" pitchFamily="2" charset="-120"/>
              </a:endParaRPr>
            </a:p>
          </p:txBody>
        </p:sp>
      </p:grpSp>
    </p:spTree>
    <p:extLst>
      <p:ext uri="{BB962C8B-B14F-4D97-AF65-F5344CB8AC3E}">
        <p14:creationId xmlns:p14="http://schemas.microsoft.com/office/powerpoint/2010/main" val="283694070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C7F8D5-25CF-4F69-A37B-2406CE3E1D27}"/>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7D0F545F-DEFC-4371-A159-65DFFE27A848}"/>
              </a:ext>
            </a:extLst>
          </p:cNvPr>
          <p:cNvSpPr>
            <a:spLocks noGrp="1"/>
          </p:cNvSpPr>
          <p:nvPr>
            <p:ph idx="1"/>
          </p:nvPr>
        </p:nvSpPr>
        <p:spPr/>
        <p:txBody>
          <a:bodyPr/>
          <a:lstStyle/>
          <a:p>
            <a:endParaRPr lang="zh-TW" altLang="en-US"/>
          </a:p>
        </p:txBody>
      </p:sp>
      <p:sp>
        <p:nvSpPr>
          <p:cNvPr id="4" name="矩形 3">
            <a:extLst>
              <a:ext uri="{FF2B5EF4-FFF2-40B4-BE49-F238E27FC236}">
                <a16:creationId xmlns:a16="http://schemas.microsoft.com/office/drawing/2014/main" id="{65DDBF51-6CF1-44D3-9B0D-75D88D037027}"/>
              </a:ext>
            </a:extLst>
          </p:cNvPr>
          <p:cNvSpPr/>
          <p:nvPr/>
        </p:nvSpPr>
        <p:spPr>
          <a:xfrm>
            <a:off x="0" y="0"/>
            <a:ext cx="18288000" cy="10287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test</a:t>
            </a:r>
            <a:endParaRPr lang="zh-TW" altLang="en-US" dirty="0"/>
          </a:p>
        </p:txBody>
      </p:sp>
    </p:spTree>
    <p:extLst>
      <p:ext uri="{BB962C8B-B14F-4D97-AF65-F5344CB8AC3E}">
        <p14:creationId xmlns:p14="http://schemas.microsoft.com/office/powerpoint/2010/main" val="3967947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C7F8D5-25CF-4F69-A37B-2406CE3E1D27}"/>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7D0F545F-DEFC-4371-A159-65DFFE27A848}"/>
              </a:ext>
            </a:extLst>
          </p:cNvPr>
          <p:cNvSpPr>
            <a:spLocks noGrp="1"/>
          </p:cNvSpPr>
          <p:nvPr>
            <p:ph idx="1"/>
          </p:nvPr>
        </p:nvSpPr>
        <p:spPr/>
        <p:txBody>
          <a:bodyPr/>
          <a:lstStyle/>
          <a:p>
            <a:endParaRPr lang="zh-TW" altLang="en-US"/>
          </a:p>
        </p:txBody>
      </p:sp>
      <p:sp>
        <p:nvSpPr>
          <p:cNvPr id="4" name="矩形 3">
            <a:extLst>
              <a:ext uri="{FF2B5EF4-FFF2-40B4-BE49-F238E27FC236}">
                <a16:creationId xmlns:a16="http://schemas.microsoft.com/office/drawing/2014/main" id="{65DDBF51-6CF1-44D3-9B0D-75D88D037027}"/>
              </a:ext>
            </a:extLst>
          </p:cNvPr>
          <p:cNvSpPr/>
          <p:nvPr/>
        </p:nvSpPr>
        <p:spPr>
          <a:xfrm>
            <a:off x="5891350" y="3030584"/>
            <a:ext cx="718456" cy="6008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test</a:t>
            </a:r>
            <a:endParaRPr lang="zh-TW" altLang="en-US" dirty="0"/>
          </a:p>
        </p:txBody>
      </p:sp>
    </p:spTree>
    <p:extLst>
      <p:ext uri="{BB962C8B-B14F-4D97-AF65-F5344CB8AC3E}">
        <p14:creationId xmlns:p14="http://schemas.microsoft.com/office/powerpoint/2010/main" val="23832659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1221</TotalTime>
  <Words>367</Words>
  <Application>Microsoft Office PowerPoint</Application>
  <PresentationFormat>自訂</PresentationFormat>
  <Paragraphs>181</Paragraphs>
  <Slides>31</Slides>
  <Notes>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31</vt:i4>
      </vt:variant>
    </vt:vector>
  </HeadingPairs>
  <TitlesOfParts>
    <vt:vector size="36" baseType="lpstr">
      <vt:lpstr>俐方體11號</vt:lpstr>
      <vt:lpstr>Arial</vt:lpstr>
      <vt:lpstr>Calibri</vt:lpstr>
      <vt:lpstr>Calibri Light</vt:lpstr>
      <vt:lpstr>Office 佈景主題</vt:lpstr>
      <vt:lpstr>開始 繼續</vt:lpstr>
      <vt:lpstr>開始 繼續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開始</dc:title>
  <dc:creator>靖妤 許</dc:creator>
  <cp:lastModifiedBy>靖妤 許</cp:lastModifiedBy>
  <cp:revision>104</cp:revision>
  <dcterms:created xsi:type="dcterms:W3CDTF">2026-03-31T03:40:12Z</dcterms:created>
  <dcterms:modified xsi:type="dcterms:W3CDTF">2026-05-29T07:03:02Z</dcterms:modified>
</cp:coreProperties>
</file>