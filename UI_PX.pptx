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1"/>
  </p:notesMasterIdLst>
  <p:sldIdLst>
    <p:sldId id="256" r:id="rId2"/>
    <p:sldId id="257" r:id="rId3"/>
    <p:sldId id="350" r:id="rId4"/>
    <p:sldId id="352" r:id="rId5"/>
    <p:sldId id="363" r:id="rId6"/>
    <p:sldId id="364" r:id="rId7"/>
    <p:sldId id="349" r:id="rId8"/>
    <p:sldId id="360" r:id="rId9"/>
    <p:sldId id="359" r:id="rId10"/>
    <p:sldId id="270" r:id="rId11"/>
    <p:sldId id="271" r:id="rId12"/>
    <p:sldId id="366" r:id="rId13"/>
    <p:sldId id="367" r:id="rId14"/>
    <p:sldId id="262" r:id="rId15"/>
    <p:sldId id="365" r:id="rId16"/>
    <p:sldId id="356" r:id="rId17"/>
    <p:sldId id="357" r:id="rId18"/>
    <p:sldId id="358" r:id="rId19"/>
    <p:sldId id="368" r:id="rId20"/>
    <p:sldId id="369" r:id="rId21"/>
    <p:sldId id="370" r:id="rId22"/>
    <p:sldId id="371" r:id="rId23"/>
    <p:sldId id="372" r:id="rId24"/>
    <p:sldId id="373" r:id="rId25"/>
    <p:sldId id="374" r:id="rId26"/>
    <p:sldId id="375" r:id="rId27"/>
    <p:sldId id="376" r:id="rId28"/>
    <p:sldId id="272" r:id="rId29"/>
    <p:sldId id="273" r:id="rId30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enu" id="{FBC96E64-0E71-4C5B-AE29-21B19D327439}">
          <p14:sldIdLst>
            <p14:sldId id="256"/>
            <p14:sldId id="257"/>
            <p14:sldId id="350"/>
            <p14:sldId id="352"/>
            <p14:sldId id="363"/>
            <p14:sldId id="364"/>
          </p14:sldIdLst>
        </p14:section>
        <p14:section name="game" id="{003524FD-B52B-4FA9-90D1-65AEDF75423E}">
          <p14:sldIdLst>
            <p14:sldId id="349"/>
            <p14:sldId id="360"/>
            <p14:sldId id="359"/>
          </p14:sldIdLst>
        </p14:section>
        <p14:section name="about" id="{80360C91-8307-4575-A6DC-DC86FE9677C7}">
          <p14:sldIdLst>
            <p14:sldId id="270"/>
            <p14:sldId id="271"/>
            <p14:sldId id="366"/>
            <p14:sldId id="367"/>
          </p14:sldIdLst>
        </p14:section>
        <p14:section name="setting" id="{66A308E8-BB59-4E57-A952-676F33C9C8B7}">
          <p14:sldIdLst>
            <p14:sldId id="262"/>
            <p14:sldId id="365"/>
          </p14:sldIdLst>
        </p14:section>
        <p14:section name="load" id="{875A3ACE-0DE2-4C10-93CC-A8C194CC21A0}">
          <p14:sldIdLst>
            <p14:sldId id="356"/>
            <p14:sldId id="357"/>
            <p14:sldId id="358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26" autoAdjust="0"/>
    <p:restoredTop sz="96159" autoAdjust="0"/>
  </p:normalViewPr>
  <p:slideViewPr>
    <p:cSldViewPr snapToGrid="0">
      <p:cViewPr varScale="1">
        <p:scale>
          <a:sx n="70" d="100"/>
          <a:sy n="70" d="100"/>
        </p:scale>
        <p:origin x="130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4709-82B2-4E7F-9F86-2B0FA413AB70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358832-FEAA-4356-B9AF-A37A39F16A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79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358832-FEAA-4356-B9AF-A37A39F16A8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24502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157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9428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015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297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07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2811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67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85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7103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97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7442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4FD5F-AE28-41FF-BA8E-7FE1DE9168D7}" type="datetimeFigureOut">
              <a:rPr lang="zh-TW" altLang="en-US" smtClean="0"/>
              <a:t>2026/5/14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9E910F-80FA-4F28-AC71-B4634004065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0238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F989A4-0CBD-4B30-8601-72F3F8D9F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2988" y="1283867"/>
            <a:ext cx="3581940" cy="7719270"/>
          </a:xfrm>
        </p:spPr>
        <p:txBody>
          <a:bodyPr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zh-TW" altLang="en-US" sz="6754" b="1" dirty="0">
                <a:latin typeface="俐方體11號" pitchFamily="2" charset="-120"/>
                <a:ea typeface="俐方體11號" pitchFamily="2" charset="-120"/>
              </a:rPr>
              <a:t>開始</a:t>
            </a:r>
            <a:br>
              <a:rPr lang="en-US" altLang="zh-TW" sz="6754" b="1" dirty="0">
                <a:latin typeface="俐方體11號" pitchFamily="2" charset="-120"/>
                <a:ea typeface="俐方體11號" pitchFamily="2" charset="-120"/>
              </a:rPr>
            </a:br>
            <a:r>
              <a:rPr lang="zh-TW" altLang="en-US" sz="6754" b="1" dirty="0">
                <a:latin typeface="俐方體11號" pitchFamily="2" charset="-120"/>
                <a:ea typeface="俐方體11號" pitchFamily="2" charset="-120"/>
              </a:rPr>
              <a:t>繼續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3C07C83E-4499-4E54-A6CF-A2DAA21943AE}"/>
              </a:ext>
            </a:extLst>
          </p:cNvPr>
          <p:cNvSpPr txBox="1">
            <a:spLocks/>
          </p:cNvSpPr>
          <p:nvPr/>
        </p:nvSpPr>
        <p:spPr>
          <a:xfrm>
            <a:off x="9490924" y="1283867"/>
            <a:ext cx="3581940" cy="7719270"/>
          </a:xfrm>
          <a:prstGeom prst="rect">
            <a:avLst/>
          </a:prstGeom>
        </p:spPr>
        <p:txBody>
          <a:bodyPr vert="horz" lIns="51462" tIns="25732" rIns="51462" bIns="25732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載入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設定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關於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說明</a:t>
            </a:r>
            <a:endParaRPr lang="en-US" altLang="zh-TW" sz="5404" b="1" dirty="0"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latin typeface="俐方體11號" pitchFamily="2" charset="-120"/>
                <a:ea typeface="俐方體11號" pitchFamily="2" charset="-120"/>
              </a:rPr>
              <a:t>離開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EF6C0E1-DD7C-4415-90FD-67AC33150000}"/>
              </a:ext>
            </a:extLst>
          </p:cNvPr>
          <p:cNvCxnSpPr>
            <a:cxnSpLocks/>
          </p:cNvCxnSpPr>
          <p:nvPr/>
        </p:nvCxnSpPr>
        <p:spPr>
          <a:xfrm>
            <a:off x="9144000" y="2316093"/>
            <a:ext cx="0" cy="565481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711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F989A4-0CBD-4B30-8601-72F3F8D9F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2988" y="1283867"/>
            <a:ext cx="3581940" cy="7719270"/>
          </a:xfrm>
        </p:spPr>
        <p:txBody>
          <a:bodyPr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開始</a:t>
            </a:r>
            <a:b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</a:br>
            <a:r>
              <a:rPr lang="zh-TW" altLang="en-US" sz="675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繼續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3C07C83E-4499-4E54-A6CF-A2DAA21943AE}"/>
              </a:ext>
            </a:extLst>
          </p:cNvPr>
          <p:cNvSpPr txBox="1">
            <a:spLocks/>
          </p:cNvSpPr>
          <p:nvPr/>
        </p:nvSpPr>
        <p:spPr>
          <a:xfrm>
            <a:off x="9490924" y="1283867"/>
            <a:ext cx="3581940" cy="7719270"/>
          </a:xfrm>
          <a:prstGeom prst="rect">
            <a:avLst/>
          </a:prstGeom>
        </p:spPr>
        <p:txBody>
          <a:bodyPr vert="horz" lIns="51462" tIns="25732" rIns="51462" bIns="25732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載入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設定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關於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說明</a:t>
            </a:r>
            <a:endParaRPr lang="en-US" altLang="zh-TW" sz="5404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  <a:p>
            <a:pPr>
              <a:lnSpc>
                <a:spcPct val="120000"/>
              </a:lnSpc>
            </a:pPr>
            <a:r>
              <a:rPr lang="zh-TW" altLang="en-US" sz="5404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離開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EF6C0E1-DD7C-4415-90FD-67AC33150000}"/>
              </a:ext>
            </a:extLst>
          </p:cNvPr>
          <p:cNvCxnSpPr>
            <a:cxnSpLocks/>
          </p:cNvCxnSpPr>
          <p:nvPr/>
        </p:nvCxnSpPr>
        <p:spPr>
          <a:xfrm>
            <a:off x="9144000" y="2316093"/>
            <a:ext cx="0" cy="5654818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089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24EBB6BF-0AA1-4349-85C6-779F5BF6BD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052"/>
          <a:stretch/>
        </p:blipFill>
        <p:spPr>
          <a:xfrm>
            <a:off x="1357870" y="2135740"/>
            <a:ext cx="853068" cy="7463829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5564F3D3-EFBE-4F42-8BE4-46CB27F099A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656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圖片 37">
            <a:extLst>
              <a:ext uri="{FF2B5EF4-FFF2-40B4-BE49-F238E27FC236}">
                <a16:creationId xmlns:a16="http://schemas.microsoft.com/office/drawing/2014/main" id="{7A399A82-C3DC-423D-AB04-0DB40DA6D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183" r="-65179" b="-183"/>
          <a:stretch/>
        </p:blipFill>
        <p:spPr>
          <a:xfrm>
            <a:off x="1357869" y="2149388"/>
            <a:ext cx="2083299" cy="7463829"/>
          </a:xfrm>
          <a:prstGeom prst="rect">
            <a:avLst/>
          </a:prstGeom>
        </p:spPr>
      </p:pic>
      <p:sp>
        <p:nvSpPr>
          <p:cNvPr id="39" name="矩形 38">
            <a:extLst>
              <a:ext uri="{FF2B5EF4-FFF2-40B4-BE49-F238E27FC236}">
                <a16:creationId xmlns:a16="http://schemas.microsoft.com/office/drawing/2014/main" id="{973D179A-44CF-4E56-BB61-D1A1D523BC94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897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24EBB6BF-0AA1-4349-85C6-779F5BF6BD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F4DBA52-8F8C-4FBA-AE9E-32B7D7F5EE5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744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圖片 37">
            <a:extLst>
              <a:ext uri="{FF2B5EF4-FFF2-40B4-BE49-F238E27FC236}">
                <a16:creationId xmlns:a16="http://schemas.microsoft.com/office/drawing/2014/main" id="{7A399A82-C3DC-423D-AB04-0DB40DA6D4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8539B32-0B81-4C8B-937A-2E048783BB0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186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423256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第一章</a:t>
            </a:r>
          </a:p>
        </p:txBody>
      </p:sp>
    </p:spTree>
    <p:extLst>
      <p:ext uri="{BB962C8B-B14F-4D97-AF65-F5344CB8AC3E}">
        <p14:creationId xmlns:p14="http://schemas.microsoft.com/office/powerpoint/2010/main" val="445833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8" y="627015"/>
            <a:ext cx="2341369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第二章</a:t>
            </a:r>
          </a:p>
        </p:txBody>
      </p:sp>
    </p:spTree>
    <p:extLst>
      <p:ext uri="{BB962C8B-B14F-4D97-AF65-F5344CB8AC3E}">
        <p14:creationId xmlns:p14="http://schemas.microsoft.com/office/powerpoint/2010/main" val="154668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14952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8" y="627015"/>
            <a:ext cx="2559733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第三章</a:t>
            </a:r>
          </a:p>
        </p:txBody>
      </p:sp>
    </p:spTree>
    <p:extLst>
      <p:ext uri="{BB962C8B-B14F-4D97-AF65-F5344CB8AC3E}">
        <p14:creationId xmlns:p14="http://schemas.microsoft.com/office/powerpoint/2010/main" val="42662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關於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24309DDE-46CF-4C7F-A0D3-9C8D61450E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305E72CF-9673-4C7F-9E9A-D809AAE5E05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38F35CA-C3A5-48BD-AE40-CD082D86B22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標題 1">
              <a:extLst>
                <a:ext uri="{FF2B5EF4-FFF2-40B4-BE49-F238E27FC236}">
                  <a16:creationId xmlns:a16="http://schemas.microsoft.com/office/drawing/2014/main" id="{2ECC42A5-2D5D-49F0-B145-3F31EE623278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434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關於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0D74B28-7ABF-48B7-9900-2728E94EBB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grpSp>
        <p:nvGrpSpPr>
          <p:cNvPr id="28" name="群組 27">
            <a:extLst>
              <a:ext uri="{FF2B5EF4-FFF2-40B4-BE49-F238E27FC236}">
                <a16:creationId xmlns:a16="http://schemas.microsoft.com/office/drawing/2014/main" id="{8B7D7199-1623-4273-B8AE-951E954A4A92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FBBE1876-873D-4127-BA3E-4338E292E511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標題 1">
              <a:extLst>
                <a:ext uri="{FF2B5EF4-FFF2-40B4-BE49-F238E27FC236}">
                  <a16:creationId xmlns:a16="http://schemas.microsoft.com/office/drawing/2014/main" id="{11190ADC-E93F-44F2-8301-D733FE2C8BEA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8420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說明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24309DDE-46CF-4C7F-A0D3-9C8D61450E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4E5B4686-6F1D-4B3C-B31F-C2F4758BF381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D6069C3-F827-4B25-952F-EDC7275C00DC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6AEF55AC-A398-426D-81C5-58639F309B19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9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說明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0D74B28-7ABF-48B7-9900-2728E94EBB1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65179" b="-183"/>
          <a:stretch/>
        </p:blipFill>
        <p:spPr>
          <a:xfrm>
            <a:off x="1357869" y="3766782"/>
            <a:ext cx="2083299" cy="5846435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4B77396E-3C23-4EB9-9FE5-8A26641A2F87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15D19AC-EC2D-4469-9D95-85FBCA199AA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39EE196B-908E-41C5-9770-7738DCB773EF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591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設定</a:t>
            </a:r>
          </a:p>
        </p:txBody>
      </p:sp>
      <p:sp>
        <p:nvSpPr>
          <p:cNvPr id="17" name="標題 1">
            <a:extLst>
              <a:ext uri="{FF2B5EF4-FFF2-40B4-BE49-F238E27FC236}">
                <a16:creationId xmlns:a16="http://schemas.microsoft.com/office/drawing/2014/main" id="{6541AF21-755F-456C-A615-7292C6B080CB}"/>
              </a:ext>
            </a:extLst>
          </p:cNvPr>
          <p:cNvSpPr txBox="1">
            <a:spLocks/>
          </p:cNvSpPr>
          <p:nvPr/>
        </p:nvSpPr>
        <p:spPr>
          <a:xfrm>
            <a:off x="2894456" y="1149183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顯示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7B98B636-3ED0-49A2-B97B-D01DF6D54030}"/>
              </a:ext>
            </a:extLst>
          </p:cNvPr>
          <p:cNvSpPr txBox="1">
            <a:spLocks/>
          </p:cNvSpPr>
          <p:nvPr/>
        </p:nvSpPr>
        <p:spPr>
          <a:xfrm>
            <a:off x="2894456" y="3583202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略過</a:t>
            </a: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21F52CC0-83DD-46C8-A607-CE5F3C582A6C}"/>
              </a:ext>
            </a:extLst>
          </p:cNvPr>
          <p:cNvSpPr txBox="1">
            <a:spLocks/>
          </p:cNvSpPr>
          <p:nvPr/>
        </p:nvSpPr>
        <p:spPr>
          <a:xfrm>
            <a:off x="7797052" y="7085070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音效音量</a:t>
            </a: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8463990E-AB1E-4CDF-93D2-D181A342B480}"/>
              </a:ext>
            </a:extLst>
          </p:cNvPr>
          <p:cNvSpPr txBox="1">
            <a:spLocks/>
          </p:cNvSpPr>
          <p:nvPr/>
        </p:nvSpPr>
        <p:spPr>
          <a:xfrm>
            <a:off x="7797052" y="5106441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音樂音量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ABE070E3-9614-4AF8-85CD-782A6EEAF6B2}"/>
              </a:ext>
            </a:extLst>
          </p:cNvPr>
          <p:cNvSpPr txBox="1">
            <a:spLocks/>
          </p:cNvSpPr>
          <p:nvPr/>
        </p:nvSpPr>
        <p:spPr>
          <a:xfrm>
            <a:off x="2894456" y="2195761"/>
            <a:ext cx="3570512" cy="14250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□視窗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□全螢幕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CF58D2DC-5A26-44E7-AA2D-32213B88E89B}"/>
              </a:ext>
            </a:extLst>
          </p:cNvPr>
          <p:cNvSpPr txBox="1">
            <a:spLocks/>
          </p:cNvSpPr>
          <p:nvPr/>
        </p:nvSpPr>
        <p:spPr>
          <a:xfrm>
            <a:off x="2894456" y="4629780"/>
            <a:ext cx="3570512" cy="22229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□未讀文字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□選擇後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□過渡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2B0B6D14-D609-4A9F-BE7D-3DB2CFA407A9}"/>
              </a:ext>
            </a:extLst>
          </p:cNvPr>
          <p:cNvSpPr txBox="1">
            <a:spLocks/>
          </p:cNvSpPr>
          <p:nvPr/>
        </p:nvSpPr>
        <p:spPr>
          <a:xfrm>
            <a:off x="7797052" y="3127812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文字速度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C80D8E3E-76D7-4913-8491-8AFE4EC8B46B}"/>
              </a:ext>
            </a:extLst>
          </p:cNvPr>
          <p:cNvSpPr txBox="1">
            <a:spLocks/>
          </p:cNvSpPr>
          <p:nvPr/>
        </p:nvSpPr>
        <p:spPr>
          <a:xfrm>
            <a:off x="7797052" y="1149183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文字大小</a:t>
            </a: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CEFAB4B-2E0E-4340-8E32-E6F691EC5ED9}"/>
              </a:ext>
            </a:extLst>
          </p:cNvPr>
          <p:cNvCxnSpPr>
            <a:cxnSpLocks/>
          </p:cNvCxnSpPr>
          <p:nvPr/>
        </p:nvCxnSpPr>
        <p:spPr>
          <a:xfrm>
            <a:off x="7170821" y="1401506"/>
            <a:ext cx="0" cy="754998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圖片 41">
            <a:extLst>
              <a:ext uri="{FF2B5EF4-FFF2-40B4-BE49-F238E27FC236}">
                <a16:creationId xmlns:a16="http://schemas.microsoft.com/office/drawing/2014/main" id="{36894704-FDB9-4DB6-885B-699839A4143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sp>
        <p:nvSpPr>
          <p:cNvPr id="43" name="標題 1">
            <a:extLst>
              <a:ext uri="{FF2B5EF4-FFF2-40B4-BE49-F238E27FC236}">
                <a16:creationId xmlns:a16="http://schemas.microsoft.com/office/drawing/2014/main" id="{9CD65546-FEC4-4771-A038-873590C466DD}"/>
              </a:ext>
            </a:extLst>
          </p:cNvPr>
          <p:cNvSpPr txBox="1">
            <a:spLocks/>
          </p:cNvSpPr>
          <p:nvPr/>
        </p:nvSpPr>
        <p:spPr>
          <a:xfrm>
            <a:off x="2894456" y="681505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字體</a:t>
            </a:r>
          </a:p>
        </p:txBody>
      </p:sp>
      <p:sp>
        <p:nvSpPr>
          <p:cNvPr id="44" name="標題 1">
            <a:extLst>
              <a:ext uri="{FF2B5EF4-FFF2-40B4-BE49-F238E27FC236}">
                <a16:creationId xmlns:a16="http://schemas.microsoft.com/office/drawing/2014/main" id="{0A410D47-BFD8-45E9-BB60-78F50341103A}"/>
              </a:ext>
            </a:extLst>
          </p:cNvPr>
          <p:cNvSpPr txBox="1">
            <a:spLocks/>
          </p:cNvSpPr>
          <p:nvPr/>
        </p:nvSpPr>
        <p:spPr>
          <a:xfrm>
            <a:off x="2894456" y="7861633"/>
            <a:ext cx="3570512" cy="194911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□像素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□正常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8620F68A-9689-432A-874A-D0E3714E98FD}"/>
              </a:ext>
            </a:extLst>
          </p:cNvPr>
          <p:cNvCxnSpPr>
            <a:cxnSpLocks/>
          </p:cNvCxnSpPr>
          <p:nvPr/>
        </p:nvCxnSpPr>
        <p:spPr>
          <a:xfrm>
            <a:off x="7889875" y="202247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2B165453-3147-424A-BA8A-C1B67A76D814}"/>
              </a:ext>
            </a:extLst>
          </p:cNvPr>
          <p:cNvCxnSpPr>
            <a:cxnSpLocks/>
          </p:cNvCxnSpPr>
          <p:nvPr/>
        </p:nvCxnSpPr>
        <p:spPr>
          <a:xfrm>
            <a:off x="7889875" y="3990027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669B03D5-0178-4D77-842F-51A23D9179E7}"/>
              </a:ext>
            </a:extLst>
          </p:cNvPr>
          <p:cNvCxnSpPr>
            <a:cxnSpLocks/>
          </p:cNvCxnSpPr>
          <p:nvPr/>
        </p:nvCxnSpPr>
        <p:spPr>
          <a:xfrm>
            <a:off x="7889875" y="597725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3B39B75E-C18C-4B9C-9FC0-F72908AF8F71}"/>
              </a:ext>
            </a:extLst>
          </p:cNvPr>
          <p:cNvCxnSpPr>
            <a:cxnSpLocks/>
          </p:cNvCxnSpPr>
          <p:nvPr/>
        </p:nvCxnSpPr>
        <p:spPr>
          <a:xfrm>
            <a:off x="7889875" y="7969250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F40EF6C-3744-4338-A98B-1E1EDF9BA20C}"/>
              </a:ext>
            </a:extLst>
          </p:cNvPr>
          <p:cNvCxnSpPr>
            <a:cxnSpLocks/>
          </p:cNvCxnSpPr>
          <p:nvPr/>
        </p:nvCxnSpPr>
        <p:spPr>
          <a:xfrm>
            <a:off x="2986088" y="202247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1437A626-40F3-4C34-A688-A83513173EC6}"/>
              </a:ext>
            </a:extLst>
          </p:cNvPr>
          <p:cNvCxnSpPr>
            <a:cxnSpLocks/>
          </p:cNvCxnSpPr>
          <p:nvPr/>
        </p:nvCxnSpPr>
        <p:spPr>
          <a:xfrm>
            <a:off x="2986088" y="4465638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3F71AD95-20C4-42ED-97D9-0F4FB0FA94F4}"/>
              </a:ext>
            </a:extLst>
          </p:cNvPr>
          <p:cNvCxnSpPr>
            <a:cxnSpLocks/>
          </p:cNvCxnSpPr>
          <p:nvPr/>
        </p:nvCxnSpPr>
        <p:spPr>
          <a:xfrm>
            <a:off x="2986088" y="768286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EEC24488-E79F-453D-9E6E-A1D1021A66D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325080E3-E515-4422-BD82-33ACA0BAF78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4" name="標題 1">
              <a:extLst>
                <a:ext uri="{FF2B5EF4-FFF2-40B4-BE49-F238E27FC236}">
                  <a16:creationId xmlns:a16="http://schemas.microsoft.com/office/drawing/2014/main" id="{BFE2D397-0164-4E1D-BDBA-D1D253CD399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2599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設定</a:t>
            </a:r>
          </a:p>
        </p:txBody>
      </p:sp>
      <p:sp>
        <p:nvSpPr>
          <p:cNvPr id="17" name="標題 1">
            <a:extLst>
              <a:ext uri="{FF2B5EF4-FFF2-40B4-BE49-F238E27FC236}">
                <a16:creationId xmlns:a16="http://schemas.microsoft.com/office/drawing/2014/main" id="{6541AF21-755F-456C-A615-7292C6B080CB}"/>
              </a:ext>
            </a:extLst>
          </p:cNvPr>
          <p:cNvSpPr txBox="1">
            <a:spLocks/>
          </p:cNvSpPr>
          <p:nvPr/>
        </p:nvSpPr>
        <p:spPr>
          <a:xfrm>
            <a:off x="2894456" y="1149183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顯示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7B98B636-3ED0-49A2-B97B-D01DF6D54030}"/>
              </a:ext>
            </a:extLst>
          </p:cNvPr>
          <p:cNvSpPr txBox="1">
            <a:spLocks/>
          </p:cNvSpPr>
          <p:nvPr/>
        </p:nvSpPr>
        <p:spPr>
          <a:xfrm>
            <a:off x="2894456" y="3583202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略過</a:t>
            </a: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21F52CC0-83DD-46C8-A607-CE5F3C582A6C}"/>
              </a:ext>
            </a:extLst>
          </p:cNvPr>
          <p:cNvSpPr txBox="1">
            <a:spLocks/>
          </p:cNvSpPr>
          <p:nvPr/>
        </p:nvSpPr>
        <p:spPr>
          <a:xfrm>
            <a:off x="7797052" y="7085070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音效音量</a:t>
            </a: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8463990E-AB1E-4CDF-93D2-D181A342B480}"/>
              </a:ext>
            </a:extLst>
          </p:cNvPr>
          <p:cNvSpPr txBox="1">
            <a:spLocks/>
          </p:cNvSpPr>
          <p:nvPr/>
        </p:nvSpPr>
        <p:spPr>
          <a:xfrm>
            <a:off x="7797052" y="5106441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音樂音量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ABE070E3-9614-4AF8-85CD-782A6EEAF6B2}"/>
              </a:ext>
            </a:extLst>
          </p:cNvPr>
          <p:cNvSpPr txBox="1">
            <a:spLocks/>
          </p:cNvSpPr>
          <p:nvPr/>
        </p:nvSpPr>
        <p:spPr>
          <a:xfrm>
            <a:off x="2894456" y="2195761"/>
            <a:ext cx="3570512" cy="142508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■視窗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■全螢幕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CF58D2DC-5A26-44E7-AA2D-32213B88E89B}"/>
              </a:ext>
            </a:extLst>
          </p:cNvPr>
          <p:cNvSpPr txBox="1">
            <a:spLocks/>
          </p:cNvSpPr>
          <p:nvPr/>
        </p:nvSpPr>
        <p:spPr>
          <a:xfrm>
            <a:off x="2894456" y="4629780"/>
            <a:ext cx="3570512" cy="22229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■未讀文字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■選擇後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■過渡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2B0B6D14-D609-4A9F-BE7D-3DB2CFA407A9}"/>
              </a:ext>
            </a:extLst>
          </p:cNvPr>
          <p:cNvSpPr txBox="1">
            <a:spLocks/>
          </p:cNvSpPr>
          <p:nvPr/>
        </p:nvSpPr>
        <p:spPr>
          <a:xfrm>
            <a:off x="7797052" y="3127812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文字速度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C80D8E3E-76D7-4913-8491-8AFE4EC8B46B}"/>
              </a:ext>
            </a:extLst>
          </p:cNvPr>
          <p:cNvSpPr txBox="1">
            <a:spLocks/>
          </p:cNvSpPr>
          <p:nvPr/>
        </p:nvSpPr>
        <p:spPr>
          <a:xfrm>
            <a:off x="7797052" y="1149183"/>
            <a:ext cx="3155367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文字大小</a:t>
            </a: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CEFAB4B-2E0E-4340-8E32-E6F691EC5ED9}"/>
              </a:ext>
            </a:extLst>
          </p:cNvPr>
          <p:cNvCxnSpPr>
            <a:cxnSpLocks/>
          </p:cNvCxnSpPr>
          <p:nvPr/>
        </p:nvCxnSpPr>
        <p:spPr>
          <a:xfrm>
            <a:off x="7170821" y="1401506"/>
            <a:ext cx="0" cy="754998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標題 1">
            <a:extLst>
              <a:ext uri="{FF2B5EF4-FFF2-40B4-BE49-F238E27FC236}">
                <a16:creationId xmlns:a16="http://schemas.microsoft.com/office/drawing/2014/main" id="{9CD65546-FEC4-4771-A038-873590C466DD}"/>
              </a:ext>
            </a:extLst>
          </p:cNvPr>
          <p:cNvSpPr txBox="1">
            <a:spLocks/>
          </p:cNvSpPr>
          <p:nvPr/>
        </p:nvSpPr>
        <p:spPr>
          <a:xfrm>
            <a:off x="2894456" y="681505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800" b="1" u="sng" dirty="0">
                <a:latin typeface="俐方體11號" pitchFamily="2" charset="-120"/>
                <a:ea typeface="俐方體11號" pitchFamily="2" charset="-120"/>
              </a:rPr>
              <a:t>字體</a:t>
            </a:r>
          </a:p>
        </p:txBody>
      </p:sp>
      <p:sp>
        <p:nvSpPr>
          <p:cNvPr id="44" name="標題 1">
            <a:extLst>
              <a:ext uri="{FF2B5EF4-FFF2-40B4-BE49-F238E27FC236}">
                <a16:creationId xmlns:a16="http://schemas.microsoft.com/office/drawing/2014/main" id="{0A410D47-BFD8-45E9-BB60-78F50341103A}"/>
              </a:ext>
            </a:extLst>
          </p:cNvPr>
          <p:cNvSpPr txBox="1">
            <a:spLocks/>
          </p:cNvSpPr>
          <p:nvPr/>
        </p:nvSpPr>
        <p:spPr>
          <a:xfrm>
            <a:off x="2894456" y="7861633"/>
            <a:ext cx="3570512" cy="194911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■像素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  <a:p>
            <a:r>
              <a:rPr lang="zh-TW" altLang="en-US" sz="4400" b="1" dirty="0">
                <a:latin typeface="俐方體11號" pitchFamily="2" charset="-120"/>
                <a:ea typeface="俐方體11號" pitchFamily="2" charset="-120"/>
              </a:rPr>
              <a:t>■正常</a:t>
            </a:r>
            <a:endParaRPr lang="en-US" altLang="zh-TW" sz="4400" b="1" dirty="0"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8620F68A-9689-432A-874A-D0E3714E98FD}"/>
              </a:ext>
            </a:extLst>
          </p:cNvPr>
          <p:cNvCxnSpPr>
            <a:cxnSpLocks/>
          </p:cNvCxnSpPr>
          <p:nvPr/>
        </p:nvCxnSpPr>
        <p:spPr>
          <a:xfrm>
            <a:off x="7889875" y="202247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2B165453-3147-424A-BA8A-C1B67A76D814}"/>
              </a:ext>
            </a:extLst>
          </p:cNvPr>
          <p:cNvCxnSpPr>
            <a:cxnSpLocks/>
          </p:cNvCxnSpPr>
          <p:nvPr/>
        </p:nvCxnSpPr>
        <p:spPr>
          <a:xfrm>
            <a:off x="7889875" y="3990027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669B03D5-0178-4D77-842F-51A23D9179E7}"/>
              </a:ext>
            </a:extLst>
          </p:cNvPr>
          <p:cNvCxnSpPr>
            <a:cxnSpLocks/>
          </p:cNvCxnSpPr>
          <p:nvPr/>
        </p:nvCxnSpPr>
        <p:spPr>
          <a:xfrm>
            <a:off x="7889875" y="5977255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3B39B75E-C18C-4B9C-9FC0-F72908AF8F71}"/>
              </a:ext>
            </a:extLst>
          </p:cNvPr>
          <p:cNvCxnSpPr>
            <a:cxnSpLocks/>
          </p:cNvCxnSpPr>
          <p:nvPr/>
        </p:nvCxnSpPr>
        <p:spPr>
          <a:xfrm>
            <a:off x="7889875" y="7969250"/>
            <a:ext cx="265906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EF40EF6C-3744-4338-A98B-1E1EDF9BA20C}"/>
              </a:ext>
            </a:extLst>
          </p:cNvPr>
          <p:cNvCxnSpPr>
            <a:cxnSpLocks/>
          </p:cNvCxnSpPr>
          <p:nvPr/>
        </p:nvCxnSpPr>
        <p:spPr>
          <a:xfrm>
            <a:off x="2986088" y="202247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1437A626-40F3-4C34-A688-A83513173EC6}"/>
              </a:ext>
            </a:extLst>
          </p:cNvPr>
          <p:cNvCxnSpPr>
            <a:cxnSpLocks/>
          </p:cNvCxnSpPr>
          <p:nvPr/>
        </p:nvCxnSpPr>
        <p:spPr>
          <a:xfrm>
            <a:off x="2986088" y="4465638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3F71AD95-20C4-42ED-97D9-0F4FB0FA94F4}"/>
              </a:ext>
            </a:extLst>
          </p:cNvPr>
          <p:cNvCxnSpPr>
            <a:cxnSpLocks/>
          </p:cNvCxnSpPr>
          <p:nvPr/>
        </p:nvCxnSpPr>
        <p:spPr>
          <a:xfrm>
            <a:off x="2986088" y="7682865"/>
            <a:ext cx="131445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圖片 23">
            <a:extLst>
              <a:ext uri="{FF2B5EF4-FFF2-40B4-BE49-F238E27FC236}">
                <a16:creationId xmlns:a16="http://schemas.microsoft.com/office/drawing/2014/main" id="{EFC529DC-D379-4ED0-9875-11C013512F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  <p:grpSp>
        <p:nvGrpSpPr>
          <p:cNvPr id="25" name="群組 24">
            <a:extLst>
              <a:ext uri="{FF2B5EF4-FFF2-40B4-BE49-F238E27FC236}">
                <a16:creationId xmlns:a16="http://schemas.microsoft.com/office/drawing/2014/main" id="{53A32E8E-FDFF-49F0-BB29-64E3133E2821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43E78CB-DAA1-40A6-A08F-887C19693FB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標題 1">
              <a:extLst>
                <a:ext uri="{FF2B5EF4-FFF2-40B4-BE49-F238E27FC236}">
                  <a16:creationId xmlns:a16="http://schemas.microsoft.com/office/drawing/2014/main" id="{0D4F52AF-6E4D-4A81-8D6A-7C28BA9CFDE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8936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pic>
        <p:nvPicPr>
          <p:cNvPr id="48" name="圖片 47">
            <a:extLst>
              <a:ext uri="{FF2B5EF4-FFF2-40B4-BE49-F238E27FC236}">
                <a16:creationId xmlns:a16="http://schemas.microsoft.com/office/drawing/2014/main" id="{6AB2C619-9BC6-4251-9C4B-B03CA5CD7B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249CF05-97AC-4D31-8BC2-08130B31A42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FF6FE78-29DE-4A4E-A1C3-A62F964922B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標題 1">
              <a:extLst>
                <a:ext uri="{FF2B5EF4-FFF2-40B4-BE49-F238E27FC236}">
                  <a16:creationId xmlns:a16="http://schemas.microsoft.com/office/drawing/2014/main" id="{9E8E3B1B-3300-4A1A-AFB3-97DE294363D0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064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79" name="圖片 78">
            <a:extLst>
              <a:ext uri="{FF2B5EF4-FFF2-40B4-BE49-F238E27FC236}">
                <a16:creationId xmlns:a16="http://schemas.microsoft.com/office/drawing/2014/main" id="{EA35B509-5630-4241-9B97-6F7157AAA5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C71F1397-22F4-44E7-AF4C-1D8EED0CD3D4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58F8641D-CA51-485C-993A-4AD9D8BB0D8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525F73B-8987-41B4-A91A-ACD758417E4E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6952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81" name="圖片 80">
            <a:extLst>
              <a:ext uri="{FF2B5EF4-FFF2-40B4-BE49-F238E27FC236}">
                <a16:creationId xmlns:a16="http://schemas.microsoft.com/office/drawing/2014/main" id="{7C8CFF9E-A406-4327-8EF8-C75A4346CB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8F66818-5E78-47A1-8498-31C30FACB25A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F4F8439-3016-4EF1-BF9B-9A1355F5534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5" name="標題 1">
              <a:extLst>
                <a:ext uri="{FF2B5EF4-FFF2-40B4-BE49-F238E27FC236}">
                  <a16:creationId xmlns:a16="http://schemas.microsoft.com/office/drawing/2014/main" id="{90DA6139-D301-48C6-A557-528FFAFDC47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44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5AB2608-6046-46B0-AB78-C108021CAA60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343FAA-8929-43E9-BFF2-B41C46E6A42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標題 1">
              <a:extLst>
                <a:ext uri="{FF2B5EF4-FFF2-40B4-BE49-F238E27FC236}">
                  <a16:creationId xmlns:a16="http://schemas.microsoft.com/office/drawing/2014/main" id="{6865010E-AB8E-4464-8E3F-04DA7EBF040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5E2C059A-F5E5-4D7E-AA9E-97A93786AA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993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D854D24E-7990-441C-9521-B487024C05C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520A9347-8C72-436D-B75D-3185F3EA37C2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標題 1">
              <a:extLst>
                <a:ext uri="{FF2B5EF4-FFF2-40B4-BE49-F238E27FC236}">
                  <a16:creationId xmlns:a16="http://schemas.microsoft.com/office/drawing/2014/main" id="{F61999E4-E0CE-48DE-91CE-1E278E58E947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18E7F6C8-953F-4F9B-98A7-118ACADB5A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76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729AD488-E990-4A1D-82AE-62C2B4C2E00E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1998C199-0C5B-4971-A5E4-5F3E4030A3F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1AFF884A-9062-4C0A-A3C3-79E2CBA37011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92" name="圖片 91">
            <a:extLst>
              <a:ext uri="{FF2B5EF4-FFF2-40B4-BE49-F238E27FC236}">
                <a16:creationId xmlns:a16="http://schemas.microsoft.com/office/drawing/2014/main" id="{9FB9CC34-6DA6-44D9-858D-C61D60BE3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158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序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荒野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求生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登山隊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誤判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訓練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pic>
        <p:nvPicPr>
          <p:cNvPr id="48" name="圖片 47">
            <a:extLst>
              <a:ext uri="{FF2B5EF4-FFF2-40B4-BE49-F238E27FC236}">
                <a16:creationId xmlns:a16="http://schemas.microsoft.com/office/drawing/2014/main" id="{6AB2C619-9BC6-4251-9C4B-B03CA5CD7B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249CF05-97AC-4D31-8BC2-08130B31A42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FF6FE78-29DE-4A4E-A1C3-A62F964922B4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標題 1">
              <a:extLst>
                <a:ext uri="{FF2B5EF4-FFF2-40B4-BE49-F238E27FC236}">
                  <a16:creationId xmlns:a16="http://schemas.microsoft.com/office/drawing/2014/main" id="{9E8E3B1B-3300-4A1A-AFB3-97DE294363D0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7883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木屋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奧金</a:t>
              </a: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雪洞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登山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救援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狂奔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bg1">
                  <a:lumMod val="50000"/>
                </a:schemeClr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熄滅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79" name="圖片 78">
            <a:extLst>
              <a:ext uri="{FF2B5EF4-FFF2-40B4-BE49-F238E27FC236}">
                <a16:creationId xmlns:a16="http://schemas.microsoft.com/office/drawing/2014/main" id="{EA35B509-5630-4241-9B97-6F7157AAA5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C71F1397-22F4-44E7-AF4C-1D8EED0CD3D4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58F8641D-CA51-485C-993A-4AD9D8BB0D8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525F73B-8987-41B4-A91A-ACD758417E4E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858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叛變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撤退</a:t>
              </a: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冰縫</a:t>
              </a: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堅持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下山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尋蹤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爭執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毒氣室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報恩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歷史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重演</a:t>
              </a:r>
              <a:endParaRPr lang="en-US" altLang="zh-TW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真相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latin typeface="俐方體11號" pitchFamily="2" charset="-120"/>
                  <a:ea typeface="俐方體11號" pitchFamily="2" charset="-120"/>
                </a:rPr>
                <a:t>求救</a:t>
              </a: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81" name="圖片 80">
            <a:extLst>
              <a:ext uri="{FF2B5EF4-FFF2-40B4-BE49-F238E27FC236}">
                <a16:creationId xmlns:a16="http://schemas.microsoft.com/office/drawing/2014/main" id="{7C8CFF9E-A406-4327-8EF8-C75A4346CB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53" r="59052"/>
          <a:stretch/>
        </p:blipFill>
        <p:spPr>
          <a:xfrm>
            <a:off x="1357870" y="3766782"/>
            <a:ext cx="853068" cy="5832787"/>
          </a:xfrm>
          <a:prstGeom prst="rect">
            <a:avLst/>
          </a:prstGeom>
        </p:spPr>
      </p:pic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8F66818-5E78-47A1-8498-31C30FACB25A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F4F8439-3016-4EF1-BF9B-9A1355F5534A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5" name="標題 1">
              <a:extLst>
                <a:ext uri="{FF2B5EF4-FFF2-40B4-BE49-F238E27FC236}">
                  <a16:creationId xmlns:a16="http://schemas.microsoft.com/office/drawing/2014/main" id="{90DA6139-D301-48C6-A557-528FFAFDC47C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latin typeface="俐方體11號" pitchFamily="2" charset="-120"/>
                <a:ea typeface="俐方體11號" pitchFamily="2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6257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F634284D-6EFE-44B3-AD27-47F5EAC1B00A}"/>
              </a:ext>
            </a:extLst>
          </p:cNvPr>
          <p:cNvGrpSpPr/>
          <p:nvPr/>
        </p:nvGrpSpPr>
        <p:grpSpPr>
          <a:xfrm>
            <a:off x="3243687" y="4548965"/>
            <a:ext cx="2166293" cy="1273979"/>
            <a:chOff x="2818855" y="1217023"/>
            <a:chExt cx="1548429" cy="1273979"/>
          </a:xfrm>
        </p:grpSpPr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B2C3DD-0CB3-4668-8FCD-8BB8C9CF995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序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92E1934B-9B86-43F1-92A4-58B2B4E5EB30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2446E58A-F20F-4A83-A02A-497F2BA18A2B}"/>
              </a:ext>
            </a:extLst>
          </p:cNvPr>
          <p:cNvGrpSpPr/>
          <p:nvPr/>
        </p:nvGrpSpPr>
        <p:grpSpPr>
          <a:xfrm>
            <a:off x="6114275" y="4548965"/>
            <a:ext cx="2166293" cy="1273979"/>
            <a:chOff x="2818855" y="1217023"/>
            <a:chExt cx="1548429" cy="1273979"/>
          </a:xfrm>
        </p:grpSpPr>
        <p:sp>
          <p:nvSpPr>
            <p:cNvPr id="37" name="標題 1">
              <a:extLst>
                <a:ext uri="{FF2B5EF4-FFF2-40B4-BE49-F238E27FC236}">
                  <a16:creationId xmlns:a16="http://schemas.microsoft.com/office/drawing/2014/main" id="{4DA9920D-0140-4A91-BD85-EFE130571DA9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荒野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求生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81D8CA9-DFFC-45BC-BD28-931C9F86793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570FD7CB-3050-450E-B49F-3813B5ECEA7E}"/>
              </a:ext>
            </a:extLst>
          </p:cNvPr>
          <p:cNvGrpSpPr/>
          <p:nvPr/>
        </p:nvGrpSpPr>
        <p:grpSpPr>
          <a:xfrm>
            <a:off x="8984863" y="3639352"/>
            <a:ext cx="2166293" cy="1273979"/>
            <a:chOff x="2818855" y="1217023"/>
            <a:chExt cx="1548429" cy="1273979"/>
          </a:xfrm>
        </p:grpSpPr>
        <p:sp>
          <p:nvSpPr>
            <p:cNvPr id="40" name="標題 1">
              <a:extLst>
                <a:ext uri="{FF2B5EF4-FFF2-40B4-BE49-F238E27FC236}">
                  <a16:creationId xmlns:a16="http://schemas.microsoft.com/office/drawing/2014/main" id="{BAB18F19-C1DD-4281-A9E6-BF884909F0F3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登山隊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A442462-9D0F-4FF6-A83E-790D396ECFA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14726038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EA5159E0-8AB2-4ECD-AB4E-E727E93C3E7A}"/>
              </a:ext>
            </a:extLst>
          </p:cNvPr>
          <p:cNvGrpSpPr/>
          <p:nvPr/>
        </p:nvGrpSpPr>
        <p:grpSpPr>
          <a:xfrm>
            <a:off x="8984863" y="5488856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7E90DACF-171C-42B8-96E9-D62480E4114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誤判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C1706CC1-80D1-450D-9B58-A562BB4C39EF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B28B301-B4DC-4E87-B7A7-3CC55C8442E0}"/>
              </a:ext>
            </a:extLst>
          </p:cNvPr>
          <p:cNvGrpSpPr/>
          <p:nvPr/>
        </p:nvGrpSpPr>
        <p:grpSpPr>
          <a:xfrm>
            <a:off x="11855451" y="454896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2E84129D-7F84-4A9E-9BD5-F01271DF27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訓練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32108122-2FA4-459C-A1D9-C31043B737F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F3E48BFD-7314-4DEC-A25A-87DA5FC0BAC0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>
            <a:off x="5409980" y="5185955"/>
            <a:ext cx="704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2FF6AEDF-14F6-43DC-9907-171873C17DC2}"/>
              </a:ext>
            </a:extLst>
          </p:cNvPr>
          <p:cNvCxnSpPr>
            <a:cxnSpLocks/>
            <a:stCxn id="74" idx="3"/>
            <a:endCxn id="44" idx="1"/>
          </p:cNvCxnSpPr>
          <p:nvPr/>
        </p:nvCxnSpPr>
        <p:spPr>
          <a:xfrm>
            <a:off x="14021744" y="5185955"/>
            <a:ext cx="70429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標題 1">
            <a:extLst>
              <a:ext uri="{FF2B5EF4-FFF2-40B4-BE49-F238E27FC236}">
                <a16:creationId xmlns:a16="http://schemas.microsoft.com/office/drawing/2014/main" id="{0EE1A378-830A-45C6-92DF-9FE9D8C72113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一、初識</a:t>
            </a:r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EAC44695-7193-4F72-955B-0E2FDC5FF64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cxnSp>
        <p:nvCxnSpPr>
          <p:cNvPr id="6" name="接點: 肘形 5">
            <a:extLst>
              <a:ext uri="{FF2B5EF4-FFF2-40B4-BE49-F238E27FC236}">
                <a16:creationId xmlns:a16="http://schemas.microsoft.com/office/drawing/2014/main" id="{4188EAEC-B33E-406D-B73A-99733DF061D3}"/>
              </a:ext>
            </a:extLst>
          </p:cNvPr>
          <p:cNvCxnSpPr>
            <a:stCxn id="38" idx="3"/>
            <a:endCxn id="41" idx="1"/>
          </p:cNvCxnSpPr>
          <p:nvPr/>
        </p:nvCxnSpPr>
        <p:spPr>
          <a:xfrm flipV="1">
            <a:off x="8280568" y="4276342"/>
            <a:ext cx="704295" cy="909613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9DA8F1B2-E4F4-41E6-A463-15095F7CD866}"/>
              </a:ext>
            </a:extLst>
          </p:cNvPr>
          <p:cNvCxnSpPr>
            <a:cxnSpLocks/>
            <a:stCxn id="38" idx="3"/>
            <a:endCxn id="71" idx="1"/>
          </p:cNvCxnSpPr>
          <p:nvPr/>
        </p:nvCxnSpPr>
        <p:spPr>
          <a:xfrm>
            <a:off x="8280568" y="5185955"/>
            <a:ext cx="704295" cy="939891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接點: 肘形 51">
            <a:extLst>
              <a:ext uri="{FF2B5EF4-FFF2-40B4-BE49-F238E27FC236}">
                <a16:creationId xmlns:a16="http://schemas.microsoft.com/office/drawing/2014/main" id="{AA4CB8CA-2C43-452D-97E2-9BB9638D56D4}"/>
              </a:ext>
            </a:extLst>
          </p:cNvPr>
          <p:cNvCxnSpPr>
            <a:cxnSpLocks/>
            <a:stCxn id="41" idx="3"/>
            <a:endCxn id="74" idx="1"/>
          </p:cNvCxnSpPr>
          <p:nvPr/>
        </p:nvCxnSpPr>
        <p:spPr>
          <a:xfrm>
            <a:off x="11151156" y="4276342"/>
            <a:ext cx="704295" cy="90961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5AB2608-6046-46B0-AB78-C108021CAA60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6C343FAA-8929-43E9-BFF2-B41C46E6A420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標題 1">
              <a:extLst>
                <a:ext uri="{FF2B5EF4-FFF2-40B4-BE49-F238E27FC236}">
                  <a16:creationId xmlns:a16="http://schemas.microsoft.com/office/drawing/2014/main" id="{6865010E-AB8E-4464-8E3F-04DA7EBF0402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46" name="圖片 45">
            <a:extLst>
              <a:ext uri="{FF2B5EF4-FFF2-40B4-BE49-F238E27FC236}">
                <a16:creationId xmlns:a16="http://schemas.microsoft.com/office/drawing/2014/main" id="{5E2C059A-F5E5-4D7E-AA9E-97A93786AA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137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4C157CA6-6206-4A94-9D8D-F24B3A6DAD84}"/>
              </a:ext>
            </a:extLst>
          </p:cNvPr>
          <p:cNvGrpSpPr/>
          <p:nvPr/>
        </p:nvGrpSpPr>
        <p:grpSpPr>
          <a:xfrm>
            <a:off x="5141375" y="4548965"/>
            <a:ext cx="2166293" cy="1273979"/>
            <a:chOff x="2818855" y="1217023"/>
            <a:chExt cx="1548429" cy="1273979"/>
          </a:xfrm>
        </p:grpSpPr>
        <p:sp>
          <p:nvSpPr>
            <p:cNvPr id="43" name="標題 1">
              <a:extLst>
                <a:ext uri="{FF2B5EF4-FFF2-40B4-BE49-F238E27FC236}">
                  <a16:creationId xmlns:a16="http://schemas.microsoft.com/office/drawing/2014/main" id="{86E0730F-A173-42B3-BA41-583BA68C71E4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木屋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CD516B09-4C9A-4EBC-A13D-8DC84AEA36A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8BF23547-F233-42B4-B9B2-BDCD379C98AF}"/>
              </a:ext>
            </a:extLst>
          </p:cNvPr>
          <p:cNvGrpSpPr/>
          <p:nvPr/>
        </p:nvGrpSpPr>
        <p:grpSpPr>
          <a:xfrm>
            <a:off x="7614526" y="5359187"/>
            <a:ext cx="2166293" cy="1273979"/>
            <a:chOff x="2818855" y="1217023"/>
            <a:chExt cx="1548429" cy="1273979"/>
          </a:xfrm>
        </p:grpSpPr>
        <p:sp>
          <p:nvSpPr>
            <p:cNvPr id="49" name="標題 1">
              <a:extLst>
                <a:ext uri="{FF2B5EF4-FFF2-40B4-BE49-F238E27FC236}">
                  <a16:creationId xmlns:a16="http://schemas.microsoft.com/office/drawing/2014/main" id="{D968C1E0-B1CD-452C-B431-A4088968370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奧金</a:t>
              </a: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49018F63-4920-4E61-BBE3-8CAC695DEA6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E0544DA-7C50-4241-9AA7-7060165EA272}"/>
              </a:ext>
            </a:extLst>
          </p:cNvPr>
          <p:cNvGrpSpPr/>
          <p:nvPr/>
        </p:nvGrpSpPr>
        <p:grpSpPr>
          <a:xfrm>
            <a:off x="10087677" y="4548965"/>
            <a:ext cx="2134117" cy="1273979"/>
            <a:chOff x="2818855" y="1217023"/>
            <a:chExt cx="1548429" cy="1273979"/>
          </a:xfrm>
        </p:grpSpPr>
        <p:sp>
          <p:nvSpPr>
            <p:cNvPr id="64" name="標題 1">
              <a:extLst>
                <a:ext uri="{FF2B5EF4-FFF2-40B4-BE49-F238E27FC236}">
                  <a16:creationId xmlns:a16="http://schemas.microsoft.com/office/drawing/2014/main" id="{8BA5A763-3E78-45EF-8CDB-9FBA9A31127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雪洞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90BBF600-3861-43A6-A96D-A6470A2A5F6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u="sng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登山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349753CC-B2E8-48CE-B3EF-49D75C628F84}"/>
              </a:ext>
            </a:extLst>
          </p:cNvPr>
          <p:cNvGrpSpPr/>
          <p:nvPr/>
        </p:nvGrpSpPr>
        <p:grpSpPr>
          <a:xfrm>
            <a:off x="12528651" y="3699235"/>
            <a:ext cx="2166293" cy="1273979"/>
            <a:chOff x="2818855" y="1217023"/>
            <a:chExt cx="1548429" cy="1273979"/>
          </a:xfrm>
        </p:grpSpPr>
        <p:sp>
          <p:nvSpPr>
            <p:cNvPr id="73" name="標題 1">
              <a:extLst>
                <a:ext uri="{FF2B5EF4-FFF2-40B4-BE49-F238E27FC236}">
                  <a16:creationId xmlns:a16="http://schemas.microsoft.com/office/drawing/2014/main" id="{AC89B076-9ADE-4DA6-BF47-E8572D3C8FA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救援</a:t>
              </a: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F6178E90-4AA5-4EE2-8FFA-9B34EF8C9E2B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758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下一章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6DAEFB6-21B7-4997-B8C5-394C33FF7B2C}"/>
              </a:ext>
            </a:extLst>
          </p:cNvPr>
          <p:cNvGrpSpPr/>
          <p:nvPr/>
        </p:nvGrpSpPr>
        <p:grpSpPr>
          <a:xfrm>
            <a:off x="7614526" y="3699235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6AE71E3E-BDEC-42F5-BD8A-E306EFAC827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5684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狂奔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F175203-AB3A-4436-BCAA-F91DC64D3F8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30CAE235-AE81-4794-A391-78BDB78FE3C7}"/>
              </a:ext>
            </a:extLst>
          </p:cNvPr>
          <p:cNvCxnSpPr>
            <a:cxnSpLocks/>
            <a:stCxn id="71" idx="3"/>
            <a:endCxn id="44" idx="1"/>
          </p:cNvCxnSpPr>
          <p:nvPr/>
        </p:nvCxnSpPr>
        <p:spPr>
          <a:xfrm>
            <a:off x="4834517" y="5185955"/>
            <a:ext cx="30685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標題 1">
            <a:extLst>
              <a:ext uri="{FF2B5EF4-FFF2-40B4-BE49-F238E27FC236}">
                <a16:creationId xmlns:a16="http://schemas.microsoft.com/office/drawing/2014/main" id="{4A6193F3-4CD8-47A7-A714-8EA20D8E3718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solidFill>
                  <a:schemeClr val="bg1">
                    <a:lumMod val="50000"/>
                  </a:schemeClr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solidFill>
                <a:schemeClr val="accent1"/>
              </a:solidFill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9E761F13-F1EE-4DD7-9FEB-F363600FB35F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二、登山</a:t>
            </a:r>
          </a:p>
        </p:txBody>
      </p:sp>
      <p:grpSp>
        <p:nvGrpSpPr>
          <p:cNvPr id="58" name="Google Shape;6968;p144">
            <a:extLst>
              <a:ext uri="{FF2B5EF4-FFF2-40B4-BE49-F238E27FC236}">
                <a16:creationId xmlns:a16="http://schemas.microsoft.com/office/drawing/2014/main" id="{F297FCE3-09E0-46D0-A074-47D63DA65E3D}"/>
              </a:ext>
            </a:extLst>
          </p:cNvPr>
          <p:cNvGrpSpPr/>
          <p:nvPr/>
        </p:nvGrpSpPr>
        <p:grpSpPr>
          <a:xfrm>
            <a:off x="6997718" y="5538953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59" name="Google Shape;6969;p144">
              <a:extLst>
                <a:ext uri="{FF2B5EF4-FFF2-40B4-BE49-F238E27FC236}">
                  <a16:creationId xmlns:a16="http://schemas.microsoft.com/office/drawing/2014/main" id="{EF14C000-403F-463D-9E91-67F733AA6E78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0" name="Google Shape;6970;p144">
              <a:extLst>
                <a:ext uri="{FF2B5EF4-FFF2-40B4-BE49-F238E27FC236}">
                  <a16:creationId xmlns:a16="http://schemas.microsoft.com/office/drawing/2014/main" id="{DBD2CD33-583A-4A11-A17A-A601DF19612B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1" name="Google Shape;6968;p144">
            <a:extLst>
              <a:ext uri="{FF2B5EF4-FFF2-40B4-BE49-F238E27FC236}">
                <a16:creationId xmlns:a16="http://schemas.microsoft.com/office/drawing/2014/main" id="{6ACC0C59-8E6B-4F5E-B7CA-7C26C4FEFF43}"/>
              </a:ext>
            </a:extLst>
          </p:cNvPr>
          <p:cNvGrpSpPr/>
          <p:nvPr/>
        </p:nvGrpSpPr>
        <p:grpSpPr>
          <a:xfrm>
            <a:off x="11911844" y="5539124"/>
            <a:ext cx="418618" cy="414547"/>
            <a:chOff x="-37385100" y="3949908"/>
            <a:chExt cx="321350" cy="318225"/>
          </a:xfrm>
          <a:solidFill>
            <a:schemeClr val="bg1"/>
          </a:solidFill>
        </p:grpSpPr>
        <p:sp>
          <p:nvSpPr>
            <p:cNvPr id="62" name="Google Shape;6969;p144">
              <a:extLst>
                <a:ext uri="{FF2B5EF4-FFF2-40B4-BE49-F238E27FC236}">
                  <a16:creationId xmlns:a16="http://schemas.microsoft.com/office/drawing/2014/main" id="{824C124E-36C3-424B-B1AC-01A8E6CC94DE}"/>
                </a:ext>
              </a:extLst>
            </p:cNvPr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  <p:sp>
          <p:nvSpPr>
            <p:cNvPr id="66" name="Google Shape;6970;p144">
              <a:extLst>
                <a:ext uri="{FF2B5EF4-FFF2-40B4-BE49-F238E27FC236}">
                  <a16:creationId xmlns:a16="http://schemas.microsoft.com/office/drawing/2014/main" id="{066D3A35-1406-4767-94D7-BA9594FD52B3}"/>
                </a:ext>
              </a:extLst>
            </p:cNvPr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grpFill/>
            <a:ln w="38100">
              <a:solidFill>
                <a:schemeClr val="tx1"/>
              </a:solidFill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endParaRPr sz="3600" b="1"/>
            </a:p>
          </p:txBody>
        </p:sp>
      </p:grpSp>
      <p:grpSp>
        <p:nvGrpSpPr>
          <p:cNvPr id="67" name="群組 66">
            <a:extLst>
              <a:ext uri="{FF2B5EF4-FFF2-40B4-BE49-F238E27FC236}">
                <a16:creationId xmlns:a16="http://schemas.microsoft.com/office/drawing/2014/main" id="{1FEE8F43-7B60-46B4-A9FD-FBCDF60046B4}"/>
              </a:ext>
            </a:extLst>
          </p:cNvPr>
          <p:cNvGrpSpPr/>
          <p:nvPr/>
        </p:nvGrpSpPr>
        <p:grpSpPr>
          <a:xfrm>
            <a:off x="12528651" y="5359187"/>
            <a:ext cx="2166293" cy="1273979"/>
            <a:chOff x="2818855" y="1217023"/>
            <a:chExt cx="1548429" cy="1273979"/>
          </a:xfrm>
        </p:grpSpPr>
        <p:sp>
          <p:nvSpPr>
            <p:cNvPr id="68" name="標題 1">
              <a:extLst>
                <a:ext uri="{FF2B5EF4-FFF2-40B4-BE49-F238E27FC236}">
                  <a16:creationId xmlns:a16="http://schemas.microsoft.com/office/drawing/2014/main" id="{71D9C72F-9907-451F-BCDB-FF87301EA0A0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46866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熄滅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C0FFA9E-6B11-4886-A265-0C0549883CB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27A5D824-B6CC-4E77-8554-1F4F703CD2F3}"/>
              </a:ext>
            </a:extLst>
          </p:cNvPr>
          <p:cNvCxnSpPr>
            <a:cxnSpLocks/>
            <a:stCxn id="44" idx="3"/>
            <a:endCxn id="46" idx="1"/>
          </p:cNvCxnSpPr>
          <p:nvPr/>
        </p:nvCxnSpPr>
        <p:spPr>
          <a:xfrm flipV="1">
            <a:off x="7307668" y="4336225"/>
            <a:ext cx="306858" cy="849730"/>
          </a:xfrm>
          <a:prstGeom prst="bentConnector3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D47E52C4-5612-4CF6-8F91-EF81A6151ECC}"/>
              </a:ext>
            </a:extLst>
          </p:cNvPr>
          <p:cNvCxnSpPr>
            <a:cxnSpLocks/>
            <a:stCxn id="44" idx="3"/>
            <a:endCxn id="50" idx="1"/>
          </p:cNvCxnSpPr>
          <p:nvPr/>
        </p:nvCxnSpPr>
        <p:spPr>
          <a:xfrm>
            <a:off x="7307668" y="5185955"/>
            <a:ext cx="306858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B546500-E8F4-4A0A-98DF-5D3A5E373A99}"/>
              </a:ext>
            </a:extLst>
          </p:cNvPr>
          <p:cNvCxnSpPr>
            <a:cxnSpLocks/>
            <a:stCxn id="46" idx="3"/>
            <a:endCxn id="65" idx="1"/>
          </p:cNvCxnSpPr>
          <p:nvPr/>
        </p:nvCxnSpPr>
        <p:spPr>
          <a:xfrm>
            <a:off x="9780819" y="4336225"/>
            <a:ext cx="306858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17759CF-BAD4-4D8D-9230-06AD6EED35E8}"/>
              </a:ext>
            </a:extLst>
          </p:cNvPr>
          <p:cNvCxnSpPr>
            <a:cxnSpLocks/>
            <a:stCxn id="65" idx="3"/>
            <a:endCxn id="78" idx="1"/>
          </p:cNvCxnSpPr>
          <p:nvPr/>
        </p:nvCxnSpPr>
        <p:spPr>
          <a:xfrm>
            <a:off x="12221794" y="5185955"/>
            <a:ext cx="306857" cy="81022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72ED0DB7-10DF-4D01-8FE3-53242CF50074}"/>
              </a:ext>
            </a:extLst>
          </p:cNvPr>
          <p:cNvCxnSpPr>
            <a:cxnSpLocks/>
            <a:stCxn id="65" idx="3"/>
            <a:endCxn id="74" idx="1"/>
          </p:cNvCxnSpPr>
          <p:nvPr/>
        </p:nvCxnSpPr>
        <p:spPr>
          <a:xfrm flipV="1">
            <a:off x="1222179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E2900AC4-DCA3-4B39-B560-00835932AE5C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14694944" y="4336225"/>
            <a:ext cx="306857" cy="84973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1" name="群組 50">
            <a:extLst>
              <a:ext uri="{FF2B5EF4-FFF2-40B4-BE49-F238E27FC236}">
                <a16:creationId xmlns:a16="http://schemas.microsoft.com/office/drawing/2014/main" id="{D854D24E-7990-441C-9521-B487024C05CB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520A9347-8C72-436D-B75D-3185F3EA37C2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3" name="標題 1">
              <a:extLst>
                <a:ext uri="{FF2B5EF4-FFF2-40B4-BE49-F238E27FC236}">
                  <a16:creationId xmlns:a16="http://schemas.microsoft.com/office/drawing/2014/main" id="{F61999E4-E0CE-48DE-91CE-1E278E58E947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54" name="圖片 53">
            <a:extLst>
              <a:ext uri="{FF2B5EF4-FFF2-40B4-BE49-F238E27FC236}">
                <a16:creationId xmlns:a16="http://schemas.microsoft.com/office/drawing/2014/main" id="{18E7F6C8-953F-4F9B-98A7-118ACADB5A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87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2781C0-7915-4AC6-AF28-40B77C669121}"/>
              </a:ext>
            </a:extLst>
          </p:cNvPr>
          <p:cNvSpPr/>
          <p:nvPr/>
        </p:nvSpPr>
        <p:spPr>
          <a:xfrm>
            <a:off x="2325189" y="809897"/>
            <a:ext cx="15218228" cy="875211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5400" b="1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9D3FCC7-12DE-4AFA-84C8-E8BBD733315A}"/>
              </a:ext>
            </a:extLst>
          </p:cNvPr>
          <p:cNvSpPr txBox="1">
            <a:spLocks/>
          </p:cNvSpPr>
          <p:nvPr/>
        </p:nvSpPr>
        <p:spPr>
          <a:xfrm>
            <a:off x="169819" y="627015"/>
            <a:ext cx="21161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sz="4800" b="1" dirty="0">
                <a:latin typeface="俐方體11號" pitchFamily="2" charset="-120"/>
                <a:ea typeface="俐方體11號" pitchFamily="2" charset="-120"/>
              </a:rPr>
              <a:t>載入</a:t>
            </a: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6706819-6491-4425-8EFA-C88050A3B341}"/>
              </a:ext>
            </a:extLst>
          </p:cNvPr>
          <p:cNvGrpSpPr/>
          <p:nvPr/>
        </p:nvGrpSpPr>
        <p:grpSpPr>
          <a:xfrm>
            <a:off x="5775750" y="7759084"/>
            <a:ext cx="2134117" cy="1273979"/>
            <a:chOff x="2818855" y="1217023"/>
            <a:chExt cx="1548429" cy="1273979"/>
          </a:xfrm>
        </p:grpSpPr>
        <p:sp>
          <p:nvSpPr>
            <p:cNvPr id="55" name="標題 1">
              <a:extLst>
                <a:ext uri="{FF2B5EF4-FFF2-40B4-BE49-F238E27FC236}">
                  <a16:creationId xmlns:a16="http://schemas.microsoft.com/office/drawing/2014/main" id="{E110C456-5703-4158-AE72-97717AE4378B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叛變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A1195C1D-7594-43C4-9393-32F7B9291EE2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D2363C90-18B6-4175-BA10-F089C66DB4C8}"/>
              </a:ext>
            </a:extLst>
          </p:cNvPr>
          <p:cNvGrpSpPr/>
          <p:nvPr/>
        </p:nvGrpSpPr>
        <p:grpSpPr>
          <a:xfrm>
            <a:off x="5775750" y="4548965"/>
            <a:ext cx="2134117" cy="1273979"/>
            <a:chOff x="2818855" y="1217023"/>
            <a:chExt cx="1548429" cy="1273979"/>
          </a:xfrm>
        </p:grpSpPr>
        <p:sp>
          <p:nvSpPr>
            <p:cNvPr id="58" name="標題 1">
              <a:extLst>
                <a:ext uri="{FF2B5EF4-FFF2-40B4-BE49-F238E27FC236}">
                  <a16:creationId xmlns:a16="http://schemas.microsoft.com/office/drawing/2014/main" id="{5D499533-C25E-4546-B335-39A159FF3EE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撤退</a:t>
              </a:r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9812A4-EC30-40F9-B98B-EEEBEEBC34FE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198F005-487C-4B52-9431-A905F56BCA0A}"/>
              </a:ext>
            </a:extLst>
          </p:cNvPr>
          <p:cNvGrpSpPr/>
          <p:nvPr/>
        </p:nvGrpSpPr>
        <p:grpSpPr>
          <a:xfrm>
            <a:off x="5775750" y="2894896"/>
            <a:ext cx="2134117" cy="1273979"/>
            <a:chOff x="2818855" y="1217023"/>
            <a:chExt cx="1548429" cy="1273979"/>
          </a:xfrm>
        </p:grpSpPr>
        <p:sp>
          <p:nvSpPr>
            <p:cNvPr id="61" name="標題 1">
              <a:extLst>
                <a:ext uri="{FF2B5EF4-FFF2-40B4-BE49-F238E27FC236}">
                  <a16:creationId xmlns:a16="http://schemas.microsoft.com/office/drawing/2014/main" id="{02208561-81B6-4C90-AA29-3EC0B438E19D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冰縫</a:t>
              </a: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114B9D8-1D6B-48D4-B969-5CCE44C1D46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D1605D3B-16F4-4114-9C4B-53F3FDD3CC39}"/>
              </a:ext>
            </a:extLst>
          </p:cNvPr>
          <p:cNvGrpSpPr/>
          <p:nvPr/>
        </p:nvGrpSpPr>
        <p:grpSpPr>
          <a:xfrm>
            <a:off x="5775750" y="1215407"/>
            <a:ext cx="2134117" cy="1273979"/>
            <a:chOff x="2818855" y="1217023"/>
            <a:chExt cx="1548429" cy="1273979"/>
          </a:xfrm>
        </p:grpSpPr>
        <p:sp>
          <p:nvSpPr>
            <p:cNvPr id="67" name="標題 1">
              <a:extLst>
                <a:ext uri="{FF2B5EF4-FFF2-40B4-BE49-F238E27FC236}">
                  <a16:creationId xmlns:a16="http://schemas.microsoft.com/office/drawing/2014/main" id="{CCF20032-2C4F-4B84-8EE6-CDC3DDE1E43F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堅持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06465B9A-EA92-49F0-8943-04CD9FEABFF4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3438C7C1-E165-4C4A-83A2-78DC787710DA}"/>
              </a:ext>
            </a:extLst>
          </p:cNvPr>
          <p:cNvGrpSpPr/>
          <p:nvPr/>
        </p:nvGrpSpPr>
        <p:grpSpPr>
          <a:xfrm>
            <a:off x="2668224" y="4548965"/>
            <a:ext cx="2166293" cy="1273979"/>
            <a:chOff x="2818855" y="1217023"/>
            <a:chExt cx="1548429" cy="1273979"/>
          </a:xfrm>
        </p:grpSpPr>
        <p:sp>
          <p:nvSpPr>
            <p:cNvPr id="70" name="標題 1">
              <a:extLst>
                <a:ext uri="{FF2B5EF4-FFF2-40B4-BE49-F238E27FC236}">
                  <a16:creationId xmlns:a16="http://schemas.microsoft.com/office/drawing/2014/main" id="{89F62084-05D0-4D8F-88C1-CDFF0405DC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下山</a:t>
              </a: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7CB84BBB-C41A-4BA1-A5BE-3A11770B3E66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BCE8FCA8-5BC9-4F56-8BAA-982E453F1973}"/>
              </a:ext>
            </a:extLst>
          </p:cNvPr>
          <p:cNvGrpSpPr/>
          <p:nvPr/>
        </p:nvGrpSpPr>
        <p:grpSpPr>
          <a:xfrm>
            <a:off x="5775750" y="6152027"/>
            <a:ext cx="2134117" cy="1273979"/>
            <a:chOff x="2818855" y="1217023"/>
            <a:chExt cx="1548429" cy="1273979"/>
          </a:xfrm>
        </p:grpSpPr>
        <p:sp>
          <p:nvSpPr>
            <p:cNvPr id="76" name="標題 1">
              <a:extLst>
                <a:ext uri="{FF2B5EF4-FFF2-40B4-BE49-F238E27FC236}">
                  <a16:creationId xmlns:a16="http://schemas.microsoft.com/office/drawing/2014/main" id="{0FF784BA-A876-416E-A386-73F9DBDEB55A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尋蹤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C8D90E2F-1190-47CB-8B8A-0FDB554598A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34C853F-D35B-44BC-A2A9-6965443E86C6}"/>
              </a:ext>
            </a:extLst>
          </p:cNvPr>
          <p:cNvGrpSpPr/>
          <p:nvPr/>
        </p:nvGrpSpPr>
        <p:grpSpPr>
          <a:xfrm>
            <a:off x="8851100" y="4548965"/>
            <a:ext cx="2134117" cy="1273979"/>
            <a:chOff x="2818855" y="1217023"/>
            <a:chExt cx="1548429" cy="1273979"/>
          </a:xfrm>
        </p:grpSpPr>
        <p:sp>
          <p:nvSpPr>
            <p:cNvPr id="39" name="標題 1">
              <a:extLst>
                <a:ext uri="{FF2B5EF4-FFF2-40B4-BE49-F238E27FC236}">
                  <a16:creationId xmlns:a16="http://schemas.microsoft.com/office/drawing/2014/main" id="{714C6E1C-8B93-4A21-8A99-70D43AC51B47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爭執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7789FE3-6B10-4CC6-ABEB-940C3E1CB5F9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0E61586-5762-4353-8E07-5B7BD4CF95E9}"/>
              </a:ext>
            </a:extLst>
          </p:cNvPr>
          <p:cNvGrpSpPr/>
          <p:nvPr/>
        </p:nvGrpSpPr>
        <p:grpSpPr>
          <a:xfrm>
            <a:off x="8818924" y="6152027"/>
            <a:ext cx="2166293" cy="1273979"/>
            <a:chOff x="2818855" y="1217023"/>
            <a:chExt cx="1548429" cy="1273979"/>
          </a:xfrm>
        </p:grpSpPr>
        <p:sp>
          <p:nvSpPr>
            <p:cNvPr id="45" name="標題 1">
              <a:extLst>
                <a:ext uri="{FF2B5EF4-FFF2-40B4-BE49-F238E27FC236}">
                  <a16:creationId xmlns:a16="http://schemas.microsoft.com/office/drawing/2014/main" id="{BACF7BF2-340D-47E2-9FB7-6A0DFB1D9AA2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毒氣室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A3D53B9-FD4E-4E93-A8AB-23BE1861E7F8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FBF7604C-5DE0-470D-8546-2E17E16BE1E7}"/>
              </a:ext>
            </a:extLst>
          </p:cNvPr>
          <p:cNvGrpSpPr/>
          <p:nvPr/>
        </p:nvGrpSpPr>
        <p:grpSpPr>
          <a:xfrm>
            <a:off x="11926450" y="2894896"/>
            <a:ext cx="2134117" cy="1273979"/>
            <a:chOff x="2818855" y="1217023"/>
            <a:chExt cx="1548429" cy="1273979"/>
          </a:xfrm>
        </p:grpSpPr>
        <p:sp>
          <p:nvSpPr>
            <p:cNvPr id="51" name="標題 1">
              <a:extLst>
                <a:ext uri="{FF2B5EF4-FFF2-40B4-BE49-F238E27FC236}">
                  <a16:creationId xmlns:a16="http://schemas.microsoft.com/office/drawing/2014/main" id="{EC42A347-98FD-4664-905D-3452F2D9BE2E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報恩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BEBCD72-C6B0-4D0F-8CE5-F2F94A85A6D5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1D983882-C82D-40A9-91AC-28CF2A906BCA}"/>
              </a:ext>
            </a:extLst>
          </p:cNvPr>
          <p:cNvGrpSpPr/>
          <p:nvPr/>
        </p:nvGrpSpPr>
        <p:grpSpPr>
          <a:xfrm>
            <a:off x="11926450" y="4548965"/>
            <a:ext cx="2134117" cy="1273979"/>
            <a:chOff x="2818855" y="1217023"/>
            <a:chExt cx="1548429" cy="1273979"/>
          </a:xfrm>
        </p:grpSpPr>
        <p:sp>
          <p:nvSpPr>
            <p:cNvPr id="63" name="標題 1">
              <a:extLst>
                <a:ext uri="{FF2B5EF4-FFF2-40B4-BE49-F238E27FC236}">
                  <a16:creationId xmlns:a16="http://schemas.microsoft.com/office/drawing/2014/main" id="{33C6739F-21C8-4077-A67A-D352C6D6F5B8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歷史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重演</a:t>
              </a:r>
              <a:endPara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C2921F4-3785-416E-8B45-1B23181B56CD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3C7C9EF4-2013-43D3-8C1E-891A8156DAF1}"/>
              </a:ext>
            </a:extLst>
          </p:cNvPr>
          <p:cNvGrpSpPr/>
          <p:nvPr/>
        </p:nvGrpSpPr>
        <p:grpSpPr>
          <a:xfrm>
            <a:off x="15001801" y="4548965"/>
            <a:ext cx="2134117" cy="1273979"/>
            <a:chOff x="2818855" y="1217023"/>
            <a:chExt cx="1548429" cy="1273979"/>
          </a:xfrm>
        </p:grpSpPr>
        <p:sp>
          <p:nvSpPr>
            <p:cNvPr id="72" name="標題 1">
              <a:extLst>
                <a:ext uri="{FF2B5EF4-FFF2-40B4-BE49-F238E27FC236}">
                  <a16:creationId xmlns:a16="http://schemas.microsoft.com/office/drawing/2014/main" id="{D3749643-1E8F-40EE-81A2-D362D9DA21C1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真相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9A28266-E075-45F7-933F-57A13EB34E47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A9885D64-0850-4728-9AB8-142C94C1BFB8}"/>
              </a:ext>
            </a:extLst>
          </p:cNvPr>
          <p:cNvCxnSpPr>
            <a:cxnSpLocks/>
            <a:stCxn id="59" idx="3"/>
            <a:endCxn id="40" idx="1"/>
          </p:cNvCxnSpPr>
          <p:nvPr/>
        </p:nvCxnSpPr>
        <p:spPr>
          <a:xfrm>
            <a:off x="790986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EA80501F-61C7-43DF-81A9-D7D10260DF5D}"/>
              </a:ext>
            </a:extLst>
          </p:cNvPr>
          <p:cNvCxnSpPr>
            <a:cxnSpLocks/>
            <a:stCxn id="40" idx="3"/>
            <a:endCxn id="64" idx="1"/>
          </p:cNvCxnSpPr>
          <p:nvPr/>
        </p:nvCxnSpPr>
        <p:spPr>
          <a:xfrm>
            <a:off x="109852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4D18E2A4-572F-47C1-81A7-3A94DE044327}"/>
              </a:ext>
            </a:extLst>
          </p:cNvPr>
          <p:cNvCxnSpPr>
            <a:cxnSpLocks/>
            <a:stCxn id="71" idx="3"/>
            <a:endCxn id="59" idx="1"/>
          </p:cNvCxnSpPr>
          <p:nvPr/>
        </p:nvCxnSpPr>
        <p:spPr>
          <a:xfrm>
            <a:off x="4834517" y="5185955"/>
            <a:ext cx="94123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標題 1">
            <a:extLst>
              <a:ext uri="{FF2B5EF4-FFF2-40B4-BE49-F238E27FC236}">
                <a16:creationId xmlns:a16="http://schemas.microsoft.com/office/drawing/2014/main" id="{A0BFB56E-8334-4181-8835-7503282B4853}"/>
              </a:ext>
            </a:extLst>
          </p:cNvPr>
          <p:cNvSpPr txBox="1">
            <a:spLocks/>
          </p:cNvSpPr>
          <p:nvPr/>
        </p:nvSpPr>
        <p:spPr>
          <a:xfrm>
            <a:off x="8172862" y="8405631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1</a:t>
            </a:r>
            <a:r>
              <a: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rPr>
              <a:t>2</a:t>
            </a:r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 </a:t>
            </a:r>
            <a:r>
              <a:rPr lang="en-US" altLang="zh-TW" sz="4000" b="1" dirty="0">
                <a:latin typeface="俐方體11號" pitchFamily="2" charset="-120"/>
                <a:ea typeface="俐方體11號" pitchFamily="2" charset="-120"/>
              </a:rPr>
              <a:t>3</a:t>
            </a:r>
            <a:endParaRPr lang="zh-TW" altLang="en-US" sz="4000" b="1" dirty="0">
              <a:latin typeface="俐方體11號" pitchFamily="2" charset="-120"/>
              <a:ea typeface="俐方體11號" pitchFamily="2" charset="-120"/>
            </a:endParaRPr>
          </a:p>
        </p:txBody>
      </p:sp>
      <p:sp>
        <p:nvSpPr>
          <p:cNvPr id="102" name="標題 1">
            <a:extLst>
              <a:ext uri="{FF2B5EF4-FFF2-40B4-BE49-F238E27FC236}">
                <a16:creationId xmlns:a16="http://schemas.microsoft.com/office/drawing/2014/main" id="{B0F46806-A5B0-4B30-9F7B-3401B25AC181}"/>
              </a:ext>
            </a:extLst>
          </p:cNvPr>
          <p:cNvSpPr txBox="1">
            <a:spLocks/>
          </p:cNvSpPr>
          <p:nvPr/>
        </p:nvSpPr>
        <p:spPr>
          <a:xfrm>
            <a:off x="2591393" y="909948"/>
            <a:ext cx="3522882" cy="10842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4000" b="1" dirty="0">
                <a:latin typeface="俐方體11號" pitchFamily="2" charset="-120"/>
                <a:ea typeface="俐方體11號" pitchFamily="2" charset="-120"/>
              </a:rPr>
              <a:t>三、下山  </a:t>
            </a: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3213C919-3647-4070-827D-3D426928867E}"/>
              </a:ext>
            </a:extLst>
          </p:cNvPr>
          <p:cNvGrpSpPr/>
          <p:nvPr/>
        </p:nvGrpSpPr>
        <p:grpSpPr>
          <a:xfrm>
            <a:off x="11926450" y="6152027"/>
            <a:ext cx="2134117" cy="1273979"/>
            <a:chOff x="2818855" y="1217023"/>
            <a:chExt cx="1548429" cy="1273979"/>
          </a:xfrm>
        </p:grpSpPr>
        <p:sp>
          <p:nvSpPr>
            <p:cNvPr id="78" name="標題 1">
              <a:extLst>
                <a:ext uri="{FF2B5EF4-FFF2-40B4-BE49-F238E27FC236}">
                  <a16:creationId xmlns:a16="http://schemas.microsoft.com/office/drawing/2014/main" id="{E1806F95-169F-4BFE-8D02-BB60DBAB8915}"/>
                </a:ext>
              </a:extLst>
            </p:cNvPr>
            <p:cNvSpPr txBox="1">
              <a:spLocks/>
            </p:cNvSpPr>
            <p:nvPr/>
          </p:nvSpPr>
          <p:spPr>
            <a:xfrm>
              <a:off x="2818855" y="1337794"/>
              <a:ext cx="1548429" cy="1084217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zh-TW" altLang="en-US" sz="4000" b="1" dirty="0">
                  <a:solidFill>
                    <a:schemeClr val="accent1"/>
                  </a:solidFill>
                  <a:latin typeface="俐方體11號" pitchFamily="2" charset="-120"/>
                  <a:ea typeface="俐方體11號" pitchFamily="2" charset="-120"/>
                </a:rPr>
                <a:t>求救</a:t>
              </a: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018FBE09-8E5C-4959-8173-A32EA815FB83}"/>
                </a:ext>
              </a:extLst>
            </p:cNvPr>
            <p:cNvSpPr/>
            <p:nvPr/>
          </p:nvSpPr>
          <p:spPr>
            <a:xfrm>
              <a:off x="2818855" y="1217023"/>
              <a:ext cx="1548429" cy="1273979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4000" b="1" dirty="0">
                <a:solidFill>
                  <a:schemeClr val="accent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6A8F50BA-D7D2-4A8D-9094-ED8CF0CB8541}"/>
              </a:ext>
            </a:extLst>
          </p:cNvPr>
          <p:cNvCxnSpPr>
            <a:cxnSpLocks/>
            <a:stCxn id="71" idx="3"/>
            <a:endCxn id="62" idx="1"/>
          </p:cNvCxnSpPr>
          <p:nvPr/>
        </p:nvCxnSpPr>
        <p:spPr>
          <a:xfrm flipV="1">
            <a:off x="48345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接點: 肘形 82">
            <a:extLst>
              <a:ext uri="{FF2B5EF4-FFF2-40B4-BE49-F238E27FC236}">
                <a16:creationId xmlns:a16="http://schemas.microsoft.com/office/drawing/2014/main" id="{288FC008-0B8B-4A83-949B-394BD87039D5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>
            <a:off x="48345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06C98911-7FCF-43C7-AEBD-BB8E26DADF4E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 flipV="1">
            <a:off x="4834517" y="1852397"/>
            <a:ext cx="941233" cy="333355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44D98809-DB23-4EDE-945F-798A3EBD3A3D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>
          <a:xfrm>
            <a:off x="4834517" y="5185955"/>
            <a:ext cx="941233" cy="321011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7D0F4F84-764C-4B98-8928-714CF655D277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0985217" y="3531886"/>
            <a:ext cx="941233" cy="1654069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282F144-1E7C-402A-B51B-E4B512E9F5A5}"/>
              </a:ext>
            </a:extLst>
          </p:cNvPr>
          <p:cNvCxnSpPr>
            <a:cxnSpLocks/>
            <a:stCxn id="40" idx="3"/>
            <a:endCxn id="79" idx="1"/>
          </p:cNvCxnSpPr>
          <p:nvPr/>
        </p:nvCxnSpPr>
        <p:spPr>
          <a:xfrm>
            <a:off x="10985217" y="5185955"/>
            <a:ext cx="941233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E5B915CF-1407-45E6-969F-0FCD7F8B86CD}"/>
              </a:ext>
            </a:extLst>
          </p:cNvPr>
          <p:cNvCxnSpPr>
            <a:cxnSpLocks/>
            <a:stCxn id="59" idx="3"/>
            <a:endCxn id="46" idx="1"/>
          </p:cNvCxnSpPr>
          <p:nvPr/>
        </p:nvCxnSpPr>
        <p:spPr>
          <a:xfrm>
            <a:off x="7909867" y="5185955"/>
            <a:ext cx="909057" cy="16030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35F56C4F-E663-4127-B702-322986E0C5C8}"/>
              </a:ext>
            </a:extLst>
          </p:cNvPr>
          <p:cNvCxnSpPr>
            <a:cxnSpLocks/>
            <a:stCxn id="64" idx="3"/>
            <a:endCxn id="73" idx="1"/>
          </p:cNvCxnSpPr>
          <p:nvPr/>
        </p:nvCxnSpPr>
        <p:spPr>
          <a:xfrm>
            <a:off x="14060567" y="5185955"/>
            <a:ext cx="9412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729AD488-E990-4A1D-82AE-62C2B4C2E00E}"/>
              </a:ext>
            </a:extLst>
          </p:cNvPr>
          <p:cNvGrpSpPr/>
          <p:nvPr/>
        </p:nvGrpSpPr>
        <p:grpSpPr>
          <a:xfrm>
            <a:off x="16697297" y="1009397"/>
            <a:ext cx="660914" cy="664277"/>
            <a:chOff x="16459195" y="1006319"/>
            <a:chExt cx="874428" cy="878875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1998C199-0C5B-4971-A5E4-5F3E4030A3F6}"/>
                </a:ext>
              </a:extLst>
            </p:cNvPr>
            <p:cNvSpPr/>
            <p:nvPr/>
          </p:nvSpPr>
          <p:spPr>
            <a:xfrm>
              <a:off x="16459195" y="1018921"/>
              <a:ext cx="866273" cy="866273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1AFF884A-9062-4C0A-A3C3-79E2CBA37011}"/>
                </a:ext>
              </a:extLst>
            </p:cNvPr>
            <p:cNvSpPr txBox="1">
              <a:spLocks/>
            </p:cNvSpPr>
            <p:nvPr/>
          </p:nvSpPr>
          <p:spPr>
            <a:xfrm>
              <a:off x="16510895" y="1006319"/>
              <a:ext cx="822728" cy="86627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13716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6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5400" b="1" dirty="0">
                  <a:solidFill>
                    <a:schemeClr val="bg1"/>
                  </a:solidFill>
                  <a:latin typeface="俐方體11號" pitchFamily="2" charset="-120"/>
                  <a:ea typeface="俐方體11號" pitchFamily="2" charset="-120"/>
                </a:rPr>
                <a:t>x</a:t>
              </a:r>
              <a:endParaRPr lang="zh-TW" altLang="en-US" sz="5400" b="1" dirty="0">
                <a:solidFill>
                  <a:schemeClr val="bg1"/>
                </a:solidFill>
                <a:latin typeface="俐方體11號" pitchFamily="2" charset="-120"/>
                <a:ea typeface="俐方體11號" pitchFamily="2" charset="-120"/>
              </a:endParaRPr>
            </a:p>
          </p:txBody>
        </p:sp>
      </p:grpSp>
      <p:pic>
        <p:nvPicPr>
          <p:cNvPr id="92" name="圖片 91">
            <a:extLst>
              <a:ext uri="{FF2B5EF4-FFF2-40B4-BE49-F238E27FC236}">
                <a16:creationId xmlns:a16="http://schemas.microsoft.com/office/drawing/2014/main" id="{9FB9CC34-6DA6-44D9-858D-C61D60BE3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79" t="21853" r="-4851" b="-183"/>
          <a:stretch/>
        </p:blipFill>
        <p:spPr>
          <a:xfrm>
            <a:off x="1357869" y="3766782"/>
            <a:ext cx="826487" cy="584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20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C7F8D5-25CF-4F69-A37B-2406CE3E1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F545F-DEFC-4371-A159-65DFFE27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DDBF51-6CF1-44D3-9B0D-75D88D03702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794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C7F8D5-25CF-4F69-A37B-2406CE3E1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F545F-DEFC-4371-A159-65DFFE27A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DDBF51-6CF1-44D3-9B0D-75D88D037027}"/>
              </a:ext>
            </a:extLst>
          </p:cNvPr>
          <p:cNvSpPr/>
          <p:nvPr/>
        </p:nvSpPr>
        <p:spPr>
          <a:xfrm>
            <a:off x="5891350" y="3030584"/>
            <a:ext cx="718456" cy="6008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test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8326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1162</TotalTime>
  <Words>267</Words>
  <Application>Microsoft Office PowerPoint</Application>
  <PresentationFormat>自訂</PresentationFormat>
  <Paragraphs>165</Paragraphs>
  <Slides>29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4" baseType="lpstr">
      <vt:lpstr>俐方體11號</vt:lpstr>
      <vt:lpstr>Arial</vt:lpstr>
      <vt:lpstr>Calibri</vt:lpstr>
      <vt:lpstr>Calibri Light</vt:lpstr>
      <vt:lpstr>Office 佈景主題</vt:lpstr>
      <vt:lpstr>開始 繼續</vt:lpstr>
      <vt:lpstr>開始 繼續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開始</dc:title>
  <dc:creator>靖妤 許</dc:creator>
  <cp:lastModifiedBy>靖妤 許</cp:lastModifiedBy>
  <cp:revision>93</cp:revision>
  <dcterms:created xsi:type="dcterms:W3CDTF">2026-03-31T03:40:12Z</dcterms:created>
  <dcterms:modified xsi:type="dcterms:W3CDTF">2026-05-13T16:56:40Z</dcterms:modified>
</cp:coreProperties>
</file>