
<file path=[Content_Types].xml><?xml version="1.0" encoding="utf-8"?>
<Types xmlns="http://schemas.openxmlformats.org/package/2006/content-types">
  <Default Extension="jpeg" ContentType="image/jpe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7"/>
  </p:notesMasterIdLst>
  <p:sldIdLst>
    <p:sldId id="256" r:id="rId2"/>
    <p:sldId id="257" r:id="rId3"/>
    <p:sldId id="350" r:id="rId4"/>
    <p:sldId id="352" r:id="rId5"/>
    <p:sldId id="353" r:id="rId6"/>
    <p:sldId id="354" r:id="rId7"/>
    <p:sldId id="259" r:id="rId8"/>
    <p:sldId id="349" r:id="rId9"/>
    <p:sldId id="274" r:id="rId10"/>
    <p:sldId id="346" r:id="rId11"/>
    <p:sldId id="260" r:id="rId12"/>
    <p:sldId id="265" r:id="rId13"/>
    <p:sldId id="266" r:id="rId14"/>
    <p:sldId id="269" r:id="rId15"/>
    <p:sldId id="267" r:id="rId16"/>
    <p:sldId id="268" r:id="rId17"/>
    <p:sldId id="270" r:id="rId18"/>
    <p:sldId id="271" r:id="rId19"/>
    <p:sldId id="262" r:id="rId20"/>
    <p:sldId id="263" r:id="rId21"/>
    <p:sldId id="272" r:id="rId22"/>
    <p:sldId id="273" r:id="rId23"/>
    <p:sldId id="333" r:id="rId24"/>
    <p:sldId id="334" r:id="rId25"/>
    <p:sldId id="335" r:id="rId26"/>
    <p:sldId id="336" r:id="rId27"/>
    <p:sldId id="337" r:id="rId28"/>
    <p:sldId id="338" r:id="rId29"/>
    <p:sldId id="339" r:id="rId30"/>
    <p:sldId id="340" r:id="rId31"/>
    <p:sldId id="341" r:id="rId32"/>
    <p:sldId id="342" r:id="rId33"/>
    <p:sldId id="343" r:id="rId34"/>
    <p:sldId id="344" r:id="rId35"/>
    <p:sldId id="345" r:id="rId36"/>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enu" id="{FBC96E64-0E71-4C5B-AE29-21B19D327439}">
          <p14:sldIdLst>
            <p14:sldId id="256"/>
            <p14:sldId id="257"/>
            <p14:sldId id="350"/>
            <p14:sldId id="352"/>
            <p14:sldId id="353"/>
            <p14:sldId id="354"/>
          </p14:sldIdLst>
        </p14:section>
        <p14:section name="game" id="{003524FD-B52B-4FA9-90D1-65AEDF75423E}">
          <p14:sldIdLst>
            <p14:sldId id="259"/>
            <p14:sldId id="349"/>
            <p14:sldId id="274"/>
            <p14:sldId id="346"/>
          </p14:sldIdLst>
        </p14:section>
        <p14:section name="load" id="{875A3ACE-0DE2-4C10-93CC-A8C194CC21A0}">
          <p14:sldIdLst>
            <p14:sldId id="260"/>
            <p14:sldId id="265"/>
            <p14:sldId id="266"/>
            <p14:sldId id="269"/>
            <p14:sldId id="267"/>
            <p14:sldId id="268"/>
          </p14:sldIdLst>
        </p14:section>
        <p14:section name="about" id="{80360C91-8307-4575-A6DC-DC86FE9677C7}">
          <p14:sldIdLst>
            <p14:sldId id="270"/>
            <p14:sldId id="271"/>
          </p14:sldIdLst>
        </p14:section>
        <p14:section name="setting" id="{66A308E8-BB59-4E57-A952-676F33C9C8B7}">
          <p14:sldIdLst>
            <p14:sldId id="262"/>
            <p14:sldId id="263"/>
            <p14:sldId id="272"/>
            <p14:sldId id="273"/>
            <p14:sldId id="333"/>
            <p14:sldId id="334"/>
            <p14:sldId id="335"/>
            <p14:sldId id="336"/>
            <p14:sldId id="337"/>
            <p14:sldId id="338"/>
            <p14:sldId id="339"/>
            <p14:sldId id="340"/>
            <p14:sldId id="341"/>
            <p14:sldId id="342"/>
            <p14:sldId id="343"/>
            <p14:sldId id="344"/>
            <p14:sldId id="3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159" autoAdjust="0"/>
  </p:normalViewPr>
  <p:slideViewPr>
    <p:cSldViewPr snapToGrid="0">
      <p:cViewPr>
        <p:scale>
          <a:sx n="100" d="100"/>
          <a:sy n="100" d="100"/>
        </p:scale>
        <p:origin x="84" y="-9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484709-82B2-4E7F-9F86-2B0FA413AB70}" type="datetimeFigureOut">
              <a:rPr lang="zh-TW" altLang="en-US" smtClean="0"/>
              <a:t>2026/4/27</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358832-FEAA-4356-B9AF-A37A39F16A8D}" type="slidenum">
              <a:rPr lang="zh-TW" altLang="en-US" smtClean="0"/>
              <a:t>‹#›</a:t>
            </a:fld>
            <a:endParaRPr lang="zh-TW" altLang="en-US"/>
          </a:p>
        </p:txBody>
      </p:sp>
    </p:spTree>
    <p:extLst>
      <p:ext uri="{BB962C8B-B14F-4D97-AF65-F5344CB8AC3E}">
        <p14:creationId xmlns:p14="http://schemas.microsoft.com/office/powerpoint/2010/main" val="8679664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1"/>
        <p:cNvGrpSpPr/>
        <p:nvPr/>
      </p:nvGrpSpPr>
      <p:grpSpPr>
        <a:xfrm>
          <a:off x="0" y="0"/>
          <a:ext cx="0" cy="0"/>
          <a:chOff x="0" y="0"/>
          <a:chExt cx="0" cy="0"/>
        </a:xfrm>
      </p:grpSpPr>
      <p:sp>
        <p:nvSpPr>
          <p:cNvPr id="1952" name="Google Shape;1952;gcc7554a049_0_85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3" name="Google Shape;1953;gcc7554a049_0_85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0"/>
        <p:cNvGrpSpPr/>
        <p:nvPr/>
      </p:nvGrpSpPr>
      <p:grpSpPr>
        <a:xfrm>
          <a:off x="0" y="0"/>
          <a:ext cx="0" cy="0"/>
          <a:chOff x="0" y="0"/>
          <a:chExt cx="0" cy="0"/>
        </a:xfrm>
      </p:grpSpPr>
      <p:sp>
        <p:nvSpPr>
          <p:cNvPr id="2291" name="Google Shape;2291;gcc7554a049_0_89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2" name="Google Shape;2292;gcc7554a049_0_89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7"/>
        <p:cNvGrpSpPr/>
        <p:nvPr/>
      </p:nvGrpSpPr>
      <p:grpSpPr>
        <a:xfrm>
          <a:off x="0" y="0"/>
          <a:ext cx="0" cy="0"/>
          <a:chOff x="0" y="0"/>
          <a:chExt cx="0" cy="0"/>
        </a:xfrm>
      </p:grpSpPr>
      <p:sp>
        <p:nvSpPr>
          <p:cNvPr id="5078" name="Google Shape;5078;gcc7554a049_0_117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79" name="Google Shape;5079;gcc7554a049_0_11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6"/>
        <p:cNvGrpSpPr/>
        <p:nvPr/>
      </p:nvGrpSpPr>
      <p:grpSpPr>
        <a:xfrm>
          <a:off x="0" y="0"/>
          <a:ext cx="0" cy="0"/>
          <a:chOff x="0" y="0"/>
          <a:chExt cx="0" cy="0"/>
        </a:xfrm>
      </p:grpSpPr>
      <p:sp>
        <p:nvSpPr>
          <p:cNvPr id="5497" name="Google Shape;5497;gcc7554a049_0_121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8" name="Google Shape;5498;gcc7554a049_0_12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6"/>
        <p:cNvGrpSpPr/>
        <p:nvPr/>
      </p:nvGrpSpPr>
      <p:grpSpPr>
        <a:xfrm>
          <a:off x="0" y="0"/>
          <a:ext cx="0" cy="0"/>
          <a:chOff x="0" y="0"/>
          <a:chExt cx="0" cy="0"/>
        </a:xfrm>
      </p:grpSpPr>
      <p:sp>
        <p:nvSpPr>
          <p:cNvPr id="5667" name="Google Shape;5667;gcc7554a049_0_123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68" name="Google Shape;5668;gcc7554a049_0_12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1"/>
        <p:cNvGrpSpPr/>
        <p:nvPr/>
      </p:nvGrpSpPr>
      <p:grpSpPr>
        <a:xfrm>
          <a:off x="0" y="0"/>
          <a:ext cx="0" cy="0"/>
          <a:chOff x="0" y="0"/>
          <a:chExt cx="0" cy="0"/>
        </a:xfrm>
      </p:grpSpPr>
      <p:sp>
        <p:nvSpPr>
          <p:cNvPr id="6072" name="Google Shape;6072;gcc7554a049_0_127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73" name="Google Shape;6073;gcc7554a049_0_127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1"/>
        <p:cNvGrpSpPr/>
        <p:nvPr/>
      </p:nvGrpSpPr>
      <p:grpSpPr>
        <a:xfrm>
          <a:off x="0" y="0"/>
          <a:ext cx="0" cy="0"/>
          <a:chOff x="0" y="0"/>
          <a:chExt cx="0" cy="0"/>
        </a:xfrm>
      </p:grpSpPr>
      <p:sp>
        <p:nvSpPr>
          <p:cNvPr id="6452" name="Google Shape;6452;gcc7554a049_0_130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3" name="Google Shape;6453;gcc7554a049_0_130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5"/>
        <p:cNvGrpSpPr/>
        <p:nvPr/>
      </p:nvGrpSpPr>
      <p:grpSpPr>
        <a:xfrm>
          <a:off x="0" y="0"/>
          <a:ext cx="0" cy="0"/>
          <a:chOff x="0" y="0"/>
          <a:chExt cx="0" cy="0"/>
        </a:xfrm>
      </p:grpSpPr>
      <p:sp>
        <p:nvSpPr>
          <p:cNvPr id="6866" name="Google Shape;6866;gcc7554a049_0_135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67" name="Google Shape;6867;gcc7554a049_0_135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26"/>
        <p:cNvGrpSpPr/>
        <p:nvPr/>
      </p:nvGrpSpPr>
      <p:grpSpPr>
        <a:xfrm>
          <a:off x="0" y="0"/>
          <a:ext cx="0" cy="0"/>
          <a:chOff x="0" y="0"/>
          <a:chExt cx="0" cy="0"/>
        </a:xfrm>
      </p:grpSpPr>
      <p:sp>
        <p:nvSpPr>
          <p:cNvPr id="7227" name="Google Shape;7227;gcc7554a049_0_138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28" name="Google Shape;7228;gcc7554a049_0_138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6"/>
        <p:cNvGrpSpPr/>
        <p:nvPr/>
      </p:nvGrpSpPr>
      <p:grpSpPr>
        <a:xfrm>
          <a:off x="0" y="0"/>
          <a:ext cx="0" cy="0"/>
          <a:chOff x="0" y="0"/>
          <a:chExt cx="0" cy="0"/>
        </a:xfrm>
      </p:grpSpPr>
      <p:sp>
        <p:nvSpPr>
          <p:cNvPr id="7737" name="Google Shape;7737;gcc7554a049_0_143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38" name="Google Shape;7738;gcc7554a049_0_143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56"/>
        <p:cNvGrpSpPr/>
        <p:nvPr/>
      </p:nvGrpSpPr>
      <p:grpSpPr>
        <a:xfrm>
          <a:off x="0" y="0"/>
          <a:ext cx="0" cy="0"/>
          <a:chOff x="0" y="0"/>
          <a:chExt cx="0" cy="0"/>
        </a:xfrm>
      </p:grpSpPr>
      <p:sp>
        <p:nvSpPr>
          <p:cNvPr id="8357" name="Google Shape;8357;gcc7554a049_0_149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58" name="Google Shape;8358;gcc7554a049_0_149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50"/>
        <p:cNvGrpSpPr/>
        <p:nvPr/>
      </p:nvGrpSpPr>
      <p:grpSpPr>
        <a:xfrm>
          <a:off x="0" y="0"/>
          <a:ext cx="0" cy="0"/>
          <a:chOff x="0" y="0"/>
          <a:chExt cx="0" cy="0"/>
        </a:xfrm>
      </p:grpSpPr>
      <p:sp>
        <p:nvSpPr>
          <p:cNvPr id="8951" name="Google Shape;8951;gcc7554a049_0_155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52" name="Google Shape;8952;gcc7554a049_0_155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71"/>
        <p:cNvGrpSpPr/>
        <p:nvPr/>
      </p:nvGrpSpPr>
      <p:grpSpPr>
        <a:xfrm>
          <a:off x="0" y="0"/>
          <a:ext cx="0" cy="0"/>
          <a:chOff x="0" y="0"/>
          <a:chExt cx="0" cy="0"/>
        </a:xfrm>
      </p:grpSpPr>
      <p:sp>
        <p:nvSpPr>
          <p:cNvPr id="9272" name="Google Shape;9272;gcc7554a049_0_159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3" name="Google Shape;9273;gcc7554a049_0_159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1683545"/>
            <a:ext cx="13716000" cy="3581400"/>
          </a:xfrm>
        </p:spPr>
        <p:txBody>
          <a:bodyPr anchor="b"/>
          <a:lstStyle>
            <a:lvl1pPr algn="ctr">
              <a:defRPr sz="9000"/>
            </a:lvl1pPr>
          </a:lstStyle>
          <a:p>
            <a:r>
              <a:rPr lang="zh-TW" altLang="en-US"/>
              <a:t>按一下以編輯母片標題樣式</a:t>
            </a:r>
            <a:endParaRPr lang="en-US" dirty="0"/>
          </a:p>
        </p:txBody>
      </p:sp>
      <p:sp>
        <p:nvSpPr>
          <p:cNvPr id="3" name="Subtitle 2"/>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563157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5894284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Title 1"/>
          <p:cNvSpPr>
            <a:spLocks noGrp="1"/>
          </p:cNvSpPr>
          <p:nvPr>
            <p:ph type="title"/>
          </p:nvPr>
        </p:nvSpPr>
        <p:spPr>
          <a:xfrm>
            <a:off x="1247775" y="2564608"/>
            <a:ext cx="15773400" cy="4279106"/>
          </a:xfrm>
        </p:spPr>
        <p:txBody>
          <a:bodyPr anchor="b"/>
          <a:lstStyle>
            <a:lvl1pPr>
              <a:defRPr sz="9000"/>
            </a:lvl1pPr>
          </a:lstStyle>
          <a:p>
            <a:r>
              <a:rPr lang="zh-TW" altLang="en-US"/>
              <a:t>按一下以編輯母片標題樣式</a:t>
            </a:r>
            <a:endParaRPr lang="en-US" dirty="0"/>
          </a:p>
        </p:txBody>
      </p:sp>
      <p:sp>
        <p:nvSpPr>
          <p:cNvPr id="3" name="Text Placeholder 2"/>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150015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1257300" y="2738438"/>
            <a:ext cx="7772400" cy="6527007"/>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Content Placeholder 3"/>
          <p:cNvSpPr>
            <a:spLocks noGrp="1"/>
          </p:cNvSpPr>
          <p:nvPr>
            <p:ph sz="half" idx="2"/>
          </p:nvPr>
        </p:nvSpPr>
        <p:spPr>
          <a:xfrm>
            <a:off x="9258300" y="2738438"/>
            <a:ext cx="7772400" cy="6527007"/>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Date Placeholder 4"/>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352974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547688"/>
            <a:ext cx="15773400" cy="1988345"/>
          </a:xfrm>
        </p:spPr>
        <p:txBody>
          <a:bodyPr/>
          <a:lstStyle/>
          <a:p>
            <a:r>
              <a:rPr lang="zh-TW" altLang="en-US"/>
              <a:t>按一下以編輯母片標題樣式</a:t>
            </a:r>
            <a:endParaRPr lang="en-US" dirty="0"/>
          </a:p>
        </p:txBody>
      </p:sp>
      <p:sp>
        <p:nvSpPr>
          <p:cNvPr id="3" name="Text Placeholder 2"/>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zh-TW" altLang="en-US"/>
              <a:t>按一下以編輯母片文字樣式</a:t>
            </a:r>
          </a:p>
        </p:txBody>
      </p:sp>
      <p:sp>
        <p:nvSpPr>
          <p:cNvPr id="4" name="Content Placeholder 3"/>
          <p:cNvSpPr>
            <a:spLocks noGrp="1"/>
          </p:cNvSpPr>
          <p:nvPr>
            <p:ph sz="half" idx="2"/>
          </p:nvPr>
        </p:nvSpPr>
        <p:spPr>
          <a:xfrm>
            <a:off x="1259683" y="3757613"/>
            <a:ext cx="7736681" cy="5526882"/>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zh-TW" altLang="en-US"/>
              <a:t>按一下以編輯母片文字樣式</a:t>
            </a:r>
          </a:p>
        </p:txBody>
      </p:sp>
      <p:sp>
        <p:nvSpPr>
          <p:cNvPr id="6" name="Content Placeholder 5"/>
          <p:cNvSpPr>
            <a:spLocks noGrp="1"/>
          </p:cNvSpPr>
          <p:nvPr>
            <p:ph sz="quarter" idx="4"/>
          </p:nvPr>
        </p:nvSpPr>
        <p:spPr>
          <a:xfrm>
            <a:off x="9258300" y="3757613"/>
            <a:ext cx="7774782" cy="5526882"/>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8" name="Footer Placeholder 7"/>
          <p:cNvSpPr>
            <a:spLocks noGrp="1"/>
          </p:cNvSpPr>
          <p:nvPr>
            <p:ph type="ftr" sz="quarter" idx="11"/>
          </p:nvPr>
        </p:nvSpPr>
        <p:spPr/>
        <p:txBody>
          <a:bodyPr/>
          <a:lstStyle/>
          <a:p>
            <a:endParaRPr lang="zh-TW" altLang="en-US"/>
          </a:p>
        </p:txBody>
      </p:sp>
      <p:sp>
        <p:nvSpPr>
          <p:cNvPr id="9" name="Slide Number Placeholder 8"/>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4007533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4" name="Footer Placeholder 3"/>
          <p:cNvSpPr>
            <a:spLocks noGrp="1"/>
          </p:cNvSpPr>
          <p:nvPr>
            <p:ph type="ftr" sz="quarter" idx="11"/>
          </p:nvPr>
        </p:nvSpPr>
        <p:spPr/>
        <p:txBody>
          <a:bodyPr/>
          <a:lstStyle/>
          <a:p>
            <a:endParaRPr lang="zh-TW" altLang="en-US"/>
          </a:p>
        </p:txBody>
      </p:sp>
      <p:sp>
        <p:nvSpPr>
          <p:cNvPr id="5" name="Slide Number Placeholder 4"/>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052811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3" name="Footer Placeholder 2"/>
          <p:cNvSpPr>
            <a:spLocks noGrp="1"/>
          </p:cNvSpPr>
          <p:nvPr>
            <p:ph type="ftr" sz="quarter" idx="11"/>
          </p:nvPr>
        </p:nvSpPr>
        <p:spPr/>
        <p:txBody>
          <a:bodyPr/>
          <a:lstStyle/>
          <a:p>
            <a:endParaRPr lang="zh-TW" altLang="en-US"/>
          </a:p>
        </p:txBody>
      </p:sp>
      <p:sp>
        <p:nvSpPr>
          <p:cNvPr id="4" name="Slide Number Placeholder 3"/>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543267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zh-TW" altLang="en-US"/>
              <a:t>按一下以編輯母片標題樣式</a:t>
            </a:r>
            <a:endParaRPr lang="en-US" dirty="0"/>
          </a:p>
        </p:txBody>
      </p:sp>
      <p:sp>
        <p:nvSpPr>
          <p:cNvPr id="3" name="Content Placeholder 2"/>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9185480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zh-TW" altLang="en-US"/>
              <a:t>按一下以編輯母片標題樣式</a:t>
            </a:r>
            <a:endParaRPr lang="en-US" dirty="0"/>
          </a:p>
        </p:txBody>
      </p:sp>
      <p:sp>
        <p:nvSpPr>
          <p:cNvPr id="3" name="Picture Placeholder 2"/>
          <p:cNvSpPr>
            <a:spLocks noGrp="1" noChangeAspect="1"/>
          </p:cNvSpPr>
          <p:nvPr>
            <p:ph type="pic" idx="1"/>
          </p:nvPr>
        </p:nvSpPr>
        <p:spPr>
          <a:xfrm>
            <a:off x="7774782" y="1481138"/>
            <a:ext cx="9258300" cy="7310438"/>
          </a:xfrm>
        </p:spPr>
        <p:txBody>
          <a:bodyPr anchor="t"/>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zh-TW" altLang="en-US"/>
              <a:t>按一下圖示以新增圖片</a:t>
            </a:r>
            <a:endParaRPr lang="en-US"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947103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6797109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0" y="547688"/>
            <a:ext cx="3943350" cy="8717757"/>
          </a:xfrm>
        </p:spPr>
        <p:txBody>
          <a:bodyPr vert="eaVert"/>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1257300" y="547688"/>
            <a:ext cx="11601450" cy="8717757"/>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2026/4/27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5574423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7E94FD5F-AE28-41FF-BA8E-7FE1DE9168D7}" type="datetimeFigureOut">
              <a:rPr lang="zh-TW" altLang="en-US" smtClean="0"/>
              <a:t>2026/4/27</a:t>
            </a:fld>
            <a:endParaRPr lang="zh-TW" altLang="en-US"/>
          </a:p>
        </p:txBody>
      </p:sp>
      <p:sp>
        <p:nvSpPr>
          <p:cNvPr id="5" name="Footer Placeholder 4"/>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endParaRPr lang="zh-TW" altLang="en-US"/>
          </a:p>
        </p:txBody>
      </p:sp>
      <p:sp>
        <p:nvSpPr>
          <p:cNvPr id="6" name="Slide Number Placeholder 5"/>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94023831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audio" Target="../media/audio1.wav"/><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audio" Target="../media/audio1.wav"/><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audio" Target="../media/audio1.wav"/><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audio" Target="../media/audio1.wav"/><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audio" Target="../media/audio1.wav"/><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F989A4-0CBD-4B30-8601-72F3F8D9F980}"/>
              </a:ext>
            </a:extLst>
          </p:cNvPr>
          <p:cNvSpPr>
            <a:spLocks noGrp="1"/>
          </p:cNvSpPr>
          <p:nvPr>
            <p:ph type="ctrTitle"/>
          </p:nvPr>
        </p:nvSpPr>
        <p:spPr>
          <a:xfrm>
            <a:off x="3852988" y="1283867"/>
            <a:ext cx="3581940" cy="7719270"/>
          </a:xfrm>
        </p:spPr>
        <p:txBody>
          <a:bodyPr anchor="ctr">
            <a:noAutofit/>
          </a:bodyPr>
          <a:lstStyle/>
          <a:p>
            <a:r>
              <a:rPr lang="zh-TW" altLang="en-US" sz="6754" dirty="0">
                <a:latin typeface="華康華綜體W5" panose="020B0509000000000000" pitchFamily="49" charset="-120"/>
                <a:ea typeface="華康華綜體W5" panose="020B0509000000000000" pitchFamily="49" charset="-120"/>
              </a:rPr>
              <a:t>開始</a:t>
            </a:r>
          </a:p>
        </p:txBody>
      </p:sp>
      <p:sp>
        <p:nvSpPr>
          <p:cNvPr id="4" name="標題 1">
            <a:extLst>
              <a:ext uri="{FF2B5EF4-FFF2-40B4-BE49-F238E27FC236}">
                <a16:creationId xmlns:a16="http://schemas.microsoft.com/office/drawing/2014/main" id="{3C07C83E-4499-4E54-A6CF-A2DAA21943AE}"/>
              </a:ext>
            </a:extLst>
          </p:cNvPr>
          <p:cNvSpPr txBox="1">
            <a:spLocks/>
          </p:cNvSpPr>
          <p:nvPr/>
        </p:nvSpPr>
        <p:spPr>
          <a:xfrm>
            <a:off x="9490924" y="1283867"/>
            <a:ext cx="3581940" cy="7719270"/>
          </a:xfrm>
          <a:prstGeom prst="rect">
            <a:avLst/>
          </a:prstGeom>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dirty="0">
                <a:latin typeface="華康華綜體W5" panose="020B0509000000000000" pitchFamily="49" charset="-120"/>
                <a:ea typeface="華康華綜體W5" panose="020B0509000000000000" pitchFamily="49" charset="-120"/>
              </a:rPr>
              <a:t>載入</a:t>
            </a:r>
            <a:endParaRPr lang="en-US" altLang="zh-TW" sz="5404" dirty="0">
              <a:latin typeface="華康華綜體W5" panose="020B0509000000000000" pitchFamily="49" charset="-120"/>
              <a:ea typeface="華康華綜體W5" panose="020B0509000000000000" pitchFamily="49" charset="-120"/>
            </a:endParaRPr>
          </a:p>
          <a:p>
            <a:pPr>
              <a:lnSpc>
                <a:spcPct val="120000"/>
              </a:lnSpc>
            </a:pPr>
            <a:r>
              <a:rPr lang="zh-TW" altLang="en-US" sz="5404" dirty="0">
                <a:latin typeface="華康華綜體W5" panose="020B0509000000000000" pitchFamily="49" charset="-120"/>
                <a:ea typeface="華康華綜體W5" panose="020B0509000000000000" pitchFamily="49" charset="-120"/>
              </a:rPr>
              <a:t>設定</a:t>
            </a:r>
            <a:endParaRPr lang="en-US" altLang="zh-TW" sz="5404" dirty="0">
              <a:latin typeface="華康華綜體W5" panose="020B0509000000000000" pitchFamily="49" charset="-120"/>
              <a:ea typeface="華康華綜體W5" panose="020B0509000000000000" pitchFamily="49" charset="-120"/>
            </a:endParaRPr>
          </a:p>
          <a:p>
            <a:pPr>
              <a:lnSpc>
                <a:spcPct val="120000"/>
              </a:lnSpc>
            </a:pPr>
            <a:r>
              <a:rPr lang="zh-TW" altLang="en-US" sz="5404" dirty="0">
                <a:latin typeface="華康華綜體W5" panose="020B0509000000000000" pitchFamily="49" charset="-120"/>
                <a:ea typeface="華康華綜體W5" panose="020B0509000000000000" pitchFamily="49" charset="-120"/>
              </a:rPr>
              <a:t>關於</a:t>
            </a:r>
            <a:endParaRPr lang="en-US" altLang="zh-TW" sz="5404" dirty="0">
              <a:latin typeface="華康華綜體W5" panose="020B0509000000000000" pitchFamily="49" charset="-120"/>
              <a:ea typeface="華康華綜體W5" panose="020B0509000000000000" pitchFamily="49" charset="-120"/>
            </a:endParaRPr>
          </a:p>
          <a:p>
            <a:pPr>
              <a:lnSpc>
                <a:spcPct val="120000"/>
              </a:lnSpc>
            </a:pPr>
            <a:r>
              <a:rPr lang="zh-TW" altLang="en-US" sz="5404" dirty="0">
                <a:latin typeface="華康華綜體W5" panose="020B0509000000000000" pitchFamily="49" charset="-120"/>
                <a:ea typeface="華康華綜體W5" panose="020B0509000000000000" pitchFamily="49" charset="-120"/>
              </a:rPr>
              <a:t>說明</a:t>
            </a:r>
            <a:endParaRPr lang="en-US" altLang="zh-TW" sz="5404" dirty="0">
              <a:latin typeface="華康華綜體W5" panose="020B0509000000000000" pitchFamily="49" charset="-120"/>
              <a:ea typeface="華康華綜體W5" panose="020B0509000000000000" pitchFamily="49" charset="-120"/>
            </a:endParaRPr>
          </a:p>
          <a:p>
            <a:pPr>
              <a:lnSpc>
                <a:spcPct val="120000"/>
              </a:lnSpc>
            </a:pPr>
            <a:r>
              <a:rPr lang="zh-TW" altLang="en-US" sz="5404" dirty="0">
                <a:latin typeface="華康華綜體W5" panose="020B0509000000000000" pitchFamily="49" charset="-120"/>
                <a:ea typeface="華康華綜體W5" panose="020B0509000000000000" pitchFamily="49" charset="-120"/>
              </a:rPr>
              <a:t>離開</a:t>
            </a:r>
          </a:p>
        </p:txBody>
      </p:sp>
      <p:cxnSp>
        <p:nvCxnSpPr>
          <p:cNvPr id="6" name="直線接點 5">
            <a:extLst>
              <a:ext uri="{FF2B5EF4-FFF2-40B4-BE49-F238E27FC236}">
                <a16:creationId xmlns:a16="http://schemas.microsoft.com/office/drawing/2014/main" id="{CEF6C0E1-DD7C-4415-90FD-67AC33150000}"/>
              </a:ext>
            </a:extLst>
          </p:cNvPr>
          <p:cNvCxnSpPr>
            <a:cxnSpLocks/>
          </p:cNvCxnSpPr>
          <p:nvPr/>
        </p:nvCxnSpPr>
        <p:spPr>
          <a:xfrm>
            <a:off x="9144000" y="2316093"/>
            <a:ext cx="0" cy="5654818"/>
          </a:xfrm>
          <a:prstGeom prst="line">
            <a:avLst/>
          </a:prstGeom>
          <a:ln w="381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7271157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F989A4-0CBD-4B30-8601-72F3F8D9F980}"/>
              </a:ext>
            </a:extLst>
          </p:cNvPr>
          <p:cNvSpPr>
            <a:spLocks noGrp="1"/>
          </p:cNvSpPr>
          <p:nvPr>
            <p:ph type="ctrTitle"/>
          </p:nvPr>
        </p:nvSpPr>
        <p:spPr>
          <a:xfrm>
            <a:off x="3852988" y="1283867"/>
            <a:ext cx="3581940" cy="7719270"/>
          </a:xfrm>
        </p:spPr>
        <p:txBody>
          <a:bodyPr anchor="ctr">
            <a:noAutofit/>
          </a:bodyPr>
          <a:lstStyle/>
          <a:p>
            <a:r>
              <a:rPr lang="zh-TW" altLang="en-US" sz="6754" u="sng" dirty="0">
                <a:solidFill>
                  <a:schemeClr val="accent1"/>
                </a:solidFill>
                <a:latin typeface="華康華綜體W5" panose="020B0509000000000000" pitchFamily="49" charset="-120"/>
                <a:ea typeface="華康華綜體W5" panose="020B0509000000000000" pitchFamily="49" charset="-120"/>
              </a:rPr>
              <a:t>開始</a:t>
            </a:r>
          </a:p>
        </p:txBody>
      </p:sp>
      <p:sp>
        <p:nvSpPr>
          <p:cNvPr id="4" name="標題 1">
            <a:extLst>
              <a:ext uri="{FF2B5EF4-FFF2-40B4-BE49-F238E27FC236}">
                <a16:creationId xmlns:a16="http://schemas.microsoft.com/office/drawing/2014/main" id="{3C07C83E-4499-4E54-A6CF-A2DAA21943AE}"/>
              </a:ext>
            </a:extLst>
          </p:cNvPr>
          <p:cNvSpPr txBox="1">
            <a:spLocks/>
          </p:cNvSpPr>
          <p:nvPr/>
        </p:nvSpPr>
        <p:spPr>
          <a:xfrm>
            <a:off x="9490924" y="1283867"/>
            <a:ext cx="3581940" cy="7719270"/>
          </a:xfrm>
          <a:prstGeom prst="rect">
            <a:avLst/>
          </a:prstGeom>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u="sng" dirty="0">
                <a:solidFill>
                  <a:schemeClr val="accent1"/>
                </a:solidFill>
                <a:latin typeface="華康華綜體W5" panose="020B0509000000000000" pitchFamily="49" charset="-120"/>
                <a:ea typeface="華康華綜體W5" panose="020B0509000000000000" pitchFamily="49" charset="-120"/>
              </a:rPr>
              <a:t>載入</a:t>
            </a:r>
            <a:endParaRPr lang="en-US" altLang="zh-TW" sz="5404" u="sng" dirty="0">
              <a:solidFill>
                <a:schemeClr val="accent1"/>
              </a:solidFill>
              <a:latin typeface="華康華綜體W5" panose="020B0509000000000000" pitchFamily="49" charset="-120"/>
              <a:ea typeface="華康華綜體W5" panose="020B0509000000000000" pitchFamily="49" charset="-120"/>
            </a:endParaRPr>
          </a:p>
          <a:p>
            <a:pPr>
              <a:lnSpc>
                <a:spcPct val="120000"/>
              </a:lnSpc>
            </a:pPr>
            <a:r>
              <a:rPr lang="zh-TW" altLang="en-US" sz="5404" u="sng" dirty="0">
                <a:solidFill>
                  <a:schemeClr val="accent1"/>
                </a:solidFill>
                <a:latin typeface="華康華綜體W5" panose="020B0509000000000000" pitchFamily="49" charset="-120"/>
                <a:ea typeface="華康華綜體W5" panose="020B0509000000000000" pitchFamily="49" charset="-120"/>
              </a:rPr>
              <a:t>設定</a:t>
            </a:r>
            <a:endParaRPr lang="en-US" altLang="zh-TW" sz="5404" u="sng" dirty="0">
              <a:solidFill>
                <a:schemeClr val="accent1"/>
              </a:solidFill>
              <a:latin typeface="華康華綜體W5" panose="020B0509000000000000" pitchFamily="49" charset="-120"/>
              <a:ea typeface="華康華綜體W5" panose="020B0509000000000000" pitchFamily="49" charset="-120"/>
            </a:endParaRPr>
          </a:p>
          <a:p>
            <a:pPr>
              <a:lnSpc>
                <a:spcPct val="120000"/>
              </a:lnSpc>
            </a:pPr>
            <a:r>
              <a:rPr lang="zh-TW" altLang="en-US" sz="5404" u="sng" dirty="0">
                <a:solidFill>
                  <a:schemeClr val="accent1"/>
                </a:solidFill>
                <a:latin typeface="華康華綜體W5" panose="020B0509000000000000" pitchFamily="49" charset="-120"/>
                <a:ea typeface="華康華綜體W5" panose="020B0509000000000000" pitchFamily="49" charset="-120"/>
              </a:rPr>
              <a:t>關於</a:t>
            </a:r>
            <a:endParaRPr lang="en-US" altLang="zh-TW" sz="5404" u="sng" dirty="0">
              <a:solidFill>
                <a:schemeClr val="accent1"/>
              </a:solidFill>
              <a:latin typeface="華康華綜體W5" panose="020B0509000000000000" pitchFamily="49" charset="-120"/>
              <a:ea typeface="華康華綜體W5" panose="020B0509000000000000" pitchFamily="49" charset="-120"/>
            </a:endParaRPr>
          </a:p>
          <a:p>
            <a:pPr>
              <a:lnSpc>
                <a:spcPct val="120000"/>
              </a:lnSpc>
            </a:pPr>
            <a:r>
              <a:rPr lang="zh-TW" altLang="en-US" sz="5404" u="sng" dirty="0">
                <a:solidFill>
                  <a:schemeClr val="accent1"/>
                </a:solidFill>
                <a:latin typeface="華康華綜體W5" panose="020B0509000000000000" pitchFamily="49" charset="-120"/>
                <a:ea typeface="華康華綜體W5" panose="020B0509000000000000" pitchFamily="49" charset="-120"/>
              </a:rPr>
              <a:t>說明</a:t>
            </a:r>
            <a:endParaRPr lang="en-US" altLang="zh-TW" sz="5404" u="sng" dirty="0">
              <a:solidFill>
                <a:schemeClr val="accent1"/>
              </a:solidFill>
              <a:latin typeface="華康華綜體W5" panose="020B0509000000000000" pitchFamily="49" charset="-120"/>
              <a:ea typeface="華康華綜體W5" panose="020B0509000000000000" pitchFamily="49" charset="-120"/>
            </a:endParaRPr>
          </a:p>
          <a:p>
            <a:pPr>
              <a:lnSpc>
                <a:spcPct val="120000"/>
              </a:lnSpc>
            </a:pPr>
            <a:r>
              <a:rPr lang="zh-TW" altLang="en-US" sz="5404" u="sng" dirty="0">
                <a:solidFill>
                  <a:schemeClr val="accent1"/>
                </a:solidFill>
                <a:latin typeface="華康華綜體W5" panose="020B0509000000000000" pitchFamily="49" charset="-120"/>
                <a:ea typeface="華康華綜體W5" panose="020B0509000000000000" pitchFamily="49" charset="-120"/>
              </a:rPr>
              <a:t>離開</a:t>
            </a:r>
          </a:p>
        </p:txBody>
      </p:sp>
      <p:cxnSp>
        <p:nvCxnSpPr>
          <p:cNvPr id="6" name="直線接點 5">
            <a:extLst>
              <a:ext uri="{FF2B5EF4-FFF2-40B4-BE49-F238E27FC236}">
                <a16:creationId xmlns:a16="http://schemas.microsoft.com/office/drawing/2014/main" id="{CEF6C0E1-DD7C-4415-90FD-67AC33150000}"/>
              </a:ext>
            </a:extLst>
          </p:cNvPr>
          <p:cNvCxnSpPr>
            <a:cxnSpLocks/>
          </p:cNvCxnSpPr>
          <p:nvPr/>
        </p:nvCxnSpPr>
        <p:spPr>
          <a:xfrm>
            <a:off x="9144000" y="2316093"/>
            <a:ext cx="0" cy="5654818"/>
          </a:xfrm>
          <a:prstGeom prst="line">
            <a:avLst/>
          </a:prstGeom>
          <a:ln w="381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0908981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矩形 34">
            <a:extLst>
              <a:ext uri="{FF2B5EF4-FFF2-40B4-BE49-F238E27FC236}">
                <a16:creationId xmlns:a16="http://schemas.microsoft.com/office/drawing/2014/main" id="{CA692D8A-91C4-489F-916D-23E938F2C26E}"/>
              </a:ext>
            </a:extLst>
          </p:cNvPr>
          <p:cNvSpPr/>
          <p:nvPr/>
        </p:nvSpPr>
        <p:spPr>
          <a:xfrm>
            <a:off x="0" y="1"/>
            <a:ext cx="18288000" cy="10310278"/>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4" name="群組 3">
            <a:extLst>
              <a:ext uri="{FF2B5EF4-FFF2-40B4-BE49-F238E27FC236}">
                <a16:creationId xmlns:a16="http://schemas.microsoft.com/office/drawing/2014/main" id="{DD6A0F6E-09D5-4CDC-AC02-ED1B241BF63C}"/>
              </a:ext>
            </a:extLst>
          </p:cNvPr>
          <p:cNvGrpSpPr/>
          <p:nvPr/>
        </p:nvGrpSpPr>
        <p:grpSpPr>
          <a:xfrm>
            <a:off x="1357869" y="2135740"/>
            <a:ext cx="657323" cy="7431325"/>
            <a:chOff x="1357869" y="2135740"/>
            <a:chExt cx="657323" cy="7431325"/>
          </a:xfrm>
          <a:solidFill>
            <a:schemeClr val="bg1"/>
          </a:solidFill>
        </p:grpSpPr>
        <p:sp>
          <p:nvSpPr>
            <p:cNvPr id="13" name="矩形 12">
              <a:extLst>
                <a:ext uri="{FF2B5EF4-FFF2-40B4-BE49-F238E27FC236}">
                  <a16:creationId xmlns:a16="http://schemas.microsoft.com/office/drawing/2014/main" id="{BF1C95B3-398B-49B7-AA96-1FFE97702611}"/>
                </a:ext>
              </a:extLst>
            </p:cNvPr>
            <p:cNvSpPr/>
            <p:nvPr/>
          </p:nvSpPr>
          <p:spPr>
            <a:xfrm>
              <a:off x="1357870" y="8098459"/>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4" name="矩形 13">
              <a:extLst>
                <a:ext uri="{FF2B5EF4-FFF2-40B4-BE49-F238E27FC236}">
                  <a16:creationId xmlns:a16="http://schemas.microsoft.com/office/drawing/2014/main" id="{D97D21C3-52D0-424C-AA38-9D540033C930}"/>
                </a:ext>
              </a:extLst>
            </p:cNvPr>
            <p:cNvSpPr/>
            <p:nvPr/>
          </p:nvSpPr>
          <p:spPr>
            <a:xfrm>
              <a:off x="1357870" y="5543008"/>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5" name="矩形 14">
              <a:extLst>
                <a:ext uri="{FF2B5EF4-FFF2-40B4-BE49-F238E27FC236}">
                  <a16:creationId xmlns:a16="http://schemas.microsoft.com/office/drawing/2014/main" id="{467AAE8C-E377-4CDA-A899-0B151C96C750}"/>
                </a:ext>
              </a:extLst>
            </p:cNvPr>
            <p:cNvSpPr/>
            <p:nvPr/>
          </p:nvSpPr>
          <p:spPr>
            <a:xfrm>
              <a:off x="1357870" y="3839374"/>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6" name="矩形 15">
              <a:extLst>
                <a:ext uri="{FF2B5EF4-FFF2-40B4-BE49-F238E27FC236}">
                  <a16:creationId xmlns:a16="http://schemas.microsoft.com/office/drawing/2014/main" id="{BE2817C2-E701-472D-8A80-7FAA719AA41F}"/>
                </a:ext>
              </a:extLst>
            </p:cNvPr>
            <p:cNvSpPr/>
            <p:nvPr/>
          </p:nvSpPr>
          <p:spPr>
            <a:xfrm>
              <a:off x="1357870" y="4696521"/>
              <a:ext cx="651451" cy="61145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7" name="矩形 16">
              <a:extLst>
                <a:ext uri="{FF2B5EF4-FFF2-40B4-BE49-F238E27FC236}">
                  <a16:creationId xmlns:a16="http://schemas.microsoft.com/office/drawing/2014/main" id="{FBFF5D04-2C3D-42A3-A272-D32096C34768}"/>
                </a:ext>
              </a:extLst>
            </p:cNvPr>
            <p:cNvSpPr/>
            <p:nvPr/>
          </p:nvSpPr>
          <p:spPr>
            <a:xfrm>
              <a:off x="1357870" y="6394825"/>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8" name="矩形 17">
              <a:extLst>
                <a:ext uri="{FF2B5EF4-FFF2-40B4-BE49-F238E27FC236}">
                  <a16:creationId xmlns:a16="http://schemas.microsoft.com/office/drawing/2014/main" id="{F8FFCD03-6595-47CA-B1AE-80FD8B155B42}"/>
                </a:ext>
              </a:extLst>
            </p:cNvPr>
            <p:cNvSpPr/>
            <p:nvPr/>
          </p:nvSpPr>
          <p:spPr>
            <a:xfrm>
              <a:off x="1357870" y="7246642"/>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5" name="群組 4">
              <a:extLst>
                <a:ext uri="{FF2B5EF4-FFF2-40B4-BE49-F238E27FC236}">
                  <a16:creationId xmlns:a16="http://schemas.microsoft.com/office/drawing/2014/main" id="{1BF14CB6-E23E-4C0A-9A22-543DE67224BB}"/>
                </a:ext>
              </a:extLst>
            </p:cNvPr>
            <p:cNvGrpSpPr/>
            <p:nvPr/>
          </p:nvGrpSpPr>
          <p:grpSpPr>
            <a:xfrm>
              <a:off x="1357870" y="2135740"/>
              <a:ext cx="651451" cy="616786"/>
              <a:chOff x="724990" y="2142311"/>
              <a:chExt cx="862148" cy="816271"/>
            </a:xfrm>
            <a:grpFill/>
          </p:grpSpPr>
          <p:sp>
            <p:nvSpPr>
              <p:cNvPr id="31" name="矩形 30">
                <a:extLst>
                  <a:ext uri="{FF2B5EF4-FFF2-40B4-BE49-F238E27FC236}">
                    <a16:creationId xmlns:a16="http://schemas.microsoft.com/office/drawing/2014/main" id="{3174E42D-B5A7-44CF-8F72-82CFEC53D1C6}"/>
                  </a:ext>
                </a:extLst>
              </p:cNvPr>
              <p:cNvSpPr/>
              <p:nvPr/>
            </p:nvSpPr>
            <p:spPr>
              <a:xfrm>
                <a:off x="724990" y="2142311"/>
                <a:ext cx="862148" cy="816271"/>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2" name="等腰三角形 31">
                <a:extLst>
                  <a:ext uri="{FF2B5EF4-FFF2-40B4-BE49-F238E27FC236}">
                    <a16:creationId xmlns:a16="http://schemas.microsoft.com/office/drawing/2014/main" id="{1156BADD-11F2-4F69-85F0-E5BC27897464}"/>
                  </a:ext>
                </a:extLst>
              </p:cNvPr>
              <p:cNvSpPr/>
              <p:nvPr/>
            </p:nvSpPr>
            <p:spPr>
              <a:xfrm rot="5400000">
                <a:off x="864048" y="2379339"/>
                <a:ext cx="407201" cy="351035"/>
              </a:xfrm>
              <a:prstGeom prst="triangle">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等腰三角形 32">
                <a:extLst>
                  <a:ext uri="{FF2B5EF4-FFF2-40B4-BE49-F238E27FC236}">
                    <a16:creationId xmlns:a16="http://schemas.microsoft.com/office/drawing/2014/main" id="{93F69A4A-1A59-45FF-A3FF-F65A58BE2312}"/>
                  </a:ext>
                </a:extLst>
              </p:cNvPr>
              <p:cNvSpPr/>
              <p:nvPr/>
            </p:nvSpPr>
            <p:spPr>
              <a:xfrm rot="5400000">
                <a:off x="1096567" y="2379342"/>
                <a:ext cx="407200" cy="351034"/>
              </a:xfrm>
              <a:prstGeom prst="triangle">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6" name="群組 5">
              <a:extLst>
                <a:ext uri="{FF2B5EF4-FFF2-40B4-BE49-F238E27FC236}">
                  <a16:creationId xmlns:a16="http://schemas.microsoft.com/office/drawing/2014/main" id="{F73B0454-44C7-4FEA-A2EC-6A2A75FD3CE8}"/>
                </a:ext>
              </a:extLst>
            </p:cNvPr>
            <p:cNvGrpSpPr/>
            <p:nvPr/>
          </p:nvGrpSpPr>
          <p:grpSpPr>
            <a:xfrm>
              <a:off x="1363741" y="2982227"/>
              <a:ext cx="651451" cy="616786"/>
              <a:chOff x="724990" y="3141464"/>
              <a:chExt cx="862148" cy="816271"/>
            </a:xfrm>
            <a:grpFill/>
          </p:grpSpPr>
          <p:sp>
            <p:nvSpPr>
              <p:cNvPr id="27" name="矩形 26">
                <a:extLst>
                  <a:ext uri="{FF2B5EF4-FFF2-40B4-BE49-F238E27FC236}">
                    <a16:creationId xmlns:a16="http://schemas.microsoft.com/office/drawing/2014/main" id="{A10FD648-44BB-4CC5-BDAF-AFCCCA021508}"/>
                  </a:ext>
                </a:extLst>
              </p:cNvPr>
              <p:cNvSpPr/>
              <p:nvPr/>
            </p:nvSpPr>
            <p:spPr>
              <a:xfrm>
                <a:off x="724990" y="3141464"/>
                <a:ext cx="862148" cy="816271"/>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8" name="矩形: 剪去單一角落 27">
                <a:extLst>
                  <a:ext uri="{FF2B5EF4-FFF2-40B4-BE49-F238E27FC236}">
                    <a16:creationId xmlns:a16="http://schemas.microsoft.com/office/drawing/2014/main" id="{24C49F60-5C60-45CD-BA37-A0743051FBAD}"/>
                  </a:ext>
                </a:extLst>
              </p:cNvPr>
              <p:cNvSpPr/>
              <p:nvPr/>
            </p:nvSpPr>
            <p:spPr>
              <a:xfrm rot="10800000">
                <a:off x="884355" y="3273972"/>
                <a:ext cx="551253" cy="551253"/>
              </a:xfrm>
              <a:prstGeom prst="snip1Rect">
                <a:avLst>
                  <a:gd name="adj" fmla="val 14692"/>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E26F8CED-D8BA-42D3-89E6-C5F972519BEF}"/>
                  </a:ext>
                </a:extLst>
              </p:cNvPr>
              <p:cNvSpPr/>
              <p:nvPr/>
            </p:nvSpPr>
            <p:spPr>
              <a:xfrm>
                <a:off x="992777" y="3273973"/>
                <a:ext cx="331198" cy="221702"/>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AEA63F72-6949-469F-BCCB-84DD0F6E6E40}"/>
                  </a:ext>
                </a:extLst>
              </p:cNvPr>
              <p:cNvSpPr/>
              <p:nvPr/>
            </p:nvSpPr>
            <p:spPr>
              <a:xfrm>
                <a:off x="1040606" y="3649578"/>
                <a:ext cx="233363" cy="175648"/>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 name="動作按鈕: 移至首頁 6">
              <a:hlinkClick r:id="" action="ppaction://hlinkshowjump?jump=firstslide" highlightClick="1"/>
              <a:extLst>
                <a:ext uri="{FF2B5EF4-FFF2-40B4-BE49-F238E27FC236}">
                  <a16:creationId xmlns:a16="http://schemas.microsoft.com/office/drawing/2014/main" id="{E7DB77F1-367C-4D8C-B457-022B492C4927}"/>
                </a:ext>
              </a:extLst>
            </p:cNvPr>
            <p:cNvSpPr/>
            <p:nvPr/>
          </p:nvSpPr>
          <p:spPr>
            <a:xfrm>
              <a:off x="1357870" y="3839374"/>
              <a:ext cx="651451" cy="615574"/>
            </a:xfrm>
            <a:prstGeom prst="actionButtonHom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8" name="動作按鈕: 取得資訊 7">
              <a:hlinkClick r:id="" action="ppaction://noaction" highlightClick="1"/>
              <a:extLst>
                <a:ext uri="{FF2B5EF4-FFF2-40B4-BE49-F238E27FC236}">
                  <a16:creationId xmlns:a16="http://schemas.microsoft.com/office/drawing/2014/main" id="{89A5CD49-09D1-4D65-85CE-16B48A94367E}"/>
                </a:ext>
              </a:extLst>
            </p:cNvPr>
            <p:cNvSpPr/>
            <p:nvPr/>
          </p:nvSpPr>
          <p:spPr>
            <a:xfrm>
              <a:off x="1357869" y="5540624"/>
              <a:ext cx="651452" cy="620941"/>
            </a:xfrm>
            <a:prstGeom prst="actionButtonInformation">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9" name="群組 8">
              <a:extLst>
                <a:ext uri="{FF2B5EF4-FFF2-40B4-BE49-F238E27FC236}">
                  <a16:creationId xmlns:a16="http://schemas.microsoft.com/office/drawing/2014/main" id="{0FC61210-26A1-4D29-AF4C-ECD9C8D60015}"/>
                </a:ext>
              </a:extLst>
            </p:cNvPr>
            <p:cNvGrpSpPr/>
            <p:nvPr/>
          </p:nvGrpSpPr>
          <p:grpSpPr>
            <a:xfrm>
              <a:off x="1357870" y="8950279"/>
              <a:ext cx="651451" cy="616786"/>
              <a:chOff x="1367696" y="8950279"/>
              <a:chExt cx="651451" cy="616786"/>
            </a:xfrm>
            <a:grpFill/>
          </p:grpSpPr>
          <p:sp>
            <p:nvSpPr>
              <p:cNvPr id="22" name="矩形 21">
                <a:extLst>
                  <a:ext uri="{FF2B5EF4-FFF2-40B4-BE49-F238E27FC236}">
                    <a16:creationId xmlns:a16="http://schemas.microsoft.com/office/drawing/2014/main" id="{4DB87BEC-1FA1-40C5-9C2D-3048BBDCDCA3}"/>
                  </a:ext>
                </a:extLst>
              </p:cNvPr>
              <p:cNvSpPr/>
              <p:nvPr/>
            </p:nvSpPr>
            <p:spPr>
              <a:xfrm>
                <a:off x="1367696" y="8950279"/>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23" name="群組 22">
                <a:extLst>
                  <a:ext uri="{FF2B5EF4-FFF2-40B4-BE49-F238E27FC236}">
                    <a16:creationId xmlns:a16="http://schemas.microsoft.com/office/drawing/2014/main" id="{62905397-EF1A-48E9-BEA8-4E08BD9C03D8}"/>
                  </a:ext>
                </a:extLst>
              </p:cNvPr>
              <p:cNvGrpSpPr/>
              <p:nvPr/>
            </p:nvGrpSpPr>
            <p:grpSpPr>
              <a:xfrm>
                <a:off x="1482379" y="9035293"/>
                <a:ext cx="505514" cy="476598"/>
                <a:chOff x="846470" y="8832349"/>
                <a:chExt cx="669012" cy="630742"/>
              </a:xfrm>
              <a:grpFill/>
            </p:grpSpPr>
            <p:sp>
              <p:nvSpPr>
                <p:cNvPr id="24" name="矩形 23">
                  <a:extLst>
                    <a:ext uri="{FF2B5EF4-FFF2-40B4-BE49-F238E27FC236}">
                      <a16:creationId xmlns:a16="http://schemas.microsoft.com/office/drawing/2014/main" id="{361B3DF3-B0A6-4CA2-AEA9-8BB57C0C03BF}"/>
                    </a:ext>
                  </a:extLst>
                </p:cNvPr>
                <p:cNvSpPr/>
                <p:nvPr/>
              </p:nvSpPr>
              <p:spPr>
                <a:xfrm>
                  <a:off x="846470" y="8832349"/>
                  <a:ext cx="427499" cy="466431"/>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25" name="直線單箭頭接點 24">
                  <a:extLst>
                    <a:ext uri="{FF2B5EF4-FFF2-40B4-BE49-F238E27FC236}">
                      <a16:creationId xmlns:a16="http://schemas.microsoft.com/office/drawing/2014/main" id="{482A04CB-38AD-46E8-A708-23D40288130F}"/>
                    </a:ext>
                  </a:extLst>
                </p:cNvPr>
                <p:cNvCxnSpPr>
                  <a:cxnSpLocks/>
                </p:cNvCxnSpPr>
                <p:nvPr/>
              </p:nvCxnSpPr>
              <p:spPr>
                <a:xfrm>
                  <a:off x="1198180" y="9078456"/>
                  <a:ext cx="317302" cy="0"/>
                </a:xfrm>
                <a:prstGeom prst="straightConnector1">
                  <a:avLst/>
                </a:prstGeom>
                <a:grpFill/>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6" name="平行四邊形 25">
                  <a:extLst>
                    <a:ext uri="{FF2B5EF4-FFF2-40B4-BE49-F238E27FC236}">
                      <a16:creationId xmlns:a16="http://schemas.microsoft.com/office/drawing/2014/main" id="{7CFAD29D-A133-449C-AADE-67D07E67CDDA}"/>
                    </a:ext>
                  </a:extLst>
                </p:cNvPr>
                <p:cNvSpPr/>
                <p:nvPr/>
              </p:nvSpPr>
              <p:spPr>
                <a:xfrm rot="5400000">
                  <a:off x="674738" y="9027605"/>
                  <a:ext cx="607219" cy="263754"/>
                </a:xfrm>
                <a:prstGeom prst="parallelogram">
                  <a:avLst>
                    <a:gd name="adj" fmla="val 58648"/>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grpSp>
        <p:sp>
          <p:nvSpPr>
            <p:cNvPr id="10" name="動作按鈕: 說明 9">
              <a:hlinkClick r:id="" action="ppaction://noaction" highlightClick="1"/>
              <a:extLst>
                <a:ext uri="{FF2B5EF4-FFF2-40B4-BE49-F238E27FC236}">
                  <a16:creationId xmlns:a16="http://schemas.microsoft.com/office/drawing/2014/main" id="{219DF63F-B5CA-47D1-B372-A26632A70173}"/>
                </a:ext>
              </a:extLst>
            </p:cNvPr>
            <p:cNvSpPr/>
            <p:nvPr/>
          </p:nvSpPr>
          <p:spPr>
            <a:xfrm>
              <a:off x="1357870" y="6392440"/>
              <a:ext cx="651452" cy="615574"/>
            </a:xfrm>
            <a:prstGeom prst="actionButtonHelp">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grpSp>
          <p:nvGrpSpPr>
            <p:cNvPr id="11" name="群組 10">
              <a:extLst>
                <a:ext uri="{FF2B5EF4-FFF2-40B4-BE49-F238E27FC236}">
                  <a16:creationId xmlns:a16="http://schemas.microsoft.com/office/drawing/2014/main" id="{F3823AE6-E2FA-47DC-A351-9A44C1CFC4D2}"/>
                </a:ext>
              </a:extLst>
            </p:cNvPr>
            <p:cNvGrpSpPr/>
            <p:nvPr/>
          </p:nvGrpSpPr>
          <p:grpSpPr>
            <a:xfrm>
              <a:off x="1488115" y="8270026"/>
              <a:ext cx="436989" cy="289233"/>
              <a:chOff x="1488115" y="8376525"/>
              <a:chExt cx="436989" cy="289233"/>
            </a:xfrm>
            <a:grpFill/>
          </p:grpSpPr>
          <p:sp>
            <p:nvSpPr>
              <p:cNvPr id="20" name="流程圖: 卡片 19">
                <a:extLst>
                  <a:ext uri="{FF2B5EF4-FFF2-40B4-BE49-F238E27FC236}">
                    <a16:creationId xmlns:a16="http://schemas.microsoft.com/office/drawing/2014/main" id="{8095E67B-8BBD-49CF-A6BB-8D5F9189D14E}"/>
                  </a:ext>
                </a:extLst>
              </p:cNvPr>
              <p:cNvSpPr/>
              <p:nvPr/>
            </p:nvSpPr>
            <p:spPr>
              <a:xfrm>
                <a:off x="1488115" y="8376525"/>
                <a:ext cx="354033" cy="289233"/>
              </a:xfrm>
              <a:prstGeom prst="flowChartPunchedCard">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平行四邊形 20">
                <a:extLst>
                  <a:ext uri="{FF2B5EF4-FFF2-40B4-BE49-F238E27FC236}">
                    <a16:creationId xmlns:a16="http://schemas.microsoft.com/office/drawing/2014/main" id="{0B994675-89B7-4419-A08F-7C135ACA86A4}"/>
                  </a:ext>
                </a:extLst>
              </p:cNvPr>
              <p:cNvSpPr/>
              <p:nvPr/>
            </p:nvSpPr>
            <p:spPr>
              <a:xfrm>
                <a:off x="1502609" y="8500811"/>
                <a:ext cx="422495" cy="163737"/>
              </a:xfrm>
              <a:prstGeom prst="parallelogram">
                <a:avLst>
                  <a:gd name="adj" fmla="val 58648"/>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12" name="動作按鈕: 聲音 11">
              <a:hlinkClick r:id="" action="ppaction://noaction" highlightClick="1">
                <a:snd r:embed="rId2" name="applause.wav"/>
              </a:hlinkClick>
              <a:extLst>
                <a:ext uri="{FF2B5EF4-FFF2-40B4-BE49-F238E27FC236}">
                  <a16:creationId xmlns:a16="http://schemas.microsoft.com/office/drawing/2014/main" id="{09E5C324-F74E-4F95-BFCA-6B25421F3B75}"/>
                </a:ext>
              </a:extLst>
            </p:cNvPr>
            <p:cNvSpPr/>
            <p:nvPr/>
          </p:nvSpPr>
          <p:spPr>
            <a:xfrm>
              <a:off x="1357870" y="4696521"/>
              <a:ext cx="651451" cy="614401"/>
            </a:xfrm>
            <a:prstGeom prst="actionButtonSound">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Google Shape;7913;p146">
              <a:extLst>
                <a:ext uri="{FF2B5EF4-FFF2-40B4-BE49-F238E27FC236}">
                  <a16:creationId xmlns:a16="http://schemas.microsoft.com/office/drawing/2014/main" id="{5ACEAF83-89CC-417C-9267-5232E834AD0A}"/>
                </a:ext>
              </a:extLst>
            </p:cNvPr>
            <p:cNvSpPr/>
            <p:nvPr/>
          </p:nvSpPr>
          <p:spPr>
            <a:xfrm>
              <a:off x="1463975" y="7334260"/>
              <a:ext cx="439240" cy="441551"/>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grpFill/>
            <a:ln w="38100">
              <a:solidFill>
                <a:schemeClr val="tx1"/>
              </a:solidFill>
            </a:ln>
          </p:spPr>
          <p:txBody>
            <a:bodyPr spcFirstLastPara="1" wrap="square" lIns="182850" tIns="182850" rIns="182850" bIns="182850" anchor="ctr" anchorCtr="0">
              <a:noAutofit/>
            </a:bodyPr>
            <a:lstStyle/>
            <a:p>
              <a:endParaRPr sz="3600"/>
            </a:p>
          </p:txBody>
        </p:sp>
      </p:grpSp>
    </p:spTree>
    <p:extLst>
      <p:ext uri="{BB962C8B-B14F-4D97-AF65-F5344CB8AC3E}">
        <p14:creationId xmlns:p14="http://schemas.microsoft.com/office/powerpoint/2010/main" val="9465617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群組 3">
            <a:extLst>
              <a:ext uri="{FF2B5EF4-FFF2-40B4-BE49-F238E27FC236}">
                <a16:creationId xmlns:a16="http://schemas.microsoft.com/office/drawing/2014/main" id="{DD6A0F6E-09D5-4CDC-AC02-ED1B241BF63C}"/>
              </a:ext>
            </a:extLst>
          </p:cNvPr>
          <p:cNvGrpSpPr/>
          <p:nvPr/>
        </p:nvGrpSpPr>
        <p:grpSpPr>
          <a:xfrm>
            <a:off x="1357869" y="2135740"/>
            <a:ext cx="657323" cy="7431325"/>
            <a:chOff x="1357869" y="2135740"/>
            <a:chExt cx="657323" cy="7431325"/>
          </a:xfrm>
          <a:solidFill>
            <a:schemeClr val="tx1"/>
          </a:solidFill>
        </p:grpSpPr>
        <p:sp>
          <p:nvSpPr>
            <p:cNvPr id="13" name="矩形 12">
              <a:extLst>
                <a:ext uri="{FF2B5EF4-FFF2-40B4-BE49-F238E27FC236}">
                  <a16:creationId xmlns:a16="http://schemas.microsoft.com/office/drawing/2014/main" id="{BF1C95B3-398B-49B7-AA96-1FFE97702611}"/>
                </a:ext>
              </a:extLst>
            </p:cNvPr>
            <p:cNvSpPr/>
            <p:nvPr/>
          </p:nvSpPr>
          <p:spPr>
            <a:xfrm>
              <a:off x="1357870" y="8098459"/>
              <a:ext cx="651451" cy="616786"/>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5" name="群組 4">
              <a:extLst>
                <a:ext uri="{FF2B5EF4-FFF2-40B4-BE49-F238E27FC236}">
                  <a16:creationId xmlns:a16="http://schemas.microsoft.com/office/drawing/2014/main" id="{1BF14CB6-E23E-4C0A-9A22-543DE67224BB}"/>
                </a:ext>
              </a:extLst>
            </p:cNvPr>
            <p:cNvGrpSpPr/>
            <p:nvPr/>
          </p:nvGrpSpPr>
          <p:grpSpPr>
            <a:xfrm>
              <a:off x="1357870" y="2135740"/>
              <a:ext cx="651451" cy="616786"/>
              <a:chOff x="724990" y="2142311"/>
              <a:chExt cx="862148" cy="816271"/>
            </a:xfrm>
            <a:grpFill/>
          </p:grpSpPr>
          <p:sp>
            <p:nvSpPr>
              <p:cNvPr id="31" name="矩形 30">
                <a:extLst>
                  <a:ext uri="{FF2B5EF4-FFF2-40B4-BE49-F238E27FC236}">
                    <a16:creationId xmlns:a16="http://schemas.microsoft.com/office/drawing/2014/main" id="{3174E42D-B5A7-44CF-8F72-82CFEC53D1C6}"/>
                  </a:ext>
                </a:extLst>
              </p:cNvPr>
              <p:cNvSpPr/>
              <p:nvPr/>
            </p:nvSpPr>
            <p:spPr>
              <a:xfrm>
                <a:off x="724990" y="2142311"/>
                <a:ext cx="862148" cy="816271"/>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2" name="等腰三角形 31">
                <a:extLst>
                  <a:ext uri="{FF2B5EF4-FFF2-40B4-BE49-F238E27FC236}">
                    <a16:creationId xmlns:a16="http://schemas.microsoft.com/office/drawing/2014/main" id="{1156BADD-11F2-4F69-85F0-E5BC27897464}"/>
                  </a:ext>
                </a:extLst>
              </p:cNvPr>
              <p:cNvSpPr/>
              <p:nvPr/>
            </p:nvSpPr>
            <p:spPr>
              <a:xfrm rot="5400000">
                <a:off x="864048" y="2379339"/>
                <a:ext cx="407201" cy="351035"/>
              </a:xfrm>
              <a:prstGeom prst="triangle">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等腰三角形 32">
                <a:extLst>
                  <a:ext uri="{FF2B5EF4-FFF2-40B4-BE49-F238E27FC236}">
                    <a16:creationId xmlns:a16="http://schemas.microsoft.com/office/drawing/2014/main" id="{93F69A4A-1A59-45FF-A3FF-F65A58BE2312}"/>
                  </a:ext>
                </a:extLst>
              </p:cNvPr>
              <p:cNvSpPr/>
              <p:nvPr/>
            </p:nvSpPr>
            <p:spPr>
              <a:xfrm rot="5400000">
                <a:off x="1096567" y="2379342"/>
                <a:ext cx="407200" cy="351034"/>
              </a:xfrm>
              <a:prstGeom prst="triangle">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6" name="群組 5">
              <a:extLst>
                <a:ext uri="{FF2B5EF4-FFF2-40B4-BE49-F238E27FC236}">
                  <a16:creationId xmlns:a16="http://schemas.microsoft.com/office/drawing/2014/main" id="{F73B0454-44C7-4FEA-A2EC-6A2A75FD3CE8}"/>
                </a:ext>
              </a:extLst>
            </p:cNvPr>
            <p:cNvGrpSpPr/>
            <p:nvPr/>
          </p:nvGrpSpPr>
          <p:grpSpPr>
            <a:xfrm>
              <a:off x="1363741" y="2982227"/>
              <a:ext cx="651451" cy="616786"/>
              <a:chOff x="724990" y="3141464"/>
              <a:chExt cx="862148" cy="816271"/>
            </a:xfrm>
            <a:grpFill/>
          </p:grpSpPr>
          <p:sp>
            <p:nvSpPr>
              <p:cNvPr id="27" name="矩形 26">
                <a:extLst>
                  <a:ext uri="{FF2B5EF4-FFF2-40B4-BE49-F238E27FC236}">
                    <a16:creationId xmlns:a16="http://schemas.microsoft.com/office/drawing/2014/main" id="{A10FD648-44BB-4CC5-BDAF-AFCCCA021508}"/>
                  </a:ext>
                </a:extLst>
              </p:cNvPr>
              <p:cNvSpPr/>
              <p:nvPr/>
            </p:nvSpPr>
            <p:spPr>
              <a:xfrm>
                <a:off x="724990" y="3141464"/>
                <a:ext cx="862148" cy="816271"/>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8" name="矩形: 剪去單一角落 27">
                <a:extLst>
                  <a:ext uri="{FF2B5EF4-FFF2-40B4-BE49-F238E27FC236}">
                    <a16:creationId xmlns:a16="http://schemas.microsoft.com/office/drawing/2014/main" id="{24C49F60-5C60-45CD-BA37-A0743051FBAD}"/>
                  </a:ext>
                </a:extLst>
              </p:cNvPr>
              <p:cNvSpPr/>
              <p:nvPr/>
            </p:nvSpPr>
            <p:spPr>
              <a:xfrm rot="10800000">
                <a:off x="884355" y="3273972"/>
                <a:ext cx="551253" cy="551253"/>
              </a:xfrm>
              <a:prstGeom prst="snip1Rect">
                <a:avLst>
                  <a:gd name="adj" fmla="val 14692"/>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E26F8CED-D8BA-42D3-89E6-C5F972519BEF}"/>
                  </a:ext>
                </a:extLst>
              </p:cNvPr>
              <p:cNvSpPr/>
              <p:nvPr/>
            </p:nvSpPr>
            <p:spPr>
              <a:xfrm>
                <a:off x="992777" y="3273973"/>
                <a:ext cx="331198" cy="221702"/>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AEA63F72-6949-469F-BCCB-84DD0F6E6E40}"/>
                  </a:ext>
                </a:extLst>
              </p:cNvPr>
              <p:cNvSpPr/>
              <p:nvPr/>
            </p:nvSpPr>
            <p:spPr>
              <a:xfrm>
                <a:off x="1040606" y="3649578"/>
                <a:ext cx="233363" cy="175648"/>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 name="動作按鈕: 移至首頁 6">
              <a:hlinkClick r:id="" action="ppaction://hlinkshowjump?jump=firstslide" highlightClick="1"/>
              <a:extLst>
                <a:ext uri="{FF2B5EF4-FFF2-40B4-BE49-F238E27FC236}">
                  <a16:creationId xmlns:a16="http://schemas.microsoft.com/office/drawing/2014/main" id="{E7DB77F1-367C-4D8C-B457-022B492C4927}"/>
                </a:ext>
              </a:extLst>
            </p:cNvPr>
            <p:cNvSpPr/>
            <p:nvPr/>
          </p:nvSpPr>
          <p:spPr>
            <a:xfrm>
              <a:off x="1357870" y="3839374"/>
              <a:ext cx="651451" cy="615574"/>
            </a:xfrm>
            <a:prstGeom prst="actionButtonHome">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8" name="動作按鈕: 取得資訊 7">
              <a:hlinkClick r:id="" action="ppaction://noaction" highlightClick="1"/>
              <a:extLst>
                <a:ext uri="{FF2B5EF4-FFF2-40B4-BE49-F238E27FC236}">
                  <a16:creationId xmlns:a16="http://schemas.microsoft.com/office/drawing/2014/main" id="{89A5CD49-09D1-4D65-85CE-16B48A94367E}"/>
                </a:ext>
              </a:extLst>
            </p:cNvPr>
            <p:cNvSpPr/>
            <p:nvPr/>
          </p:nvSpPr>
          <p:spPr>
            <a:xfrm>
              <a:off x="1357869" y="5540624"/>
              <a:ext cx="651452" cy="620941"/>
            </a:xfrm>
            <a:prstGeom prst="actionButtonInformation">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9" name="群組 8">
              <a:extLst>
                <a:ext uri="{FF2B5EF4-FFF2-40B4-BE49-F238E27FC236}">
                  <a16:creationId xmlns:a16="http://schemas.microsoft.com/office/drawing/2014/main" id="{0FC61210-26A1-4D29-AF4C-ECD9C8D60015}"/>
                </a:ext>
              </a:extLst>
            </p:cNvPr>
            <p:cNvGrpSpPr/>
            <p:nvPr/>
          </p:nvGrpSpPr>
          <p:grpSpPr>
            <a:xfrm>
              <a:off x="1357870" y="8950279"/>
              <a:ext cx="651451" cy="616786"/>
              <a:chOff x="1367696" y="8950279"/>
              <a:chExt cx="651451" cy="616786"/>
            </a:xfrm>
            <a:grpFill/>
          </p:grpSpPr>
          <p:sp>
            <p:nvSpPr>
              <p:cNvPr id="22" name="矩形 21">
                <a:extLst>
                  <a:ext uri="{FF2B5EF4-FFF2-40B4-BE49-F238E27FC236}">
                    <a16:creationId xmlns:a16="http://schemas.microsoft.com/office/drawing/2014/main" id="{4DB87BEC-1FA1-40C5-9C2D-3048BBDCDCA3}"/>
                  </a:ext>
                </a:extLst>
              </p:cNvPr>
              <p:cNvSpPr/>
              <p:nvPr/>
            </p:nvSpPr>
            <p:spPr>
              <a:xfrm>
                <a:off x="1367696" y="8950279"/>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23" name="群組 22">
                <a:extLst>
                  <a:ext uri="{FF2B5EF4-FFF2-40B4-BE49-F238E27FC236}">
                    <a16:creationId xmlns:a16="http://schemas.microsoft.com/office/drawing/2014/main" id="{62905397-EF1A-48E9-BEA8-4E08BD9C03D8}"/>
                  </a:ext>
                </a:extLst>
              </p:cNvPr>
              <p:cNvGrpSpPr/>
              <p:nvPr/>
            </p:nvGrpSpPr>
            <p:grpSpPr>
              <a:xfrm>
                <a:off x="1482379" y="9035293"/>
                <a:ext cx="505514" cy="476598"/>
                <a:chOff x="846470" y="8832349"/>
                <a:chExt cx="669012" cy="630742"/>
              </a:xfrm>
              <a:grpFill/>
            </p:grpSpPr>
            <p:sp>
              <p:nvSpPr>
                <p:cNvPr id="24" name="矩形 23">
                  <a:extLst>
                    <a:ext uri="{FF2B5EF4-FFF2-40B4-BE49-F238E27FC236}">
                      <a16:creationId xmlns:a16="http://schemas.microsoft.com/office/drawing/2014/main" id="{361B3DF3-B0A6-4CA2-AEA9-8BB57C0C03BF}"/>
                    </a:ext>
                  </a:extLst>
                </p:cNvPr>
                <p:cNvSpPr/>
                <p:nvPr/>
              </p:nvSpPr>
              <p:spPr>
                <a:xfrm>
                  <a:off x="846470" y="8832349"/>
                  <a:ext cx="427499" cy="46643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25" name="直線單箭頭接點 24">
                  <a:extLst>
                    <a:ext uri="{FF2B5EF4-FFF2-40B4-BE49-F238E27FC236}">
                      <a16:creationId xmlns:a16="http://schemas.microsoft.com/office/drawing/2014/main" id="{482A04CB-38AD-46E8-A708-23D40288130F}"/>
                    </a:ext>
                  </a:extLst>
                </p:cNvPr>
                <p:cNvCxnSpPr>
                  <a:cxnSpLocks/>
                </p:cNvCxnSpPr>
                <p:nvPr/>
              </p:nvCxnSpPr>
              <p:spPr>
                <a:xfrm>
                  <a:off x="1198180" y="9078456"/>
                  <a:ext cx="317302" cy="0"/>
                </a:xfrm>
                <a:prstGeom prst="straightConnector1">
                  <a:avLst/>
                </a:prstGeom>
                <a:grpFill/>
                <a:ln w="38100" cap="flat" cmpd="sng" algn="ctr">
                  <a:solidFill>
                    <a:schemeClr val="bg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6" name="平行四邊形 25">
                  <a:extLst>
                    <a:ext uri="{FF2B5EF4-FFF2-40B4-BE49-F238E27FC236}">
                      <a16:creationId xmlns:a16="http://schemas.microsoft.com/office/drawing/2014/main" id="{7CFAD29D-A133-449C-AADE-67D07E67CDDA}"/>
                    </a:ext>
                  </a:extLst>
                </p:cNvPr>
                <p:cNvSpPr/>
                <p:nvPr/>
              </p:nvSpPr>
              <p:spPr>
                <a:xfrm rot="5400000">
                  <a:off x="674738" y="9027605"/>
                  <a:ext cx="607219" cy="263754"/>
                </a:xfrm>
                <a:prstGeom prst="parallelogram">
                  <a:avLst>
                    <a:gd name="adj" fmla="val 58648"/>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grpSp>
        <p:sp>
          <p:nvSpPr>
            <p:cNvPr id="10" name="動作按鈕: 說明 9">
              <a:hlinkClick r:id="" action="ppaction://noaction" highlightClick="1"/>
              <a:extLst>
                <a:ext uri="{FF2B5EF4-FFF2-40B4-BE49-F238E27FC236}">
                  <a16:creationId xmlns:a16="http://schemas.microsoft.com/office/drawing/2014/main" id="{219DF63F-B5CA-47D1-B372-A26632A70173}"/>
                </a:ext>
              </a:extLst>
            </p:cNvPr>
            <p:cNvSpPr/>
            <p:nvPr/>
          </p:nvSpPr>
          <p:spPr>
            <a:xfrm>
              <a:off x="1357870" y="6392440"/>
              <a:ext cx="651452" cy="620940"/>
            </a:xfrm>
            <a:prstGeom prst="actionButtonHelp">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grpSp>
          <p:nvGrpSpPr>
            <p:cNvPr id="11" name="群組 10">
              <a:extLst>
                <a:ext uri="{FF2B5EF4-FFF2-40B4-BE49-F238E27FC236}">
                  <a16:creationId xmlns:a16="http://schemas.microsoft.com/office/drawing/2014/main" id="{F3823AE6-E2FA-47DC-A351-9A44C1CFC4D2}"/>
                </a:ext>
              </a:extLst>
            </p:cNvPr>
            <p:cNvGrpSpPr/>
            <p:nvPr/>
          </p:nvGrpSpPr>
          <p:grpSpPr>
            <a:xfrm>
              <a:off x="1488115" y="8270026"/>
              <a:ext cx="436989" cy="289233"/>
              <a:chOff x="1488115" y="8376525"/>
              <a:chExt cx="436989" cy="289233"/>
            </a:xfrm>
            <a:grpFill/>
          </p:grpSpPr>
          <p:sp>
            <p:nvSpPr>
              <p:cNvPr id="20" name="流程圖: 卡片 19">
                <a:extLst>
                  <a:ext uri="{FF2B5EF4-FFF2-40B4-BE49-F238E27FC236}">
                    <a16:creationId xmlns:a16="http://schemas.microsoft.com/office/drawing/2014/main" id="{8095E67B-8BBD-49CF-A6BB-8D5F9189D14E}"/>
                  </a:ext>
                </a:extLst>
              </p:cNvPr>
              <p:cNvSpPr/>
              <p:nvPr/>
            </p:nvSpPr>
            <p:spPr>
              <a:xfrm>
                <a:off x="1488115" y="8376525"/>
                <a:ext cx="354033" cy="289233"/>
              </a:xfrm>
              <a:prstGeom prst="flowChartPunchedCard">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平行四邊形 20">
                <a:extLst>
                  <a:ext uri="{FF2B5EF4-FFF2-40B4-BE49-F238E27FC236}">
                    <a16:creationId xmlns:a16="http://schemas.microsoft.com/office/drawing/2014/main" id="{0B994675-89B7-4419-A08F-7C135ACA86A4}"/>
                  </a:ext>
                </a:extLst>
              </p:cNvPr>
              <p:cNvSpPr/>
              <p:nvPr/>
            </p:nvSpPr>
            <p:spPr>
              <a:xfrm>
                <a:off x="1502609" y="8500811"/>
                <a:ext cx="422495" cy="163737"/>
              </a:xfrm>
              <a:prstGeom prst="parallelogram">
                <a:avLst>
                  <a:gd name="adj" fmla="val 58648"/>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12" name="動作按鈕: 聲音 11">
              <a:hlinkClick r:id="" action="ppaction://noaction" highlightClick="1">
                <a:snd r:embed="rId2" name="applause.wav"/>
              </a:hlinkClick>
              <a:extLst>
                <a:ext uri="{FF2B5EF4-FFF2-40B4-BE49-F238E27FC236}">
                  <a16:creationId xmlns:a16="http://schemas.microsoft.com/office/drawing/2014/main" id="{09E5C324-F74E-4F95-BFCA-6B25421F3B75}"/>
                </a:ext>
              </a:extLst>
            </p:cNvPr>
            <p:cNvSpPr/>
            <p:nvPr/>
          </p:nvSpPr>
          <p:spPr>
            <a:xfrm>
              <a:off x="1357870" y="4683477"/>
              <a:ext cx="651451" cy="627446"/>
            </a:xfrm>
            <a:prstGeom prst="actionButtonSound">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矩形 13">
              <a:extLst>
                <a:ext uri="{FF2B5EF4-FFF2-40B4-BE49-F238E27FC236}">
                  <a16:creationId xmlns:a16="http://schemas.microsoft.com/office/drawing/2014/main" id="{D97D21C3-52D0-424C-AA38-9D540033C930}"/>
                </a:ext>
              </a:extLst>
            </p:cNvPr>
            <p:cNvSpPr/>
            <p:nvPr/>
          </p:nvSpPr>
          <p:spPr>
            <a:xfrm>
              <a:off x="1357870" y="5543008"/>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5" name="矩形 14">
              <a:extLst>
                <a:ext uri="{FF2B5EF4-FFF2-40B4-BE49-F238E27FC236}">
                  <a16:creationId xmlns:a16="http://schemas.microsoft.com/office/drawing/2014/main" id="{467AAE8C-E377-4CDA-A899-0B151C96C750}"/>
                </a:ext>
              </a:extLst>
            </p:cNvPr>
            <p:cNvSpPr/>
            <p:nvPr/>
          </p:nvSpPr>
          <p:spPr>
            <a:xfrm>
              <a:off x="1357870" y="3839374"/>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6" name="矩形 15">
              <a:extLst>
                <a:ext uri="{FF2B5EF4-FFF2-40B4-BE49-F238E27FC236}">
                  <a16:creationId xmlns:a16="http://schemas.microsoft.com/office/drawing/2014/main" id="{BE2817C2-E701-472D-8A80-7FAA719AA41F}"/>
                </a:ext>
              </a:extLst>
            </p:cNvPr>
            <p:cNvSpPr/>
            <p:nvPr/>
          </p:nvSpPr>
          <p:spPr>
            <a:xfrm>
              <a:off x="1357870" y="4691191"/>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7" name="矩形 16">
              <a:extLst>
                <a:ext uri="{FF2B5EF4-FFF2-40B4-BE49-F238E27FC236}">
                  <a16:creationId xmlns:a16="http://schemas.microsoft.com/office/drawing/2014/main" id="{FBFF5D04-2C3D-42A3-A272-D32096C34768}"/>
                </a:ext>
              </a:extLst>
            </p:cNvPr>
            <p:cNvSpPr/>
            <p:nvPr/>
          </p:nvSpPr>
          <p:spPr>
            <a:xfrm>
              <a:off x="1357870" y="6394825"/>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8" name="矩形 17">
              <a:extLst>
                <a:ext uri="{FF2B5EF4-FFF2-40B4-BE49-F238E27FC236}">
                  <a16:creationId xmlns:a16="http://schemas.microsoft.com/office/drawing/2014/main" id="{F8FFCD03-6595-47CA-B1AE-80FD8B155B42}"/>
                </a:ext>
              </a:extLst>
            </p:cNvPr>
            <p:cNvSpPr/>
            <p:nvPr/>
          </p:nvSpPr>
          <p:spPr>
            <a:xfrm>
              <a:off x="1357870" y="7246642"/>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9" name="Google Shape;7913;p146">
              <a:extLst>
                <a:ext uri="{FF2B5EF4-FFF2-40B4-BE49-F238E27FC236}">
                  <a16:creationId xmlns:a16="http://schemas.microsoft.com/office/drawing/2014/main" id="{5ACEAF83-89CC-417C-9267-5232E834AD0A}"/>
                </a:ext>
              </a:extLst>
            </p:cNvPr>
            <p:cNvSpPr/>
            <p:nvPr/>
          </p:nvSpPr>
          <p:spPr>
            <a:xfrm>
              <a:off x="1463975" y="7334260"/>
              <a:ext cx="439240" cy="441551"/>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grpFill/>
            <a:ln w="38100">
              <a:solidFill>
                <a:schemeClr val="bg1"/>
              </a:solidFill>
            </a:ln>
          </p:spPr>
          <p:txBody>
            <a:bodyPr spcFirstLastPara="1" wrap="square" lIns="182850" tIns="182850" rIns="182850" bIns="182850" anchor="ctr" anchorCtr="0">
              <a:noAutofit/>
            </a:bodyPr>
            <a:lstStyle/>
            <a:p>
              <a:endParaRPr sz="3600"/>
            </a:p>
          </p:txBody>
        </p:sp>
      </p:grpSp>
      <p:sp>
        <p:nvSpPr>
          <p:cNvPr id="35" name="矩形 34">
            <a:extLst>
              <a:ext uri="{FF2B5EF4-FFF2-40B4-BE49-F238E27FC236}">
                <a16:creationId xmlns:a16="http://schemas.microsoft.com/office/drawing/2014/main" id="{586491BC-2723-4765-B781-CECD630C035F}"/>
              </a:ext>
            </a:extLst>
          </p:cNvPr>
          <p:cNvSpPr/>
          <p:nvPr/>
        </p:nvSpPr>
        <p:spPr>
          <a:xfrm>
            <a:off x="0" y="1"/>
            <a:ext cx="18288000" cy="10310278"/>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6" name="矩形 35">
            <a:extLst>
              <a:ext uri="{FF2B5EF4-FFF2-40B4-BE49-F238E27FC236}">
                <a16:creationId xmlns:a16="http://schemas.microsoft.com/office/drawing/2014/main" id="{9EA79AFC-6691-4CEE-97F8-3AE12354EFCC}"/>
              </a:ext>
            </a:extLst>
          </p:cNvPr>
          <p:cNvSpPr/>
          <p:nvPr/>
        </p:nvSpPr>
        <p:spPr>
          <a:xfrm>
            <a:off x="1773530" y="4744223"/>
            <a:ext cx="200230" cy="498294"/>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3" name="直線接點 2">
            <a:extLst>
              <a:ext uri="{FF2B5EF4-FFF2-40B4-BE49-F238E27FC236}">
                <a16:creationId xmlns:a16="http://schemas.microsoft.com/office/drawing/2014/main" id="{C5B1EB49-2B91-4E52-9A68-B2F3DFA45586}"/>
              </a:ext>
            </a:extLst>
          </p:cNvPr>
          <p:cNvCxnSpPr>
            <a:endCxn id="36" idx="2"/>
          </p:cNvCxnSpPr>
          <p:nvPr/>
        </p:nvCxnSpPr>
        <p:spPr>
          <a:xfrm>
            <a:off x="1502609" y="4800600"/>
            <a:ext cx="371036" cy="441917"/>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8979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矩形 34">
            <a:extLst>
              <a:ext uri="{FF2B5EF4-FFF2-40B4-BE49-F238E27FC236}">
                <a16:creationId xmlns:a16="http://schemas.microsoft.com/office/drawing/2014/main" id="{CA692D8A-91C4-489F-916D-23E938F2C26E}"/>
              </a:ext>
            </a:extLst>
          </p:cNvPr>
          <p:cNvSpPr/>
          <p:nvPr/>
        </p:nvSpPr>
        <p:spPr>
          <a:xfrm>
            <a:off x="0" y="1"/>
            <a:ext cx="18288000" cy="10310278"/>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3" name="矩形 12">
            <a:extLst>
              <a:ext uri="{FF2B5EF4-FFF2-40B4-BE49-F238E27FC236}">
                <a16:creationId xmlns:a16="http://schemas.microsoft.com/office/drawing/2014/main" id="{BF1C95B3-398B-49B7-AA96-1FFE97702611}"/>
              </a:ext>
            </a:extLst>
          </p:cNvPr>
          <p:cNvSpPr/>
          <p:nvPr/>
        </p:nvSpPr>
        <p:spPr>
          <a:xfrm>
            <a:off x="1357870" y="8098459"/>
            <a:ext cx="651451" cy="61678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4" name="矩形 13">
            <a:extLst>
              <a:ext uri="{FF2B5EF4-FFF2-40B4-BE49-F238E27FC236}">
                <a16:creationId xmlns:a16="http://schemas.microsoft.com/office/drawing/2014/main" id="{D97D21C3-52D0-424C-AA38-9D540033C930}"/>
              </a:ext>
            </a:extLst>
          </p:cNvPr>
          <p:cNvSpPr/>
          <p:nvPr/>
        </p:nvSpPr>
        <p:spPr>
          <a:xfrm>
            <a:off x="1357870" y="5543008"/>
            <a:ext cx="651451" cy="61678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5" name="矩形 14">
            <a:extLst>
              <a:ext uri="{FF2B5EF4-FFF2-40B4-BE49-F238E27FC236}">
                <a16:creationId xmlns:a16="http://schemas.microsoft.com/office/drawing/2014/main" id="{467AAE8C-E377-4CDA-A899-0B151C96C750}"/>
              </a:ext>
            </a:extLst>
          </p:cNvPr>
          <p:cNvSpPr/>
          <p:nvPr/>
        </p:nvSpPr>
        <p:spPr>
          <a:xfrm>
            <a:off x="1357870" y="3839374"/>
            <a:ext cx="651451" cy="61678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6" name="矩形 15">
            <a:extLst>
              <a:ext uri="{FF2B5EF4-FFF2-40B4-BE49-F238E27FC236}">
                <a16:creationId xmlns:a16="http://schemas.microsoft.com/office/drawing/2014/main" id="{BE2817C2-E701-472D-8A80-7FAA719AA41F}"/>
              </a:ext>
            </a:extLst>
          </p:cNvPr>
          <p:cNvSpPr/>
          <p:nvPr/>
        </p:nvSpPr>
        <p:spPr>
          <a:xfrm>
            <a:off x="1357870" y="4696521"/>
            <a:ext cx="651451" cy="61145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7" name="矩形 16">
            <a:extLst>
              <a:ext uri="{FF2B5EF4-FFF2-40B4-BE49-F238E27FC236}">
                <a16:creationId xmlns:a16="http://schemas.microsoft.com/office/drawing/2014/main" id="{FBFF5D04-2C3D-42A3-A272-D32096C34768}"/>
              </a:ext>
            </a:extLst>
          </p:cNvPr>
          <p:cNvSpPr/>
          <p:nvPr/>
        </p:nvSpPr>
        <p:spPr>
          <a:xfrm>
            <a:off x="1357870" y="6394825"/>
            <a:ext cx="651451" cy="61678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8" name="矩形 17">
            <a:extLst>
              <a:ext uri="{FF2B5EF4-FFF2-40B4-BE49-F238E27FC236}">
                <a16:creationId xmlns:a16="http://schemas.microsoft.com/office/drawing/2014/main" id="{F8FFCD03-6595-47CA-B1AE-80FD8B155B42}"/>
              </a:ext>
            </a:extLst>
          </p:cNvPr>
          <p:cNvSpPr/>
          <p:nvPr/>
        </p:nvSpPr>
        <p:spPr>
          <a:xfrm>
            <a:off x="1357870" y="7246642"/>
            <a:ext cx="651451" cy="61678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動作按鈕: 移至首頁 6">
            <a:hlinkClick r:id="" action="ppaction://hlinkshowjump?jump=firstslide" highlightClick="1"/>
            <a:extLst>
              <a:ext uri="{FF2B5EF4-FFF2-40B4-BE49-F238E27FC236}">
                <a16:creationId xmlns:a16="http://schemas.microsoft.com/office/drawing/2014/main" id="{E7DB77F1-367C-4D8C-B457-022B492C4927}"/>
              </a:ext>
            </a:extLst>
          </p:cNvPr>
          <p:cNvSpPr/>
          <p:nvPr/>
        </p:nvSpPr>
        <p:spPr>
          <a:xfrm>
            <a:off x="1357870" y="3839374"/>
            <a:ext cx="651451" cy="615574"/>
          </a:xfrm>
          <a:prstGeom prst="actionButtonHom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8" name="動作按鈕: 取得資訊 7">
            <a:hlinkClick r:id="" action="ppaction://noaction" highlightClick="1"/>
            <a:extLst>
              <a:ext uri="{FF2B5EF4-FFF2-40B4-BE49-F238E27FC236}">
                <a16:creationId xmlns:a16="http://schemas.microsoft.com/office/drawing/2014/main" id="{89A5CD49-09D1-4D65-85CE-16B48A94367E}"/>
              </a:ext>
            </a:extLst>
          </p:cNvPr>
          <p:cNvSpPr/>
          <p:nvPr/>
        </p:nvSpPr>
        <p:spPr>
          <a:xfrm>
            <a:off x="1357869" y="5540624"/>
            <a:ext cx="651452" cy="620941"/>
          </a:xfrm>
          <a:prstGeom prst="actionButtonInformation">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9" name="群組 8">
            <a:extLst>
              <a:ext uri="{FF2B5EF4-FFF2-40B4-BE49-F238E27FC236}">
                <a16:creationId xmlns:a16="http://schemas.microsoft.com/office/drawing/2014/main" id="{0FC61210-26A1-4D29-AF4C-ECD9C8D60015}"/>
              </a:ext>
            </a:extLst>
          </p:cNvPr>
          <p:cNvGrpSpPr/>
          <p:nvPr/>
        </p:nvGrpSpPr>
        <p:grpSpPr>
          <a:xfrm>
            <a:off x="1357870" y="8950279"/>
            <a:ext cx="651451" cy="616786"/>
            <a:chOff x="1367696" y="8950279"/>
            <a:chExt cx="651451" cy="616786"/>
          </a:xfrm>
          <a:solidFill>
            <a:schemeClr val="bg1"/>
          </a:solidFill>
        </p:grpSpPr>
        <p:sp>
          <p:nvSpPr>
            <p:cNvPr id="22" name="矩形 21">
              <a:extLst>
                <a:ext uri="{FF2B5EF4-FFF2-40B4-BE49-F238E27FC236}">
                  <a16:creationId xmlns:a16="http://schemas.microsoft.com/office/drawing/2014/main" id="{4DB87BEC-1FA1-40C5-9C2D-3048BBDCDCA3}"/>
                </a:ext>
              </a:extLst>
            </p:cNvPr>
            <p:cNvSpPr/>
            <p:nvPr/>
          </p:nvSpPr>
          <p:spPr>
            <a:xfrm>
              <a:off x="1367696" y="8950279"/>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23" name="群組 22">
              <a:extLst>
                <a:ext uri="{FF2B5EF4-FFF2-40B4-BE49-F238E27FC236}">
                  <a16:creationId xmlns:a16="http://schemas.microsoft.com/office/drawing/2014/main" id="{62905397-EF1A-48E9-BEA8-4E08BD9C03D8}"/>
                </a:ext>
              </a:extLst>
            </p:cNvPr>
            <p:cNvGrpSpPr/>
            <p:nvPr/>
          </p:nvGrpSpPr>
          <p:grpSpPr>
            <a:xfrm>
              <a:off x="1482379" y="9035293"/>
              <a:ext cx="505514" cy="476598"/>
              <a:chOff x="846470" y="8832349"/>
              <a:chExt cx="669012" cy="630742"/>
            </a:xfrm>
            <a:grpFill/>
          </p:grpSpPr>
          <p:sp>
            <p:nvSpPr>
              <p:cNvPr id="24" name="矩形 23">
                <a:extLst>
                  <a:ext uri="{FF2B5EF4-FFF2-40B4-BE49-F238E27FC236}">
                    <a16:creationId xmlns:a16="http://schemas.microsoft.com/office/drawing/2014/main" id="{361B3DF3-B0A6-4CA2-AEA9-8BB57C0C03BF}"/>
                  </a:ext>
                </a:extLst>
              </p:cNvPr>
              <p:cNvSpPr/>
              <p:nvPr/>
            </p:nvSpPr>
            <p:spPr>
              <a:xfrm>
                <a:off x="846470" y="8832349"/>
                <a:ext cx="427499" cy="466431"/>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25" name="直線單箭頭接點 24">
                <a:extLst>
                  <a:ext uri="{FF2B5EF4-FFF2-40B4-BE49-F238E27FC236}">
                    <a16:creationId xmlns:a16="http://schemas.microsoft.com/office/drawing/2014/main" id="{482A04CB-38AD-46E8-A708-23D40288130F}"/>
                  </a:ext>
                </a:extLst>
              </p:cNvPr>
              <p:cNvCxnSpPr>
                <a:cxnSpLocks/>
              </p:cNvCxnSpPr>
              <p:nvPr/>
            </p:nvCxnSpPr>
            <p:spPr>
              <a:xfrm>
                <a:off x="1198180" y="9078456"/>
                <a:ext cx="317302" cy="0"/>
              </a:xfrm>
              <a:prstGeom prst="straightConnector1">
                <a:avLst/>
              </a:prstGeom>
              <a:grpFill/>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6" name="平行四邊形 25">
                <a:extLst>
                  <a:ext uri="{FF2B5EF4-FFF2-40B4-BE49-F238E27FC236}">
                    <a16:creationId xmlns:a16="http://schemas.microsoft.com/office/drawing/2014/main" id="{7CFAD29D-A133-449C-AADE-67D07E67CDDA}"/>
                  </a:ext>
                </a:extLst>
              </p:cNvPr>
              <p:cNvSpPr/>
              <p:nvPr/>
            </p:nvSpPr>
            <p:spPr>
              <a:xfrm rot="5400000">
                <a:off x="674738" y="9027605"/>
                <a:ext cx="607219" cy="263754"/>
              </a:xfrm>
              <a:prstGeom prst="parallelogram">
                <a:avLst>
                  <a:gd name="adj" fmla="val 58648"/>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grpSp>
      <p:sp>
        <p:nvSpPr>
          <p:cNvPr id="10" name="動作按鈕: 說明 9">
            <a:hlinkClick r:id="" action="ppaction://noaction" highlightClick="1"/>
            <a:extLst>
              <a:ext uri="{FF2B5EF4-FFF2-40B4-BE49-F238E27FC236}">
                <a16:creationId xmlns:a16="http://schemas.microsoft.com/office/drawing/2014/main" id="{219DF63F-B5CA-47D1-B372-A26632A70173}"/>
              </a:ext>
            </a:extLst>
          </p:cNvPr>
          <p:cNvSpPr/>
          <p:nvPr/>
        </p:nvSpPr>
        <p:spPr>
          <a:xfrm>
            <a:off x="1357870" y="6392440"/>
            <a:ext cx="651452" cy="615574"/>
          </a:xfrm>
          <a:prstGeom prst="actionButtonHelp">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grpSp>
        <p:nvGrpSpPr>
          <p:cNvPr id="11" name="群組 10">
            <a:extLst>
              <a:ext uri="{FF2B5EF4-FFF2-40B4-BE49-F238E27FC236}">
                <a16:creationId xmlns:a16="http://schemas.microsoft.com/office/drawing/2014/main" id="{F3823AE6-E2FA-47DC-A351-9A44C1CFC4D2}"/>
              </a:ext>
            </a:extLst>
          </p:cNvPr>
          <p:cNvGrpSpPr/>
          <p:nvPr/>
        </p:nvGrpSpPr>
        <p:grpSpPr>
          <a:xfrm>
            <a:off x="1488115" y="8270026"/>
            <a:ext cx="436989" cy="289233"/>
            <a:chOff x="1488115" y="8376525"/>
            <a:chExt cx="436989" cy="289233"/>
          </a:xfrm>
          <a:solidFill>
            <a:schemeClr val="bg1"/>
          </a:solidFill>
        </p:grpSpPr>
        <p:sp>
          <p:nvSpPr>
            <p:cNvPr id="20" name="流程圖: 卡片 19">
              <a:extLst>
                <a:ext uri="{FF2B5EF4-FFF2-40B4-BE49-F238E27FC236}">
                  <a16:creationId xmlns:a16="http://schemas.microsoft.com/office/drawing/2014/main" id="{8095E67B-8BBD-49CF-A6BB-8D5F9189D14E}"/>
                </a:ext>
              </a:extLst>
            </p:cNvPr>
            <p:cNvSpPr/>
            <p:nvPr/>
          </p:nvSpPr>
          <p:spPr>
            <a:xfrm>
              <a:off x="1488115" y="8376525"/>
              <a:ext cx="354033" cy="289233"/>
            </a:xfrm>
            <a:prstGeom prst="flowChartPunchedCard">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平行四邊形 20">
              <a:extLst>
                <a:ext uri="{FF2B5EF4-FFF2-40B4-BE49-F238E27FC236}">
                  <a16:creationId xmlns:a16="http://schemas.microsoft.com/office/drawing/2014/main" id="{0B994675-89B7-4419-A08F-7C135ACA86A4}"/>
                </a:ext>
              </a:extLst>
            </p:cNvPr>
            <p:cNvSpPr/>
            <p:nvPr/>
          </p:nvSpPr>
          <p:spPr>
            <a:xfrm>
              <a:off x="1502609" y="8500811"/>
              <a:ext cx="422495" cy="163737"/>
            </a:xfrm>
            <a:prstGeom prst="parallelogram">
              <a:avLst>
                <a:gd name="adj" fmla="val 58648"/>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12" name="動作按鈕: 聲音 11">
            <a:hlinkClick r:id="" action="ppaction://noaction" highlightClick="1">
              <a:snd r:embed="rId2" name="applause.wav"/>
            </a:hlinkClick>
            <a:extLst>
              <a:ext uri="{FF2B5EF4-FFF2-40B4-BE49-F238E27FC236}">
                <a16:creationId xmlns:a16="http://schemas.microsoft.com/office/drawing/2014/main" id="{09E5C324-F74E-4F95-BFCA-6B25421F3B75}"/>
              </a:ext>
            </a:extLst>
          </p:cNvPr>
          <p:cNvSpPr/>
          <p:nvPr/>
        </p:nvSpPr>
        <p:spPr>
          <a:xfrm>
            <a:off x="1357870" y="4696521"/>
            <a:ext cx="651451" cy="614401"/>
          </a:xfrm>
          <a:prstGeom prst="actionButtonSound">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Google Shape;7913;p146">
            <a:extLst>
              <a:ext uri="{FF2B5EF4-FFF2-40B4-BE49-F238E27FC236}">
                <a16:creationId xmlns:a16="http://schemas.microsoft.com/office/drawing/2014/main" id="{5ACEAF83-89CC-417C-9267-5232E834AD0A}"/>
              </a:ext>
            </a:extLst>
          </p:cNvPr>
          <p:cNvSpPr/>
          <p:nvPr/>
        </p:nvSpPr>
        <p:spPr>
          <a:xfrm>
            <a:off x="1463975" y="7334260"/>
            <a:ext cx="439240" cy="441551"/>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bg1"/>
          </a:solidFill>
          <a:ln w="38100">
            <a:solidFill>
              <a:schemeClr val="tx1"/>
            </a:solidFill>
          </a:ln>
        </p:spPr>
        <p:txBody>
          <a:bodyPr spcFirstLastPara="1" wrap="square" lIns="182850" tIns="182850" rIns="182850" bIns="182850" anchor="ctr" anchorCtr="0">
            <a:noAutofit/>
          </a:bodyPr>
          <a:lstStyle/>
          <a:p>
            <a:endParaRPr sz="3600"/>
          </a:p>
        </p:txBody>
      </p:sp>
    </p:spTree>
    <p:extLst>
      <p:ext uri="{BB962C8B-B14F-4D97-AF65-F5344CB8AC3E}">
        <p14:creationId xmlns:p14="http://schemas.microsoft.com/office/powerpoint/2010/main" val="1246186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BF1C95B3-398B-49B7-AA96-1FFE97702611}"/>
              </a:ext>
            </a:extLst>
          </p:cNvPr>
          <p:cNvSpPr/>
          <p:nvPr/>
        </p:nvSpPr>
        <p:spPr>
          <a:xfrm>
            <a:off x="1357870" y="8098459"/>
            <a:ext cx="651451" cy="616786"/>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動作按鈕: 移至首頁 6">
            <a:hlinkClick r:id="" action="ppaction://hlinkshowjump?jump=firstslide" highlightClick="1"/>
            <a:extLst>
              <a:ext uri="{FF2B5EF4-FFF2-40B4-BE49-F238E27FC236}">
                <a16:creationId xmlns:a16="http://schemas.microsoft.com/office/drawing/2014/main" id="{E7DB77F1-367C-4D8C-B457-022B492C4927}"/>
              </a:ext>
            </a:extLst>
          </p:cNvPr>
          <p:cNvSpPr/>
          <p:nvPr/>
        </p:nvSpPr>
        <p:spPr>
          <a:xfrm>
            <a:off x="1357870" y="3839374"/>
            <a:ext cx="651451" cy="615574"/>
          </a:xfrm>
          <a:prstGeom prst="actionButtonHome">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8" name="動作按鈕: 取得資訊 7">
            <a:hlinkClick r:id="" action="ppaction://noaction" highlightClick="1"/>
            <a:extLst>
              <a:ext uri="{FF2B5EF4-FFF2-40B4-BE49-F238E27FC236}">
                <a16:creationId xmlns:a16="http://schemas.microsoft.com/office/drawing/2014/main" id="{89A5CD49-09D1-4D65-85CE-16B48A94367E}"/>
              </a:ext>
            </a:extLst>
          </p:cNvPr>
          <p:cNvSpPr/>
          <p:nvPr/>
        </p:nvSpPr>
        <p:spPr>
          <a:xfrm>
            <a:off x="1357869" y="5540624"/>
            <a:ext cx="651452" cy="620941"/>
          </a:xfrm>
          <a:prstGeom prst="actionButtonInformation">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9" name="群組 8">
            <a:extLst>
              <a:ext uri="{FF2B5EF4-FFF2-40B4-BE49-F238E27FC236}">
                <a16:creationId xmlns:a16="http://schemas.microsoft.com/office/drawing/2014/main" id="{0FC61210-26A1-4D29-AF4C-ECD9C8D60015}"/>
              </a:ext>
            </a:extLst>
          </p:cNvPr>
          <p:cNvGrpSpPr/>
          <p:nvPr/>
        </p:nvGrpSpPr>
        <p:grpSpPr>
          <a:xfrm>
            <a:off x="1357870" y="8950279"/>
            <a:ext cx="651451" cy="616786"/>
            <a:chOff x="1367696" y="8950279"/>
            <a:chExt cx="651451" cy="616786"/>
          </a:xfrm>
          <a:solidFill>
            <a:schemeClr val="tx1"/>
          </a:solidFill>
        </p:grpSpPr>
        <p:sp>
          <p:nvSpPr>
            <p:cNvPr id="22" name="矩形 21">
              <a:extLst>
                <a:ext uri="{FF2B5EF4-FFF2-40B4-BE49-F238E27FC236}">
                  <a16:creationId xmlns:a16="http://schemas.microsoft.com/office/drawing/2014/main" id="{4DB87BEC-1FA1-40C5-9C2D-3048BBDCDCA3}"/>
                </a:ext>
              </a:extLst>
            </p:cNvPr>
            <p:cNvSpPr/>
            <p:nvPr/>
          </p:nvSpPr>
          <p:spPr>
            <a:xfrm>
              <a:off x="1367696" y="8950279"/>
              <a:ext cx="651451" cy="616786"/>
            </a:xfrm>
            <a:prstGeom prst="rect">
              <a:avLst/>
            </a:pr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23" name="群組 22">
              <a:extLst>
                <a:ext uri="{FF2B5EF4-FFF2-40B4-BE49-F238E27FC236}">
                  <a16:creationId xmlns:a16="http://schemas.microsoft.com/office/drawing/2014/main" id="{62905397-EF1A-48E9-BEA8-4E08BD9C03D8}"/>
                </a:ext>
              </a:extLst>
            </p:cNvPr>
            <p:cNvGrpSpPr/>
            <p:nvPr/>
          </p:nvGrpSpPr>
          <p:grpSpPr>
            <a:xfrm>
              <a:off x="1482379" y="9035293"/>
              <a:ext cx="505514" cy="476598"/>
              <a:chOff x="846470" y="8832349"/>
              <a:chExt cx="669012" cy="630742"/>
            </a:xfrm>
            <a:grpFill/>
          </p:grpSpPr>
          <p:sp>
            <p:nvSpPr>
              <p:cNvPr id="24" name="矩形 23">
                <a:extLst>
                  <a:ext uri="{FF2B5EF4-FFF2-40B4-BE49-F238E27FC236}">
                    <a16:creationId xmlns:a16="http://schemas.microsoft.com/office/drawing/2014/main" id="{361B3DF3-B0A6-4CA2-AEA9-8BB57C0C03BF}"/>
                  </a:ext>
                </a:extLst>
              </p:cNvPr>
              <p:cNvSpPr/>
              <p:nvPr/>
            </p:nvSpPr>
            <p:spPr>
              <a:xfrm>
                <a:off x="846470" y="8832349"/>
                <a:ext cx="427499" cy="46643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25" name="直線單箭頭接點 24">
                <a:extLst>
                  <a:ext uri="{FF2B5EF4-FFF2-40B4-BE49-F238E27FC236}">
                    <a16:creationId xmlns:a16="http://schemas.microsoft.com/office/drawing/2014/main" id="{482A04CB-38AD-46E8-A708-23D40288130F}"/>
                  </a:ext>
                </a:extLst>
              </p:cNvPr>
              <p:cNvCxnSpPr>
                <a:cxnSpLocks/>
              </p:cNvCxnSpPr>
              <p:nvPr/>
            </p:nvCxnSpPr>
            <p:spPr>
              <a:xfrm>
                <a:off x="1198180" y="9078456"/>
                <a:ext cx="317302" cy="0"/>
              </a:xfrm>
              <a:prstGeom prst="straightConnector1">
                <a:avLst/>
              </a:prstGeom>
              <a:grpFill/>
              <a:ln w="38100" cap="flat" cmpd="sng" algn="ctr">
                <a:solidFill>
                  <a:schemeClr val="bg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6" name="平行四邊形 25">
                <a:extLst>
                  <a:ext uri="{FF2B5EF4-FFF2-40B4-BE49-F238E27FC236}">
                    <a16:creationId xmlns:a16="http://schemas.microsoft.com/office/drawing/2014/main" id="{7CFAD29D-A133-449C-AADE-67D07E67CDDA}"/>
                  </a:ext>
                </a:extLst>
              </p:cNvPr>
              <p:cNvSpPr/>
              <p:nvPr/>
            </p:nvSpPr>
            <p:spPr>
              <a:xfrm rot="5400000">
                <a:off x="674738" y="9027605"/>
                <a:ext cx="607219" cy="263754"/>
              </a:xfrm>
              <a:prstGeom prst="parallelogram">
                <a:avLst>
                  <a:gd name="adj" fmla="val 58648"/>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grpSp>
      <p:sp>
        <p:nvSpPr>
          <p:cNvPr id="10" name="動作按鈕: 說明 9">
            <a:hlinkClick r:id="" action="ppaction://noaction" highlightClick="1"/>
            <a:extLst>
              <a:ext uri="{FF2B5EF4-FFF2-40B4-BE49-F238E27FC236}">
                <a16:creationId xmlns:a16="http://schemas.microsoft.com/office/drawing/2014/main" id="{219DF63F-B5CA-47D1-B372-A26632A70173}"/>
              </a:ext>
            </a:extLst>
          </p:cNvPr>
          <p:cNvSpPr/>
          <p:nvPr/>
        </p:nvSpPr>
        <p:spPr>
          <a:xfrm>
            <a:off x="1357870" y="6392440"/>
            <a:ext cx="651452" cy="620940"/>
          </a:xfrm>
          <a:prstGeom prst="actionButtonHelp">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grpSp>
        <p:nvGrpSpPr>
          <p:cNvPr id="11" name="群組 10">
            <a:extLst>
              <a:ext uri="{FF2B5EF4-FFF2-40B4-BE49-F238E27FC236}">
                <a16:creationId xmlns:a16="http://schemas.microsoft.com/office/drawing/2014/main" id="{F3823AE6-E2FA-47DC-A351-9A44C1CFC4D2}"/>
              </a:ext>
            </a:extLst>
          </p:cNvPr>
          <p:cNvGrpSpPr/>
          <p:nvPr/>
        </p:nvGrpSpPr>
        <p:grpSpPr>
          <a:xfrm>
            <a:off x="1488115" y="8270026"/>
            <a:ext cx="436989" cy="289233"/>
            <a:chOff x="1488115" y="8376525"/>
            <a:chExt cx="436989" cy="289233"/>
          </a:xfrm>
          <a:solidFill>
            <a:schemeClr val="tx1"/>
          </a:solidFill>
        </p:grpSpPr>
        <p:sp>
          <p:nvSpPr>
            <p:cNvPr id="20" name="流程圖: 卡片 19">
              <a:extLst>
                <a:ext uri="{FF2B5EF4-FFF2-40B4-BE49-F238E27FC236}">
                  <a16:creationId xmlns:a16="http://schemas.microsoft.com/office/drawing/2014/main" id="{8095E67B-8BBD-49CF-A6BB-8D5F9189D14E}"/>
                </a:ext>
              </a:extLst>
            </p:cNvPr>
            <p:cNvSpPr/>
            <p:nvPr/>
          </p:nvSpPr>
          <p:spPr>
            <a:xfrm>
              <a:off x="1488115" y="8376525"/>
              <a:ext cx="354033" cy="289233"/>
            </a:xfrm>
            <a:prstGeom prst="flowChartPunchedCard">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平行四邊形 20">
              <a:extLst>
                <a:ext uri="{FF2B5EF4-FFF2-40B4-BE49-F238E27FC236}">
                  <a16:creationId xmlns:a16="http://schemas.microsoft.com/office/drawing/2014/main" id="{0B994675-89B7-4419-A08F-7C135ACA86A4}"/>
                </a:ext>
              </a:extLst>
            </p:cNvPr>
            <p:cNvSpPr/>
            <p:nvPr/>
          </p:nvSpPr>
          <p:spPr>
            <a:xfrm>
              <a:off x="1502609" y="8500811"/>
              <a:ext cx="422495" cy="163737"/>
            </a:xfrm>
            <a:prstGeom prst="parallelogram">
              <a:avLst>
                <a:gd name="adj" fmla="val 58648"/>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12" name="動作按鈕: 聲音 11">
            <a:hlinkClick r:id="" action="ppaction://noaction" highlightClick="1">
              <a:snd r:embed="rId2" name="applause.wav"/>
            </a:hlinkClick>
            <a:extLst>
              <a:ext uri="{FF2B5EF4-FFF2-40B4-BE49-F238E27FC236}">
                <a16:creationId xmlns:a16="http://schemas.microsoft.com/office/drawing/2014/main" id="{09E5C324-F74E-4F95-BFCA-6B25421F3B75}"/>
              </a:ext>
            </a:extLst>
          </p:cNvPr>
          <p:cNvSpPr/>
          <p:nvPr/>
        </p:nvSpPr>
        <p:spPr>
          <a:xfrm>
            <a:off x="1357870" y="4683477"/>
            <a:ext cx="651451" cy="627446"/>
          </a:xfrm>
          <a:prstGeom prst="actionButtonSound">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矩形 13">
            <a:extLst>
              <a:ext uri="{FF2B5EF4-FFF2-40B4-BE49-F238E27FC236}">
                <a16:creationId xmlns:a16="http://schemas.microsoft.com/office/drawing/2014/main" id="{D97D21C3-52D0-424C-AA38-9D540033C930}"/>
              </a:ext>
            </a:extLst>
          </p:cNvPr>
          <p:cNvSpPr/>
          <p:nvPr/>
        </p:nvSpPr>
        <p:spPr>
          <a:xfrm>
            <a:off x="1357870" y="5543008"/>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5" name="矩形 14">
            <a:extLst>
              <a:ext uri="{FF2B5EF4-FFF2-40B4-BE49-F238E27FC236}">
                <a16:creationId xmlns:a16="http://schemas.microsoft.com/office/drawing/2014/main" id="{467AAE8C-E377-4CDA-A899-0B151C96C750}"/>
              </a:ext>
            </a:extLst>
          </p:cNvPr>
          <p:cNvSpPr/>
          <p:nvPr/>
        </p:nvSpPr>
        <p:spPr>
          <a:xfrm>
            <a:off x="1357870" y="3839374"/>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6" name="矩形 15">
            <a:extLst>
              <a:ext uri="{FF2B5EF4-FFF2-40B4-BE49-F238E27FC236}">
                <a16:creationId xmlns:a16="http://schemas.microsoft.com/office/drawing/2014/main" id="{BE2817C2-E701-472D-8A80-7FAA719AA41F}"/>
              </a:ext>
            </a:extLst>
          </p:cNvPr>
          <p:cNvSpPr/>
          <p:nvPr/>
        </p:nvSpPr>
        <p:spPr>
          <a:xfrm>
            <a:off x="1357870" y="4691191"/>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7" name="矩形 16">
            <a:extLst>
              <a:ext uri="{FF2B5EF4-FFF2-40B4-BE49-F238E27FC236}">
                <a16:creationId xmlns:a16="http://schemas.microsoft.com/office/drawing/2014/main" id="{FBFF5D04-2C3D-42A3-A272-D32096C34768}"/>
              </a:ext>
            </a:extLst>
          </p:cNvPr>
          <p:cNvSpPr/>
          <p:nvPr/>
        </p:nvSpPr>
        <p:spPr>
          <a:xfrm>
            <a:off x="1357870" y="6394825"/>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8" name="矩形 17">
            <a:extLst>
              <a:ext uri="{FF2B5EF4-FFF2-40B4-BE49-F238E27FC236}">
                <a16:creationId xmlns:a16="http://schemas.microsoft.com/office/drawing/2014/main" id="{F8FFCD03-6595-47CA-B1AE-80FD8B155B42}"/>
              </a:ext>
            </a:extLst>
          </p:cNvPr>
          <p:cNvSpPr/>
          <p:nvPr/>
        </p:nvSpPr>
        <p:spPr>
          <a:xfrm>
            <a:off x="1357870" y="7246642"/>
            <a:ext cx="651451" cy="616786"/>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9" name="Google Shape;7913;p146">
            <a:extLst>
              <a:ext uri="{FF2B5EF4-FFF2-40B4-BE49-F238E27FC236}">
                <a16:creationId xmlns:a16="http://schemas.microsoft.com/office/drawing/2014/main" id="{5ACEAF83-89CC-417C-9267-5232E834AD0A}"/>
              </a:ext>
            </a:extLst>
          </p:cNvPr>
          <p:cNvSpPr/>
          <p:nvPr/>
        </p:nvSpPr>
        <p:spPr>
          <a:xfrm>
            <a:off x="1463975" y="7334260"/>
            <a:ext cx="439240" cy="441551"/>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tx1"/>
          </a:solidFill>
          <a:ln w="38100">
            <a:solidFill>
              <a:schemeClr val="bg1"/>
            </a:solidFill>
          </a:ln>
        </p:spPr>
        <p:txBody>
          <a:bodyPr spcFirstLastPara="1" wrap="square" lIns="182850" tIns="182850" rIns="182850" bIns="182850" anchor="ctr" anchorCtr="0">
            <a:noAutofit/>
          </a:bodyPr>
          <a:lstStyle/>
          <a:p>
            <a:endParaRPr sz="3600"/>
          </a:p>
        </p:txBody>
      </p:sp>
      <p:sp>
        <p:nvSpPr>
          <p:cNvPr id="35" name="矩形 34">
            <a:extLst>
              <a:ext uri="{FF2B5EF4-FFF2-40B4-BE49-F238E27FC236}">
                <a16:creationId xmlns:a16="http://schemas.microsoft.com/office/drawing/2014/main" id="{586491BC-2723-4765-B781-CECD630C035F}"/>
              </a:ext>
            </a:extLst>
          </p:cNvPr>
          <p:cNvSpPr/>
          <p:nvPr/>
        </p:nvSpPr>
        <p:spPr>
          <a:xfrm>
            <a:off x="0" y="1"/>
            <a:ext cx="18288000" cy="10310278"/>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7" name="矩形 26">
            <a:extLst>
              <a:ext uri="{FF2B5EF4-FFF2-40B4-BE49-F238E27FC236}">
                <a16:creationId xmlns:a16="http://schemas.microsoft.com/office/drawing/2014/main" id="{409A1C0E-9D45-4610-8113-31B9355FE4D9}"/>
              </a:ext>
            </a:extLst>
          </p:cNvPr>
          <p:cNvSpPr/>
          <p:nvPr/>
        </p:nvSpPr>
        <p:spPr>
          <a:xfrm>
            <a:off x="1773530" y="4744223"/>
            <a:ext cx="200230" cy="498294"/>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28" name="直線接點 27">
            <a:extLst>
              <a:ext uri="{FF2B5EF4-FFF2-40B4-BE49-F238E27FC236}">
                <a16:creationId xmlns:a16="http://schemas.microsoft.com/office/drawing/2014/main" id="{081E04EA-3E48-4316-8F9D-7B409BEFA1E5}"/>
              </a:ext>
            </a:extLst>
          </p:cNvPr>
          <p:cNvCxnSpPr>
            <a:endCxn id="27" idx="2"/>
          </p:cNvCxnSpPr>
          <p:nvPr/>
        </p:nvCxnSpPr>
        <p:spPr>
          <a:xfrm>
            <a:off x="1502609" y="4800600"/>
            <a:ext cx="371036" cy="441917"/>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6134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dirty="0">
                <a:latin typeface="華康華綜體W5" panose="020B0509000000000000" pitchFamily="49" charset="-120"/>
                <a:ea typeface="華康華綜體W5" panose="020B0509000000000000" pitchFamily="49" charset="-120"/>
              </a:rPr>
              <a:t>第一章</a:t>
            </a:r>
          </a:p>
        </p:txBody>
      </p:sp>
      <p:sp>
        <p:nvSpPr>
          <p:cNvPr id="8" name="標題 1">
            <a:extLst>
              <a:ext uri="{FF2B5EF4-FFF2-40B4-BE49-F238E27FC236}">
                <a16:creationId xmlns:a16="http://schemas.microsoft.com/office/drawing/2014/main" id="{F25962C6-C916-4C03-94C0-0AB6D25188D5}"/>
              </a:ext>
            </a:extLst>
          </p:cNvPr>
          <p:cNvSpPr txBox="1">
            <a:spLocks/>
          </p:cNvSpPr>
          <p:nvPr/>
        </p:nvSpPr>
        <p:spPr>
          <a:xfrm>
            <a:off x="169818" y="809897"/>
            <a:ext cx="1972492" cy="8752113"/>
          </a:xfrm>
          <a:prstGeom prst="rect">
            <a:avLst/>
          </a:prstGeom>
        </p:spPr>
        <p:txBody>
          <a:bodyPr vert="horz" lIns="51462" tIns="25732" rIns="51462" bIns="25732"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4000" dirty="0">
                <a:latin typeface="華康華綜體W5" panose="020B0509000000000000" pitchFamily="49" charset="-120"/>
                <a:ea typeface="華康華綜體W5" panose="020B0509000000000000" pitchFamily="49" charset="-120"/>
              </a:rPr>
              <a:t>載入</a:t>
            </a:r>
            <a:endParaRPr lang="en-US" altLang="zh-TW" sz="4000" dirty="0">
              <a:latin typeface="華康華綜體W5" panose="020B0509000000000000" pitchFamily="49" charset="-120"/>
              <a:ea typeface="華康華綜體W5" panose="020B0509000000000000" pitchFamily="49" charset="-120"/>
            </a:endParaRPr>
          </a:p>
          <a:p>
            <a:pPr>
              <a:lnSpc>
                <a:spcPct val="120000"/>
              </a:lnSpc>
            </a:pPr>
            <a:r>
              <a:rPr lang="zh-TW" altLang="en-US" sz="4000" dirty="0">
                <a:latin typeface="華康華綜體W5" panose="020B0509000000000000" pitchFamily="49" charset="-120"/>
                <a:ea typeface="華康華綜體W5" panose="020B0509000000000000" pitchFamily="49" charset="-120"/>
              </a:rPr>
              <a:t>設定</a:t>
            </a:r>
            <a:endParaRPr lang="en-US" altLang="zh-TW" sz="4000" dirty="0">
              <a:latin typeface="華康華綜體W5" panose="020B0509000000000000" pitchFamily="49" charset="-120"/>
              <a:ea typeface="華康華綜體W5" panose="020B0509000000000000" pitchFamily="49" charset="-120"/>
            </a:endParaRPr>
          </a:p>
          <a:p>
            <a:pPr>
              <a:lnSpc>
                <a:spcPct val="120000"/>
              </a:lnSpc>
            </a:pPr>
            <a:r>
              <a:rPr lang="zh-TW" altLang="en-US" sz="4000" dirty="0">
                <a:latin typeface="華康華綜體W5" panose="020B0509000000000000" pitchFamily="49" charset="-120"/>
                <a:ea typeface="華康華綜體W5" panose="020B0509000000000000" pitchFamily="49" charset="-120"/>
              </a:rPr>
              <a:t>關於</a:t>
            </a:r>
            <a:endParaRPr lang="en-US" altLang="zh-TW" sz="4000" dirty="0">
              <a:latin typeface="華康華綜體W5" panose="020B0509000000000000" pitchFamily="49" charset="-120"/>
              <a:ea typeface="華康華綜體W5" panose="020B0509000000000000" pitchFamily="49" charset="-120"/>
            </a:endParaRPr>
          </a:p>
          <a:p>
            <a:pPr>
              <a:lnSpc>
                <a:spcPct val="120000"/>
              </a:lnSpc>
            </a:pPr>
            <a:r>
              <a:rPr lang="zh-TW" altLang="en-US" sz="4000" dirty="0">
                <a:latin typeface="華康華綜體W5" panose="020B0509000000000000" pitchFamily="49" charset="-120"/>
                <a:ea typeface="華康華綜體W5" panose="020B0509000000000000" pitchFamily="49" charset="-120"/>
              </a:rPr>
              <a:t>說明</a:t>
            </a:r>
            <a:endParaRPr lang="en-US" altLang="zh-TW" sz="4000" dirty="0">
              <a:latin typeface="華康華綜體W5" panose="020B0509000000000000" pitchFamily="49" charset="-120"/>
              <a:ea typeface="華康華綜體W5" panose="020B0509000000000000" pitchFamily="49" charset="-120"/>
            </a:endParaRPr>
          </a:p>
          <a:p>
            <a:pPr>
              <a:lnSpc>
                <a:spcPct val="120000"/>
              </a:lnSpc>
            </a:pPr>
            <a:r>
              <a:rPr lang="zh-TW" altLang="en-US" sz="4000" dirty="0">
                <a:latin typeface="華康華綜體W5" panose="020B0509000000000000" pitchFamily="49" charset="-120"/>
                <a:ea typeface="華康華綜體W5" panose="020B0509000000000000" pitchFamily="49" charset="-120"/>
              </a:rPr>
              <a:t>離開</a:t>
            </a:r>
          </a:p>
        </p:txBody>
      </p:sp>
      <p:sp>
        <p:nvSpPr>
          <p:cNvPr id="9" name="矩形 8">
            <a:extLst>
              <a:ext uri="{FF2B5EF4-FFF2-40B4-BE49-F238E27FC236}">
                <a16:creationId xmlns:a16="http://schemas.microsoft.com/office/drawing/2014/main" id="{E6BBBF2F-7665-4FB3-A9DE-1C3139FE214F}"/>
              </a:ext>
            </a:extLst>
          </p:cNvPr>
          <p:cNvSpPr/>
          <p:nvPr/>
        </p:nvSpPr>
        <p:spPr>
          <a:xfrm>
            <a:off x="16798833" y="1049928"/>
            <a:ext cx="496391" cy="762381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0" name="矩形 9">
            <a:extLst>
              <a:ext uri="{FF2B5EF4-FFF2-40B4-BE49-F238E27FC236}">
                <a16:creationId xmlns:a16="http://schemas.microsoft.com/office/drawing/2014/main" id="{668C0FEA-3DAC-4473-A67D-E1A82B7E4257}"/>
              </a:ext>
            </a:extLst>
          </p:cNvPr>
          <p:cNvSpPr/>
          <p:nvPr/>
        </p:nvSpPr>
        <p:spPr>
          <a:xfrm>
            <a:off x="2534195" y="8895805"/>
            <a:ext cx="14081759" cy="426175"/>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1" name="矩形 10">
            <a:extLst>
              <a:ext uri="{FF2B5EF4-FFF2-40B4-BE49-F238E27FC236}">
                <a16:creationId xmlns:a16="http://schemas.microsoft.com/office/drawing/2014/main" id="{14879838-86D0-4EFF-AC7D-0844A16E6A8F}"/>
              </a:ext>
            </a:extLst>
          </p:cNvPr>
          <p:cNvSpPr/>
          <p:nvPr/>
        </p:nvSpPr>
        <p:spPr>
          <a:xfrm>
            <a:off x="724990" y="2142311"/>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2" name="矩形 11">
            <a:extLst>
              <a:ext uri="{FF2B5EF4-FFF2-40B4-BE49-F238E27FC236}">
                <a16:creationId xmlns:a16="http://schemas.microsoft.com/office/drawing/2014/main" id="{E894F3F5-366D-4889-9E60-0890DE625CF6}"/>
              </a:ext>
            </a:extLst>
          </p:cNvPr>
          <p:cNvSpPr/>
          <p:nvPr/>
        </p:nvSpPr>
        <p:spPr>
          <a:xfrm>
            <a:off x="724990" y="3141464"/>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3" name="矩形 12">
            <a:extLst>
              <a:ext uri="{FF2B5EF4-FFF2-40B4-BE49-F238E27FC236}">
                <a16:creationId xmlns:a16="http://schemas.microsoft.com/office/drawing/2014/main" id="{B827FA3A-6A72-4E53-9F7B-5E87E4002089}"/>
              </a:ext>
            </a:extLst>
          </p:cNvPr>
          <p:cNvSpPr/>
          <p:nvPr/>
        </p:nvSpPr>
        <p:spPr>
          <a:xfrm>
            <a:off x="724990" y="4140617"/>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 name="等腰三角形 1">
            <a:extLst>
              <a:ext uri="{FF2B5EF4-FFF2-40B4-BE49-F238E27FC236}">
                <a16:creationId xmlns:a16="http://schemas.microsoft.com/office/drawing/2014/main" id="{699B10F3-65AE-48AA-B2FA-3C53E948EEC1}"/>
              </a:ext>
            </a:extLst>
          </p:cNvPr>
          <p:cNvSpPr/>
          <p:nvPr/>
        </p:nvSpPr>
        <p:spPr>
          <a:xfrm rot="5400000">
            <a:off x="809897" y="2325189"/>
            <a:ext cx="530352" cy="457200"/>
          </a:xfrm>
          <a:prstGeom prst="triangle">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等腰三角形 13">
            <a:extLst>
              <a:ext uri="{FF2B5EF4-FFF2-40B4-BE49-F238E27FC236}">
                <a16:creationId xmlns:a16="http://schemas.microsoft.com/office/drawing/2014/main" id="{35D6072A-FB10-4209-B9FB-17DEFF4E898A}"/>
              </a:ext>
            </a:extLst>
          </p:cNvPr>
          <p:cNvSpPr/>
          <p:nvPr/>
        </p:nvSpPr>
        <p:spPr>
          <a:xfrm rot="5400000">
            <a:off x="1042416" y="2325189"/>
            <a:ext cx="530352" cy="457200"/>
          </a:xfrm>
          <a:prstGeom prst="triangle">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矩形: 剪去單一角落 2">
            <a:extLst>
              <a:ext uri="{FF2B5EF4-FFF2-40B4-BE49-F238E27FC236}">
                <a16:creationId xmlns:a16="http://schemas.microsoft.com/office/drawing/2014/main" id="{42D4268F-8DA2-4CFB-BCD7-E55EBCB12A74}"/>
              </a:ext>
            </a:extLst>
          </p:cNvPr>
          <p:cNvSpPr/>
          <p:nvPr/>
        </p:nvSpPr>
        <p:spPr>
          <a:xfrm rot="10800000">
            <a:off x="884355" y="3273972"/>
            <a:ext cx="551253" cy="551253"/>
          </a:xfrm>
          <a:prstGeom prst="snip1Rect">
            <a:avLst>
              <a:gd name="adj" fmla="val 14692"/>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A2DF5288-45DB-45DB-8725-80060D5F611E}"/>
              </a:ext>
            </a:extLst>
          </p:cNvPr>
          <p:cNvSpPr/>
          <p:nvPr/>
        </p:nvSpPr>
        <p:spPr>
          <a:xfrm>
            <a:off x="992777" y="3273973"/>
            <a:ext cx="331198" cy="221702"/>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565B1F80-E2E2-44BA-93C7-0DBE2DF56C6D}"/>
              </a:ext>
            </a:extLst>
          </p:cNvPr>
          <p:cNvSpPr/>
          <p:nvPr/>
        </p:nvSpPr>
        <p:spPr>
          <a:xfrm>
            <a:off x="1040606" y="3649578"/>
            <a:ext cx="233363" cy="17564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2" name="群組 21">
            <a:extLst>
              <a:ext uri="{FF2B5EF4-FFF2-40B4-BE49-F238E27FC236}">
                <a16:creationId xmlns:a16="http://schemas.microsoft.com/office/drawing/2014/main" id="{86433C4B-2727-49E1-B20D-A985E2A44AE6}"/>
              </a:ext>
            </a:extLst>
          </p:cNvPr>
          <p:cNvGrpSpPr/>
          <p:nvPr/>
        </p:nvGrpSpPr>
        <p:grpSpPr>
          <a:xfrm>
            <a:off x="884355" y="4298601"/>
            <a:ext cx="537032" cy="500302"/>
            <a:chOff x="846474" y="4262438"/>
            <a:chExt cx="537032" cy="500302"/>
          </a:xfrm>
        </p:grpSpPr>
        <p:sp>
          <p:nvSpPr>
            <p:cNvPr id="19" name="等腰三角形 18">
              <a:extLst>
                <a:ext uri="{FF2B5EF4-FFF2-40B4-BE49-F238E27FC236}">
                  <a16:creationId xmlns:a16="http://schemas.microsoft.com/office/drawing/2014/main" id="{76943569-F422-4961-BCFD-D968A33EEE91}"/>
                </a:ext>
              </a:extLst>
            </p:cNvPr>
            <p:cNvSpPr/>
            <p:nvPr/>
          </p:nvSpPr>
          <p:spPr>
            <a:xfrm>
              <a:off x="846474" y="4262438"/>
              <a:ext cx="537032" cy="238125"/>
            </a:xfrm>
            <a:prstGeom prst="triangle">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3D0EE528-49C5-476C-BFC3-1CFBA18D1D06}"/>
                </a:ext>
              </a:extLst>
            </p:cNvPr>
            <p:cNvSpPr/>
            <p:nvPr/>
          </p:nvSpPr>
          <p:spPr>
            <a:xfrm>
              <a:off x="880893" y="4500563"/>
              <a:ext cx="468195" cy="262177"/>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a:extLst>
                <a:ext uri="{FF2B5EF4-FFF2-40B4-BE49-F238E27FC236}">
                  <a16:creationId xmlns:a16="http://schemas.microsoft.com/office/drawing/2014/main" id="{4830467F-8B96-4362-9C0D-D30A54D1C90F}"/>
                </a:ext>
              </a:extLst>
            </p:cNvPr>
            <p:cNvSpPr/>
            <p:nvPr/>
          </p:nvSpPr>
          <p:spPr>
            <a:xfrm>
              <a:off x="1072344" y="4579858"/>
              <a:ext cx="85292" cy="182882"/>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Tree>
    <p:extLst>
      <p:ext uri="{BB962C8B-B14F-4D97-AF65-F5344CB8AC3E}">
        <p14:creationId xmlns:p14="http://schemas.microsoft.com/office/powerpoint/2010/main" val="158868612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dirty="0">
                <a:latin typeface="華康華綜體W5" panose="020B0509000000000000" pitchFamily="49" charset="-120"/>
                <a:ea typeface="華康華綜體W5" panose="020B0509000000000000" pitchFamily="49" charset="-120"/>
              </a:rPr>
              <a:t>第一章</a:t>
            </a:r>
          </a:p>
        </p:txBody>
      </p:sp>
    </p:spTree>
    <p:extLst>
      <p:ext uri="{BB962C8B-B14F-4D97-AF65-F5344CB8AC3E}">
        <p14:creationId xmlns:p14="http://schemas.microsoft.com/office/powerpoint/2010/main" val="44583362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dirty="0">
                <a:latin typeface="華康華綜體W5" panose="020B0509000000000000" pitchFamily="49" charset="-120"/>
                <a:ea typeface="華康華綜體W5" panose="020B0509000000000000" pitchFamily="49" charset="-120"/>
              </a:rPr>
              <a:t>第一章</a:t>
            </a:r>
          </a:p>
        </p:txBody>
      </p:sp>
      <p:grpSp>
        <p:nvGrpSpPr>
          <p:cNvPr id="19" name="群組 18">
            <a:extLst>
              <a:ext uri="{FF2B5EF4-FFF2-40B4-BE49-F238E27FC236}">
                <a16:creationId xmlns:a16="http://schemas.microsoft.com/office/drawing/2014/main" id="{200B5DAA-FF26-4EE0-BEEF-AD7105E39423}"/>
              </a:ext>
            </a:extLst>
          </p:cNvPr>
          <p:cNvGrpSpPr/>
          <p:nvPr/>
        </p:nvGrpSpPr>
        <p:grpSpPr>
          <a:xfrm>
            <a:off x="1357869" y="2135740"/>
            <a:ext cx="657323" cy="7431325"/>
            <a:chOff x="1357869" y="2135740"/>
            <a:chExt cx="657323" cy="7431325"/>
          </a:xfrm>
        </p:grpSpPr>
        <p:grpSp>
          <p:nvGrpSpPr>
            <p:cNvPr id="6" name="群組 5">
              <a:extLst>
                <a:ext uri="{FF2B5EF4-FFF2-40B4-BE49-F238E27FC236}">
                  <a16:creationId xmlns:a16="http://schemas.microsoft.com/office/drawing/2014/main" id="{4E571511-844E-4ACA-B526-B19D974D64CC}"/>
                </a:ext>
              </a:extLst>
            </p:cNvPr>
            <p:cNvGrpSpPr/>
            <p:nvPr/>
          </p:nvGrpSpPr>
          <p:grpSpPr>
            <a:xfrm>
              <a:off x="1357870" y="2135740"/>
              <a:ext cx="651451" cy="616786"/>
              <a:chOff x="724990" y="2142311"/>
              <a:chExt cx="862148" cy="816271"/>
            </a:xfrm>
          </p:grpSpPr>
          <p:sp>
            <p:nvSpPr>
              <p:cNvPr id="11" name="矩形 10">
                <a:extLst>
                  <a:ext uri="{FF2B5EF4-FFF2-40B4-BE49-F238E27FC236}">
                    <a16:creationId xmlns:a16="http://schemas.microsoft.com/office/drawing/2014/main" id="{14879838-86D0-4EFF-AC7D-0844A16E6A8F}"/>
                  </a:ext>
                </a:extLst>
              </p:cNvPr>
              <p:cNvSpPr/>
              <p:nvPr/>
            </p:nvSpPr>
            <p:spPr>
              <a:xfrm>
                <a:off x="724990" y="2142311"/>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 name="等腰三角形 1">
                <a:extLst>
                  <a:ext uri="{FF2B5EF4-FFF2-40B4-BE49-F238E27FC236}">
                    <a16:creationId xmlns:a16="http://schemas.microsoft.com/office/drawing/2014/main" id="{699B10F3-65AE-48AA-B2FA-3C53E948EEC1}"/>
                  </a:ext>
                </a:extLst>
              </p:cNvPr>
              <p:cNvSpPr/>
              <p:nvPr/>
            </p:nvSpPr>
            <p:spPr>
              <a:xfrm rot="5400000">
                <a:off x="864048" y="2379339"/>
                <a:ext cx="407201" cy="351035"/>
              </a:xfrm>
              <a:prstGeom prst="triangle">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等腰三角形 13">
                <a:extLst>
                  <a:ext uri="{FF2B5EF4-FFF2-40B4-BE49-F238E27FC236}">
                    <a16:creationId xmlns:a16="http://schemas.microsoft.com/office/drawing/2014/main" id="{35D6072A-FB10-4209-B9FB-17DEFF4E898A}"/>
                  </a:ext>
                </a:extLst>
              </p:cNvPr>
              <p:cNvSpPr/>
              <p:nvPr/>
            </p:nvSpPr>
            <p:spPr>
              <a:xfrm rot="5400000">
                <a:off x="1096567" y="2379342"/>
                <a:ext cx="407200" cy="351034"/>
              </a:xfrm>
              <a:prstGeom prst="triangle">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16" name="群組 15">
              <a:extLst>
                <a:ext uri="{FF2B5EF4-FFF2-40B4-BE49-F238E27FC236}">
                  <a16:creationId xmlns:a16="http://schemas.microsoft.com/office/drawing/2014/main" id="{998D2AE3-F298-4C82-9FCD-D1461E590483}"/>
                </a:ext>
              </a:extLst>
            </p:cNvPr>
            <p:cNvGrpSpPr/>
            <p:nvPr/>
          </p:nvGrpSpPr>
          <p:grpSpPr>
            <a:xfrm>
              <a:off x="1363741" y="2982227"/>
              <a:ext cx="651451" cy="616786"/>
              <a:chOff x="724990" y="3141464"/>
              <a:chExt cx="862148" cy="816271"/>
            </a:xfrm>
          </p:grpSpPr>
          <p:sp>
            <p:nvSpPr>
              <p:cNvPr id="12" name="矩形 11">
                <a:extLst>
                  <a:ext uri="{FF2B5EF4-FFF2-40B4-BE49-F238E27FC236}">
                    <a16:creationId xmlns:a16="http://schemas.microsoft.com/office/drawing/2014/main" id="{E894F3F5-366D-4889-9E60-0890DE625CF6}"/>
                  </a:ext>
                </a:extLst>
              </p:cNvPr>
              <p:cNvSpPr/>
              <p:nvPr/>
            </p:nvSpPr>
            <p:spPr>
              <a:xfrm>
                <a:off x="724990" y="3141464"/>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 name="矩形: 剪去單一角落 2">
                <a:extLst>
                  <a:ext uri="{FF2B5EF4-FFF2-40B4-BE49-F238E27FC236}">
                    <a16:creationId xmlns:a16="http://schemas.microsoft.com/office/drawing/2014/main" id="{42D4268F-8DA2-4CFB-BCD7-E55EBCB12A74}"/>
                  </a:ext>
                </a:extLst>
              </p:cNvPr>
              <p:cNvSpPr/>
              <p:nvPr/>
            </p:nvSpPr>
            <p:spPr>
              <a:xfrm rot="10800000">
                <a:off x="884355" y="3273972"/>
                <a:ext cx="551253" cy="551253"/>
              </a:xfrm>
              <a:prstGeom prst="snip1Rect">
                <a:avLst>
                  <a:gd name="adj" fmla="val 14692"/>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A2DF5288-45DB-45DB-8725-80060D5F611E}"/>
                  </a:ext>
                </a:extLst>
              </p:cNvPr>
              <p:cNvSpPr/>
              <p:nvPr/>
            </p:nvSpPr>
            <p:spPr>
              <a:xfrm>
                <a:off x="992777" y="3273973"/>
                <a:ext cx="331198" cy="221702"/>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565B1F80-E2E2-44BA-93C7-0DBE2DF56C6D}"/>
                  </a:ext>
                </a:extLst>
              </p:cNvPr>
              <p:cNvSpPr/>
              <p:nvPr/>
            </p:nvSpPr>
            <p:spPr>
              <a:xfrm>
                <a:off x="1040606" y="3649578"/>
                <a:ext cx="233363" cy="17564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95" name="動作按鈕: 移至首頁 94">
              <a:hlinkClick r:id="" action="ppaction://hlinkshowjump?jump=firstslide" highlightClick="1"/>
              <a:extLst>
                <a:ext uri="{FF2B5EF4-FFF2-40B4-BE49-F238E27FC236}">
                  <a16:creationId xmlns:a16="http://schemas.microsoft.com/office/drawing/2014/main" id="{D0B696AA-607C-4FA1-A700-F75F990B86EC}"/>
                </a:ext>
              </a:extLst>
            </p:cNvPr>
            <p:cNvSpPr/>
            <p:nvPr/>
          </p:nvSpPr>
          <p:spPr>
            <a:xfrm>
              <a:off x="1357870" y="3839374"/>
              <a:ext cx="651451" cy="615574"/>
            </a:xfrm>
            <a:prstGeom prst="actionButtonHom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96" name="動作按鈕: 取得資訊 95">
              <a:hlinkClick r:id="" action="ppaction://noaction" highlightClick="1"/>
              <a:extLst>
                <a:ext uri="{FF2B5EF4-FFF2-40B4-BE49-F238E27FC236}">
                  <a16:creationId xmlns:a16="http://schemas.microsoft.com/office/drawing/2014/main" id="{3908A615-DA46-48C3-A0D8-0ABA727B5BD5}"/>
                </a:ext>
              </a:extLst>
            </p:cNvPr>
            <p:cNvSpPr/>
            <p:nvPr/>
          </p:nvSpPr>
          <p:spPr>
            <a:xfrm>
              <a:off x="1357869" y="5540624"/>
              <a:ext cx="651452" cy="620941"/>
            </a:xfrm>
            <a:prstGeom prst="actionButtonInformation">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9" name="群組 8">
              <a:extLst>
                <a:ext uri="{FF2B5EF4-FFF2-40B4-BE49-F238E27FC236}">
                  <a16:creationId xmlns:a16="http://schemas.microsoft.com/office/drawing/2014/main" id="{47302ED2-D9DD-4404-8639-89B196253474}"/>
                </a:ext>
              </a:extLst>
            </p:cNvPr>
            <p:cNvGrpSpPr/>
            <p:nvPr/>
          </p:nvGrpSpPr>
          <p:grpSpPr>
            <a:xfrm>
              <a:off x="1357870" y="8950279"/>
              <a:ext cx="651451" cy="616786"/>
              <a:chOff x="1367696" y="8950279"/>
              <a:chExt cx="651451" cy="616786"/>
            </a:xfrm>
          </p:grpSpPr>
          <p:sp>
            <p:nvSpPr>
              <p:cNvPr id="31" name="矩形 30">
                <a:extLst>
                  <a:ext uri="{FF2B5EF4-FFF2-40B4-BE49-F238E27FC236}">
                    <a16:creationId xmlns:a16="http://schemas.microsoft.com/office/drawing/2014/main" id="{A478C02E-8003-42C2-94B4-330B97BA30C1}"/>
                  </a:ext>
                </a:extLst>
              </p:cNvPr>
              <p:cNvSpPr/>
              <p:nvPr/>
            </p:nvSpPr>
            <p:spPr>
              <a:xfrm>
                <a:off x="1367696" y="8950279"/>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90" name="群組 89">
                <a:extLst>
                  <a:ext uri="{FF2B5EF4-FFF2-40B4-BE49-F238E27FC236}">
                    <a16:creationId xmlns:a16="http://schemas.microsoft.com/office/drawing/2014/main" id="{949217F4-1713-4266-B3E0-6C4784B498C7}"/>
                  </a:ext>
                </a:extLst>
              </p:cNvPr>
              <p:cNvGrpSpPr/>
              <p:nvPr/>
            </p:nvGrpSpPr>
            <p:grpSpPr>
              <a:xfrm>
                <a:off x="1482379" y="9035293"/>
                <a:ext cx="505514" cy="476598"/>
                <a:chOff x="846470" y="8832349"/>
                <a:chExt cx="669012" cy="630742"/>
              </a:xfrm>
            </p:grpSpPr>
            <p:sp>
              <p:nvSpPr>
                <p:cNvPr id="76" name="矩形 75">
                  <a:extLst>
                    <a:ext uri="{FF2B5EF4-FFF2-40B4-BE49-F238E27FC236}">
                      <a16:creationId xmlns:a16="http://schemas.microsoft.com/office/drawing/2014/main" id="{4E13D54C-EC95-4882-8DDA-D8F6C91BCC4D}"/>
                    </a:ext>
                  </a:extLst>
                </p:cNvPr>
                <p:cNvSpPr/>
                <p:nvPr/>
              </p:nvSpPr>
              <p:spPr>
                <a:xfrm>
                  <a:off x="846470" y="8832349"/>
                  <a:ext cx="427499" cy="466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89" name="直線單箭頭接點 88">
                  <a:extLst>
                    <a:ext uri="{FF2B5EF4-FFF2-40B4-BE49-F238E27FC236}">
                      <a16:creationId xmlns:a16="http://schemas.microsoft.com/office/drawing/2014/main" id="{4538CC28-56AC-440B-80C5-DB8AD4B431CD}"/>
                    </a:ext>
                  </a:extLst>
                </p:cNvPr>
                <p:cNvCxnSpPr>
                  <a:cxnSpLocks/>
                </p:cNvCxnSpPr>
                <p:nvPr/>
              </p:nvCxnSpPr>
              <p:spPr>
                <a:xfrm>
                  <a:off x="1198180" y="9078456"/>
                  <a:ext cx="317302"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3" name="平行四邊形 72">
                  <a:extLst>
                    <a:ext uri="{FF2B5EF4-FFF2-40B4-BE49-F238E27FC236}">
                      <a16:creationId xmlns:a16="http://schemas.microsoft.com/office/drawing/2014/main" id="{9330347F-87EF-4393-836C-E733404A5B50}"/>
                    </a:ext>
                  </a:extLst>
                </p:cNvPr>
                <p:cNvSpPr/>
                <p:nvPr/>
              </p:nvSpPr>
              <p:spPr>
                <a:xfrm rot="5400000">
                  <a:off x="674738" y="9027605"/>
                  <a:ext cx="607219" cy="263754"/>
                </a:xfrm>
                <a:prstGeom prst="parallelogram">
                  <a:avLst>
                    <a:gd name="adj" fmla="val 58648"/>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grpSp>
        <p:sp>
          <p:nvSpPr>
            <p:cNvPr id="94" name="動作按鈕: 說明 93">
              <a:hlinkClick r:id="" action="ppaction://noaction" highlightClick="1"/>
              <a:extLst>
                <a:ext uri="{FF2B5EF4-FFF2-40B4-BE49-F238E27FC236}">
                  <a16:creationId xmlns:a16="http://schemas.microsoft.com/office/drawing/2014/main" id="{42680273-5413-488C-A733-1E64C33BE6EC}"/>
                </a:ext>
              </a:extLst>
            </p:cNvPr>
            <p:cNvSpPr/>
            <p:nvPr/>
          </p:nvSpPr>
          <p:spPr>
            <a:xfrm>
              <a:off x="1357870" y="6392440"/>
              <a:ext cx="651452" cy="615574"/>
            </a:xfrm>
            <a:prstGeom prst="actionButtonHelp">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grpSp>
          <p:nvGrpSpPr>
            <p:cNvPr id="10" name="群組 9">
              <a:extLst>
                <a:ext uri="{FF2B5EF4-FFF2-40B4-BE49-F238E27FC236}">
                  <a16:creationId xmlns:a16="http://schemas.microsoft.com/office/drawing/2014/main" id="{FEED64D8-6BC8-44D8-BCB6-FA02E62AC521}"/>
                </a:ext>
              </a:extLst>
            </p:cNvPr>
            <p:cNvGrpSpPr/>
            <p:nvPr/>
          </p:nvGrpSpPr>
          <p:grpSpPr>
            <a:xfrm>
              <a:off x="1488115" y="8270026"/>
              <a:ext cx="436989" cy="289233"/>
              <a:chOff x="1488115" y="8376525"/>
              <a:chExt cx="436989" cy="289233"/>
            </a:xfrm>
          </p:grpSpPr>
          <p:sp>
            <p:nvSpPr>
              <p:cNvPr id="97" name="流程圖: 卡片 96">
                <a:extLst>
                  <a:ext uri="{FF2B5EF4-FFF2-40B4-BE49-F238E27FC236}">
                    <a16:creationId xmlns:a16="http://schemas.microsoft.com/office/drawing/2014/main" id="{9118C28F-56FA-418A-8256-BE7A236043B1}"/>
                  </a:ext>
                </a:extLst>
              </p:cNvPr>
              <p:cNvSpPr/>
              <p:nvPr/>
            </p:nvSpPr>
            <p:spPr>
              <a:xfrm>
                <a:off x="1488115" y="8376525"/>
                <a:ext cx="354033" cy="289233"/>
              </a:xfrm>
              <a:prstGeom prst="flowChartPunchedCard">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3" name="平行四邊形 92">
                <a:extLst>
                  <a:ext uri="{FF2B5EF4-FFF2-40B4-BE49-F238E27FC236}">
                    <a16:creationId xmlns:a16="http://schemas.microsoft.com/office/drawing/2014/main" id="{273B3622-1F7F-47F5-804E-70F863BAF59D}"/>
                  </a:ext>
                </a:extLst>
              </p:cNvPr>
              <p:cNvSpPr/>
              <p:nvPr/>
            </p:nvSpPr>
            <p:spPr>
              <a:xfrm>
                <a:off x="1502609" y="8500811"/>
                <a:ext cx="422495" cy="163737"/>
              </a:xfrm>
              <a:prstGeom prst="parallelogram">
                <a:avLst>
                  <a:gd name="adj" fmla="val 58648"/>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8" name="動作按鈕: 聲音 7">
              <a:hlinkClick r:id="" action="ppaction://noaction" highlightClick="1">
                <a:snd r:embed="rId2" name="applause.wav"/>
              </a:hlinkClick>
              <a:extLst>
                <a:ext uri="{FF2B5EF4-FFF2-40B4-BE49-F238E27FC236}">
                  <a16:creationId xmlns:a16="http://schemas.microsoft.com/office/drawing/2014/main" id="{E54D707B-7E61-4860-9B9F-5F1066320A17}"/>
                </a:ext>
              </a:extLst>
            </p:cNvPr>
            <p:cNvSpPr/>
            <p:nvPr/>
          </p:nvSpPr>
          <p:spPr>
            <a:xfrm>
              <a:off x="1357870" y="4696521"/>
              <a:ext cx="651451" cy="614401"/>
            </a:xfrm>
            <a:prstGeom prst="actionButtonSound">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1" name="矩形 40">
              <a:extLst>
                <a:ext uri="{FF2B5EF4-FFF2-40B4-BE49-F238E27FC236}">
                  <a16:creationId xmlns:a16="http://schemas.microsoft.com/office/drawing/2014/main" id="{4E91F0E5-98B7-4950-93C8-C9CA8E80954B}"/>
                </a:ext>
              </a:extLst>
            </p:cNvPr>
            <p:cNvSpPr/>
            <p:nvPr/>
          </p:nvSpPr>
          <p:spPr>
            <a:xfrm>
              <a:off x="1357870" y="8098459"/>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42" name="矩形 41">
              <a:extLst>
                <a:ext uri="{FF2B5EF4-FFF2-40B4-BE49-F238E27FC236}">
                  <a16:creationId xmlns:a16="http://schemas.microsoft.com/office/drawing/2014/main" id="{4B02FCE2-7E95-4D0C-BE77-8A240C0DC6FB}"/>
                </a:ext>
              </a:extLst>
            </p:cNvPr>
            <p:cNvSpPr/>
            <p:nvPr/>
          </p:nvSpPr>
          <p:spPr>
            <a:xfrm>
              <a:off x="1357870" y="5543008"/>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43" name="矩形 42">
              <a:extLst>
                <a:ext uri="{FF2B5EF4-FFF2-40B4-BE49-F238E27FC236}">
                  <a16:creationId xmlns:a16="http://schemas.microsoft.com/office/drawing/2014/main" id="{38D3C16E-A5D9-4127-A562-30AE904BDD03}"/>
                </a:ext>
              </a:extLst>
            </p:cNvPr>
            <p:cNvSpPr/>
            <p:nvPr/>
          </p:nvSpPr>
          <p:spPr>
            <a:xfrm>
              <a:off x="1357870" y="3839374"/>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44" name="矩形 43">
              <a:extLst>
                <a:ext uri="{FF2B5EF4-FFF2-40B4-BE49-F238E27FC236}">
                  <a16:creationId xmlns:a16="http://schemas.microsoft.com/office/drawing/2014/main" id="{9E66514A-1D7D-46DF-A577-EFF4DC86055C}"/>
                </a:ext>
              </a:extLst>
            </p:cNvPr>
            <p:cNvSpPr/>
            <p:nvPr/>
          </p:nvSpPr>
          <p:spPr>
            <a:xfrm>
              <a:off x="1357870" y="4691191"/>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45" name="矩形 44">
              <a:extLst>
                <a:ext uri="{FF2B5EF4-FFF2-40B4-BE49-F238E27FC236}">
                  <a16:creationId xmlns:a16="http://schemas.microsoft.com/office/drawing/2014/main" id="{9A3F0FCF-35D6-4425-9B20-AB318BC7A032}"/>
                </a:ext>
              </a:extLst>
            </p:cNvPr>
            <p:cNvSpPr/>
            <p:nvPr/>
          </p:nvSpPr>
          <p:spPr>
            <a:xfrm>
              <a:off x="1357870" y="6394825"/>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46" name="矩形 45">
              <a:extLst>
                <a:ext uri="{FF2B5EF4-FFF2-40B4-BE49-F238E27FC236}">
                  <a16:creationId xmlns:a16="http://schemas.microsoft.com/office/drawing/2014/main" id="{5F667067-DE68-4FFA-918B-35D80AE0127E}"/>
                </a:ext>
              </a:extLst>
            </p:cNvPr>
            <p:cNvSpPr/>
            <p:nvPr/>
          </p:nvSpPr>
          <p:spPr>
            <a:xfrm>
              <a:off x="1357870" y="7246642"/>
              <a:ext cx="651451" cy="61678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47" name="Google Shape;7913;p146">
              <a:extLst>
                <a:ext uri="{FF2B5EF4-FFF2-40B4-BE49-F238E27FC236}">
                  <a16:creationId xmlns:a16="http://schemas.microsoft.com/office/drawing/2014/main" id="{109BB9B3-DA1A-4960-9F0E-1B1B02FD6E1A}"/>
                </a:ext>
              </a:extLst>
            </p:cNvPr>
            <p:cNvSpPr/>
            <p:nvPr/>
          </p:nvSpPr>
          <p:spPr>
            <a:xfrm>
              <a:off x="1463975" y="7334260"/>
              <a:ext cx="439240" cy="441551"/>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bg1"/>
            </a:solidFill>
            <a:ln w="38100">
              <a:solidFill>
                <a:schemeClr val="tx1"/>
              </a:solidFill>
            </a:ln>
          </p:spPr>
          <p:txBody>
            <a:bodyPr spcFirstLastPara="1" wrap="square" lIns="182850" tIns="182850" rIns="182850" bIns="182850" anchor="ctr" anchorCtr="0">
              <a:noAutofit/>
            </a:bodyPr>
            <a:lstStyle/>
            <a:p>
              <a:endParaRPr sz="3600"/>
            </a:p>
          </p:txBody>
        </p:sp>
      </p:grpSp>
    </p:spTree>
    <p:extLst>
      <p:ext uri="{BB962C8B-B14F-4D97-AF65-F5344CB8AC3E}">
        <p14:creationId xmlns:p14="http://schemas.microsoft.com/office/powerpoint/2010/main" val="408697151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矩形 27">
            <a:extLst>
              <a:ext uri="{FF2B5EF4-FFF2-40B4-BE49-F238E27FC236}">
                <a16:creationId xmlns:a16="http://schemas.microsoft.com/office/drawing/2014/main" id="{BEC1AAB4-CE4E-431A-B235-2DC9988A4F6D}"/>
              </a:ext>
            </a:extLst>
          </p:cNvPr>
          <p:cNvSpPr/>
          <p:nvPr/>
        </p:nvSpPr>
        <p:spPr>
          <a:xfrm>
            <a:off x="1156790" y="6792156"/>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dirty="0"/>
          </a:p>
        </p:txBody>
      </p:sp>
      <p:sp>
        <p:nvSpPr>
          <p:cNvPr id="96" name="動作按鈕: 取得資訊 95">
            <a:hlinkClick r:id="" action="ppaction://noaction" highlightClick="1"/>
            <a:extLst>
              <a:ext uri="{FF2B5EF4-FFF2-40B4-BE49-F238E27FC236}">
                <a16:creationId xmlns:a16="http://schemas.microsoft.com/office/drawing/2014/main" id="{3908A615-DA46-48C3-A0D8-0ABA727B5BD5}"/>
              </a:ext>
            </a:extLst>
          </p:cNvPr>
          <p:cNvSpPr/>
          <p:nvPr/>
        </p:nvSpPr>
        <p:spPr>
          <a:xfrm>
            <a:off x="1152082" y="4848103"/>
            <a:ext cx="862149" cy="794952"/>
          </a:xfrm>
          <a:prstGeom prst="actionButtonInformation">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dirty="0">
                <a:latin typeface="華康華綜體W5" panose="020B0509000000000000" pitchFamily="49" charset="-120"/>
                <a:ea typeface="華康華綜體W5" panose="020B0509000000000000" pitchFamily="49" charset="-120"/>
              </a:rPr>
              <a:t>第一章</a:t>
            </a:r>
          </a:p>
        </p:txBody>
      </p:sp>
      <p:grpSp>
        <p:nvGrpSpPr>
          <p:cNvPr id="6" name="群組 5">
            <a:extLst>
              <a:ext uri="{FF2B5EF4-FFF2-40B4-BE49-F238E27FC236}">
                <a16:creationId xmlns:a16="http://schemas.microsoft.com/office/drawing/2014/main" id="{4E571511-844E-4ACA-B526-B19D974D64CC}"/>
              </a:ext>
            </a:extLst>
          </p:cNvPr>
          <p:cNvGrpSpPr/>
          <p:nvPr/>
        </p:nvGrpSpPr>
        <p:grpSpPr>
          <a:xfrm>
            <a:off x="1156790" y="1895566"/>
            <a:ext cx="862148" cy="816271"/>
            <a:chOff x="724990" y="2142311"/>
            <a:chExt cx="862148" cy="816271"/>
          </a:xfrm>
          <a:solidFill>
            <a:schemeClr val="tx1"/>
          </a:solidFill>
        </p:grpSpPr>
        <p:sp>
          <p:nvSpPr>
            <p:cNvPr id="11" name="矩形 10">
              <a:extLst>
                <a:ext uri="{FF2B5EF4-FFF2-40B4-BE49-F238E27FC236}">
                  <a16:creationId xmlns:a16="http://schemas.microsoft.com/office/drawing/2014/main" id="{14879838-86D0-4EFF-AC7D-0844A16E6A8F}"/>
                </a:ext>
              </a:extLst>
            </p:cNvPr>
            <p:cNvSpPr/>
            <p:nvPr/>
          </p:nvSpPr>
          <p:spPr>
            <a:xfrm>
              <a:off x="724990" y="2142311"/>
              <a:ext cx="862148" cy="81627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 name="等腰三角形 1">
              <a:extLst>
                <a:ext uri="{FF2B5EF4-FFF2-40B4-BE49-F238E27FC236}">
                  <a16:creationId xmlns:a16="http://schemas.microsoft.com/office/drawing/2014/main" id="{699B10F3-65AE-48AA-B2FA-3C53E948EEC1}"/>
                </a:ext>
              </a:extLst>
            </p:cNvPr>
            <p:cNvSpPr/>
            <p:nvPr/>
          </p:nvSpPr>
          <p:spPr>
            <a:xfrm rot="5400000">
              <a:off x="809897" y="2325189"/>
              <a:ext cx="530352" cy="457200"/>
            </a:xfrm>
            <a:prstGeom prst="triangle">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等腰三角形 13">
              <a:extLst>
                <a:ext uri="{FF2B5EF4-FFF2-40B4-BE49-F238E27FC236}">
                  <a16:creationId xmlns:a16="http://schemas.microsoft.com/office/drawing/2014/main" id="{35D6072A-FB10-4209-B9FB-17DEFF4E898A}"/>
                </a:ext>
              </a:extLst>
            </p:cNvPr>
            <p:cNvSpPr/>
            <p:nvPr/>
          </p:nvSpPr>
          <p:spPr>
            <a:xfrm rot="5400000">
              <a:off x="1042416" y="2325189"/>
              <a:ext cx="530352" cy="457200"/>
            </a:xfrm>
            <a:prstGeom prst="triangle">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16" name="群組 15">
            <a:extLst>
              <a:ext uri="{FF2B5EF4-FFF2-40B4-BE49-F238E27FC236}">
                <a16:creationId xmlns:a16="http://schemas.microsoft.com/office/drawing/2014/main" id="{998D2AE3-F298-4C82-9FCD-D1461E590483}"/>
              </a:ext>
            </a:extLst>
          </p:cNvPr>
          <p:cNvGrpSpPr/>
          <p:nvPr/>
        </p:nvGrpSpPr>
        <p:grpSpPr>
          <a:xfrm>
            <a:off x="1156790" y="2874884"/>
            <a:ext cx="862148" cy="816271"/>
            <a:chOff x="724990" y="3141464"/>
            <a:chExt cx="862148" cy="816271"/>
          </a:xfrm>
          <a:solidFill>
            <a:schemeClr val="tx1"/>
          </a:solidFill>
        </p:grpSpPr>
        <p:sp>
          <p:nvSpPr>
            <p:cNvPr id="12" name="矩形 11">
              <a:extLst>
                <a:ext uri="{FF2B5EF4-FFF2-40B4-BE49-F238E27FC236}">
                  <a16:creationId xmlns:a16="http://schemas.microsoft.com/office/drawing/2014/main" id="{E894F3F5-366D-4889-9E60-0890DE625CF6}"/>
                </a:ext>
              </a:extLst>
            </p:cNvPr>
            <p:cNvSpPr/>
            <p:nvPr/>
          </p:nvSpPr>
          <p:spPr>
            <a:xfrm>
              <a:off x="724990" y="3141464"/>
              <a:ext cx="862148" cy="81627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 name="矩形: 剪去單一角落 2">
              <a:extLst>
                <a:ext uri="{FF2B5EF4-FFF2-40B4-BE49-F238E27FC236}">
                  <a16:creationId xmlns:a16="http://schemas.microsoft.com/office/drawing/2014/main" id="{42D4268F-8DA2-4CFB-BCD7-E55EBCB12A74}"/>
                </a:ext>
              </a:extLst>
            </p:cNvPr>
            <p:cNvSpPr/>
            <p:nvPr/>
          </p:nvSpPr>
          <p:spPr>
            <a:xfrm rot="10800000">
              <a:off x="884355" y="3273972"/>
              <a:ext cx="551253" cy="551253"/>
            </a:xfrm>
            <a:prstGeom prst="snip1Rect">
              <a:avLst>
                <a:gd name="adj" fmla="val 14692"/>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A2DF5288-45DB-45DB-8725-80060D5F611E}"/>
                </a:ext>
              </a:extLst>
            </p:cNvPr>
            <p:cNvSpPr/>
            <p:nvPr/>
          </p:nvSpPr>
          <p:spPr>
            <a:xfrm>
              <a:off x="992777" y="3273973"/>
              <a:ext cx="331198" cy="221702"/>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565B1F80-E2E2-44BA-93C7-0DBE2DF56C6D}"/>
                </a:ext>
              </a:extLst>
            </p:cNvPr>
            <p:cNvSpPr/>
            <p:nvPr/>
          </p:nvSpPr>
          <p:spPr>
            <a:xfrm>
              <a:off x="1040606" y="3649578"/>
              <a:ext cx="233363" cy="175648"/>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5" name="Google Shape;7240;p145">
            <a:extLst>
              <a:ext uri="{FF2B5EF4-FFF2-40B4-BE49-F238E27FC236}">
                <a16:creationId xmlns:a16="http://schemas.microsoft.com/office/drawing/2014/main" id="{E2875513-3C66-4773-B79D-FCAE6CB05424}"/>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w="38100">
            <a:solidFill>
              <a:schemeClr val="bg1"/>
            </a:solidFill>
          </a:ln>
        </p:spPr>
        <p:txBody>
          <a:bodyPr spcFirstLastPara="1" wrap="square" lIns="182850" tIns="182850" rIns="182850" bIns="182850" anchor="ctr" anchorCtr="0">
            <a:noAutofit/>
          </a:bodyPr>
          <a:lstStyle/>
          <a:p>
            <a:endParaRPr sz="3600"/>
          </a:p>
        </p:txBody>
      </p:sp>
      <p:sp>
        <p:nvSpPr>
          <p:cNvPr id="30" name="矩形 29">
            <a:extLst>
              <a:ext uri="{FF2B5EF4-FFF2-40B4-BE49-F238E27FC236}">
                <a16:creationId xmlns:a16="http://schemas.microsoft.com/office/drawing/2014/main" id="{A1AFECB2-F39C-4D64-9661-1881746F6381}"/>
              </a:ext>
            </a:extLst>
          </p:cNvPr>
          <p:cNvSpPr/>
          <p:nvPr/>
        </p:nvSpPr>
        <p:spPr>
          <a:xfrm>
            <a:off x="1156790" y="7771474"/>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1" name="矩形 30">
            <a:extLst>
              <a:ext uri="{FF2B5EF4-FFF2-40B4-BE49-F238E27FC236}">
                <a16:creationId xmlns:a16="http://schemas.microsoft.com/office/drawing/2014/main" id="{A478C02E-8003-42C2-94B4-330B97BA30C1}"/>
              </a:ext>
            </a:extLst>
          </p:cNvPr>
          <p:cNvSpPr/>
          <p:nvPr/>
        </p:nvSpPr>
        <p:spPr>
          <a:xfrm>
            <a:off x="1156790" y="8750795"/>
            <a:ext cx="862148" cy="816271"/>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90" name="群組 89">
            <a:extLst>
              <a:ext uri="{FF2B5EF4-FFF2-40B4-BE49-F238E27FC236}">
                <a16:creationId xmlns:a16="http://schemas.microsoft.com/office/drawing/2014/main" id="{949217F4-1713-4266-B3E0-6C4784B498C7}"/>
              </a:ext>
            </a:extLst>
          </p:cNvPr>
          <p:cNvGrpSpPr/>
          <p:nvPr/>
        </p:nvGrpSpPr>
        <p:grpSpPr>
          <a:xfrm>
            <a:off x="1308570" y="8863305"/>
            <a:ext cx="637494" cy="630742"/>
            <a:chOff x="846470" y="8832349"/>
            <a:chExt cx="637494" cy="630742"/>
          </a:xfrm>
          <a:solidFill>
            <a:schemeClr val="tx1"/>
          </a:solidFill>
        </p:grpSpPr>
        <p:sp>
          <p:nvSpPr>
            <p:cNvPr id="76" name="矩形 75">
              <a:extLst>
                <a:ext uri="{FF2B5EF4-FFF2-40B4-BE49-F238E27FC236}">
                  <a16:creationId xmlns:a16="http://schemas.microsoft.com/office/drawing/2014/main" id="{4E13D54C-EC95-4882-8DDA-D8F6C91BCC4D}"/>
                </a:ext>
              </a:extLst>
            </p:cNvPr>
            <p:cNvSpPr/>
            <p:nvPr/>
          </p:nvSpPr>
          <p:spPr>
            <a:xfrm>
              <a:off x="846470" y="8832349"/>
              <a:ext cx="427499" cy="46643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89" name="直線單箭頭接點 88">
              <a:extLst>
                <a:ext uri="{FF2B5EF4-FFF2-40B4-BE49-F238E27FC236}">
                  <a16:creationId xmlns:a16="http://schemas.microsoft.com/office/drawing/2014/main" id="{4538CC28-56AC-440B-80C5-DB8AD4B431CD}"/>
                </a:ext>
              </a:extLst>
            </p:cNvPr>
            <p:cNvCxnSpPr/>
            <p:nvPr/>
          </p:nvCxnSpPr>
          <p:spPr>
            <a:xfrm>
              <a:off x="1205240" y="9078456"/>
              <a:ext cx="278724" cy="0"/>
            </a:xfrm>
            <a:prstGeom prst="straightConnector1">
              <a:avLst/>
            </a:prstGeom>
            <a:grpFill/>
            <a:ln w="38100" cap="flat" cmpd="sng" algn="ctr">
              <a:solidFill>
                <a:schemeClr val="bg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3" name="平行四邊形 72">
              <a:extLst>
                <a:ext uri="{FF2B5EF4-FFF2-40B4-BE49-F238E27FC236}">
                  <a16:creationId xmlns:a16="http://schemas.microsoft.com/office/drawing/2014/main" id="{9330347F-87EF-4393-836C-E733404A5B50}"/>
                </a:ext>
              </a:extLst>
            </p:cNvPr>
            <p:cNvSpPr/>
            <p:nvPr/>
          </p:nvSpPr>
          <p:spPr>
            <a:xfrm rot="5400000">
              <a:off x="674738" y="9027605"/>
              <a:ext cx="607219" cy="263754"/>
            </a:xfrm>
            <a:prstGeom prst="parallelogram">
              <a:avLst>
                <a:gd name="adj" fmla="val 58648"/>
              </a:avLst>
            </a:prstGeom>
            <a:solidFill>
              <a:schemeClr val="bg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94" name="動作按鈕: 說明 93">
            <a:hlinkClick r:id="" action="ppaction://noaction" highlightClick="1"/>
            <a:extLst>
              <a:ext uri="{FF2B5EF4-FFF2-40B4-BE49-F238E27FC236}">
                <a16:creationId xmlns:a16="http://schemas.microsoft.com/office/drawing/2014/main" id="{42680273-5413-488C-A733-1E64C33BE6EC}"/>
              </a:ext>
            </a:extLst>
          </p:cNvPr>
          <p:cNvSpPr/>
          <p:nvPr/>
        </p:nvSpPr>
        <p:spPr>
          <a:xfrm>
            <a:off x="1157649" y="5807366"/>
            <a:ext cx="862148" cy="833538"/>
          </a:xfrm>
          <a:prstGeom prst="actionButtonHelp">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95" name="動作按鈕: 移至首頁 94">
            <a:hlinkClick r:id="" action="ppaction://hlinkshowjump?jump=firstslide" highlightClick="1"/>
            <a:extLst>
              <a:ext uri="{FF2B5EF4-FFF2-40B4-BE49-F238E27FC236}">
                <a16:creationId xmlns:a16="http://schemas.microsoft.com/office/drawing/2014/main" id="{D0B696AA-607C-4FA1-A700-F75F990B86EC}"/>
              </a:ext>
            </a:extLst>
          </p:cNvPr>
          <p:cNvSpPr/>
          <p:nvPr/>
        </p:nvSpPr>
        <p:spPr>
          <a:xfrm>
            <a:off x="1133482" y="3855035"/>
            <a:ext cx="877686" cy="821743"/>
          </a:xfrm>
          <a:prstGeom prst="actionButtonHome">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n>
                <a:solidFill>
                  <a:schemeClr val="tx1"/>
                </a:solidFill>
              </a:ln>
            </a:endParaRPr>
          </a:p>
        </p:txBody>
      </p:sp>
      <p:sp>
        <p:nvSpPr>
          <p:cNvPr id="97" name="流程圖: 卡片 96">
            <a:extLst>
              <a:ext uri="{FF2B5EF4-FFF2-40B4-BE49-F238E27FC236}">
                <a16:creationId xmlns:a16="http://schemas.microsoft.com/office/drawing/2014/main" id="{9118C28F-56FA-418A-8256-BE7A236043B1}"/>
              </a:ext>
            </a:extLst>
          </p:cNvPr>
          <p:cNvSpPr/>
          <p:nvPr/>
        </p:nvSpPr>
        <p:spPr>
          <a:xfrm>
            <a:off x="1316155" y="7991474"/>
            <a:ext cx="468537" cy="382778"/>
          </a:xfrm>
          <a:prstGeom prst="flowChartPunchedCard">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3" name="平行四邊形 92">
            <a:extLst>
              <a:ext uri="{FF2B5EF4-FFF2-40B4-BE49-F238E27FC236}">
                <a16:creationId xmlns:a16="http://schemas.microsoft.com/office/drawing/2014/main" id="{273B3622-1F7F-47F5-804E-70F863BAF59D}"/>
              </a:ext>
            </a:extLst>
          </p:cNvPr>
          <p:cNvSpPr/>
          <p:nvPr/>
        </p:nvSpPr>
        <p:spPr>
          <a:xfrm>
            <a:off x="1335338" y="8155958"/>
            <a:ext cx="551406" cy="216694"/>
          </a:xfrm>
          <a:prstGeom prst="parallelogram">
            <a:avLst>
              <a:gd name="adj" fmla="val 58648"/>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Tree>
    <p:extLst>
      <p:ext uri="{BB962C8B-B14F-4D97-AF65-F5344CB8AC3E}">
        <p14:creationId xmlns:p14="http://schemas.microsoft.com/office/powerpoint/2010/main" val="245719907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載入</a:t>
            </a:r>
          </a:p>
        </p:txBody>
      </p:sp>
      <p:sp>
        <p:nvSpPr>
          <p:cNvPr id="11" name="矩形 10">
            <a:extLst>
              <a:ext uri="{FF2B5EF4-FFF2-40B4-BE49-F238E27FC236}">
                <a16:creationId xmlns:a16="http://schemas.microsoft.com/office/drawing/2014/main" id="{83AFC7C6-0795-4C79-9B71-694511A26B9A}"/>
              </a:ext>
            </a:extLst>
          </p:cNvPr>
          <p:cNvSpPr/>
          <p:nvPr/>
        </p:nvSpPr>
        <p:spPr>
          <a:xfrm>
            <a:off x="2597903" y="2180551"/>
            <a:ext cx="4602927" cy="264717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2" name="矩形 11">
            <a:extLst>
              <a:ext uri="{FF2B5EF4-FFF2-40B4-BE49-F238E27FC236}">
                <a16:creationId xmlns:a16="http://schemas.microsoft.com/office/drawing/2014/main" id="{7861C221-170B-4AAA-B7A3-F4632FE02947}"/>
              </a:ext>
            </a:extLst>
          </p:cNvPr>
          <p:cNvSpPr/>
          <p:nvPr/>
        </p:nvSpPr>
        <p:spPr>
          <a:xfrm>
            <a:off x="7609672" y="2180551"/>
            <a:ext cx="4602927" cy="264717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3" name="矩形 12">
            <a:extLst>
              <a:ext uri="{FF2B5EF4-FFF2-40B4-BE49-F238E27FC236}">
                <a16:creationId xmlns:a16="http://schemas.microsoft.com/office/drawing/2014/main" id="{4CC50331-6AD7-48AB-BFE4-48AFCBEA9DB2}"/>
              </a:ext>
            </a:extLst>
          </p:cNvPr>
          <p:cNvSpPr/>
          <p:nvPr/>
        </p:nvSpPr>
        <p:spPr>
          <a:xfrm>
            <a:off x="2597903" y="5207706"/>
            <a:ext cx="4602927" cy="264717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4" name="矩形 13">
            <a:extLst>
              <a:ext uri="{FF2B5EF4-FFF2-40B4-BE49-F238E27FC236}">
                <a16:creationId xmlns:a16="http://schemas.microsoft.com/office/drawing/2014/main" id="{266E330E-14F5-4D8D-9D04-2CF697C22537}"/>
              </a:ext>
            </a:extLst>
          </p:cNvPr>
          <p:cNvSpPr/>
          <p:nvPr/>
        </p:nvSpPr>
        <p:spPr>
          <a:xfrm>
            <a:off x="7595311" y="5207706"/>
            <a:ext cx="4602927" cy="264717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5" name="矩形 14">
            <a:extLst>
              <a:ext uri="{FF2B5EF4-FFF2-40B4-BE49-F238E27FC236}">
                <a16:creationId xmlns:a16="http://schemas.microsoft.com/office/drawing/2014/main" id="{C9DBB0B7-2C5F-49E3-9A23-0E6E64F01758}"/>
              </a:ext>
            </a:extLst>
          </p:cNvPr>
          <p:cNvSpPr/>
          <p:nvPr/>
        </p:nvSpPr>
        <p:spPr>
          <a:xfrm>
            <a:off x="12621441" y="2180551"/>
            <a:ext cx="4602927" cy="264717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6" name="矩形 15">
            <a:extLst>
              <a:ext uri="{FF2B5EF4-FFF2-40B4-BE49-F238E27FC236}">
                <a16:creationId xmlns:a16="http://schemas.microsoft.com/office/drawing/2014/main" id="{5B8F4AAB-8BF2-4537-AB24-6233B716BC66}"/>
              </a:ext>
            </a:extLst>
          </p:cNvPr>
          <p:cNvSpPr/>
          <p:nvPr/>
        </p:nvSpPr>
        <p:spPr>
          <a:xfrm>
            <a:off x="12592719" y="5207706"/>
            <a:ext cx="4602927" cy="264717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8" name="標題 1">
            <a:extLst>
              <a:ext uri="{FF2B5EF4-FFF2-40B4-BE49-F238E27FC236}">
                <a16:creationId xmlns:a16="http://schemas.microsoft.com/office/drawing/2014/main" id="{77B83735-0091-40A0-84EA-05A5621D432D}"/>
              </a:ext>
            </a:extLst>
          </p:cNvPr>
          <p:cNvSpPr txBox="1">
            <a:spLocks/>
          </p:cNvSpPr>
          <p:nvPr/>
        </p:nvSpPr>
        <p:spPr>
          <a:xfrm>
            <a:off x="7200830" y="8129413"/>
            <a:ext cx="50117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dirty="0">
                <a:latin typeface="華康華綜體W5" panose="020B0509000000000000" pitchFamily="49" charset="-120"/>
                <a:ea typeface="華康華綜體W5" panose="020B0509000000000000" pitchFamily="49" charset="-120"/>
              </a:rPr>
              <a:t>1</a:t>
            </a:r>
            <a:r>
              <a:rPr lang="zh-TW" altLang="en-US" sz="4800" dirty="0">
                <a:latin typeface="華康華綜體W5" panose="020B0509000000000000" pitchFamily="49" charset="-120"/>
                <a:ea typeface="華康華綜體W5" panose="020B0509000000000000" pitchFamily="49" charset="-120"/>
              </a:rPr>
              <a:t> </a:t>
            </a:r>
            <a:r>
              <a:rPr lang="en-US" altLang="zh-TW" sz="4800" dirty="0">
                <a:solidFill>
                  <a:schemeClr val="bg1">
                    <a:lumMod val="50000"/>
                  </a:schemeClr>
                </a:solidFill>
                <a:latin typeface="華康華綜體W5" panose="020B0509000000000000" pitchFamily="49" charset="-120"/>
                <a:ea typeface="華康華綜體W5" panose="020B0509000000000000" pitchFamily="49" charset="-120"/>
              </a:rPr>
              <a:t>2</a:t>
            </a:r>
            <a:r>
              <a:rPr lang="zh-TW" altLang="en-US" sz="4800" dirty="0">
                <a:solidFill>
                  <a:schemeClr val="bg1">
                    <a:lumMod val="50000"/>
                  </a:schemeClr>
                </a:solidFill>
                <a:latin typeface="華康華綜體W5" panose="020B0509000000000000" pitchFamily="49" charset="-120"/>
                <a:ea typeface="華康華綜體W5" panose="020B0509000000000000" pitchFamily="49" charset="-120"/>
              </a:rPr>
              <a:t> </a:t>
            </a:r>
            <a:r>
              <a:rPr lang="en-US" altLang="zh-TW" sz="4800" dirty="0">
                <a:solidFill>
                  <a:schemeClr val="bg1">
                    <a:lumMod val="50000"/>
                  </a:schemeClr>
                </a:solidFill>
                <a:latin typeface="華康華綜體W5" panose="020B0509000000000000" pitchFamily="49" charset="-120"/>
                <a:ea typeface="華康華綜體W5" panose="020B0509000000000000" pitchFamily="49" charset="-120"/>
              </a:rPr>
              <a:t>3</a:t>
            </a:r>
            <a:r>
              <a:rPr lang="zh-TW" altLang="en-US" sz="4800" dirty="0">
                <a:solidFill>
                  <a:schemeClr val="bg1">
                    <a:lumMod val="50000"/>
                  </a:schemeClr>
                </a:solidFill>
                <a:latin typeface="華康華綜體W5" panose="020B0509000000000000" pitchFamily="49" charset="-120"/>
                <a:ea typeface="華康華綜體W5" panose="020B0509000000000000" pitchFamily="49" charset="-120"/>
              </a:rPr>
              <a:t> </a:t>
            </a:r>
            <a:r>
              <a:rPr lang="en-US" altLang="zh-TW" sz="4800" dirty="0">
                <a:solidFill>
                  <a:schemeClr val="bg1">
                    <a:lumMod val="50000"/>
                  </a:schemeClr>
                </a:solidFill>
                <a:latin typeface="華康華綜體W5" panose="020B0509000000000000" pitchFamily="49" charset="-120"/>
                <a:ea typeface="華康華綜體W5" panose="020B0509000000000000" pitchFamily="49" charset="-120"/>
              </a:rPr>
              <a:t>4</a:t>
            </a:r>
            <a:endParaRPr lang="zh-TW" altLang="en-US" sz="4800" dirty="0">
              <a:solidFill>
                <a:schemeClr val="bg1">
                  <a:lumMod val="50000"/>
                </a:schemeClr>
              </a:solidFill>
              <a:latin typeface="華康華綜體W5" panose="020B0509000000000000" pitchFamily="49" charset="-120"/>
              <a:ea typeface="華康華綜體W5" panose="020B0509000000000000" pitchFamily="49" charset="-120"/>
            </a:endParaRPr>
          </a:p>
        </p:txBody>
      </p:sp>
      <p:grpSp>
        <p:nvGrpSpPr>
          <p:cNvPr id="17" name="群組 16">
            <a:extLst>
              <a:ext uri="{FF2B5EF4-FFF2-40B4-BE49-F238E27FC236}">
                <a16:creationId xmlns:a16="http://schemas.microsoft.com/office/drawing/2014/main" id="{542C0634-4295-4CFC-B2EB-B0B57983EAA6}"/>
              </a:ext>
            </a:extLst>
          </p:cNvPr>
          <p:cNvGrpSpPr/>
          <p:nvPr/>
        </p:nvGrpSpPr>
        <p:grpSpPr>
          <a:xfrm>
            <a:off x="1152082" y="4848103"/>
            <a:ext cx="867715" cy="4718963"/>
            <a:chOff x="1152082" y="4848103"/>
            <a:chExt cx="867715" cy="4718963"/>
          </a:xfrm>
        </p:grpSpPr>
        <p:sp>
          <p:nvSpPr>
            <p:cNvPr id="19" name="動作按鈕: 取得資訊 18">
              <a:hlinkClick r:id="" action="ppaction://noaction" highlightClick="1"/>
              <a:extLst>
                <a:ext uri="{FF2B5EF4-FFF2-40B4-BE49-F238E27FC236}">
                  <a16:creationId xmlns:a16="http://schemas.microsoft.com/office/drawing/2014/main" id="{D10EF937-43C6-4F6A-A713-BD3611521A81}"/>
                </a:ext>
              </a:extLst>
            </p:cNvPr>
            <p:cNvSpPr/>
            <p:nvPr/>
          </p:nvSpPr>
          <p:spPr>
            <a:xfrm>
              <a:off x="1152082" y="4848103"/>
              <a:ext cx="862149" cy="794952"/>
            </a:xfrm>
            <a:prstGeom prst="actionButtonInformation">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Google Shape;7240;p145">
              <a:extLst>
                <a:ext uri="{FF2B5EF4-FFF2-40B4-BE49-F238E27FC236}">
                  <a16:creationId xmlns:a16="http://schemas.microsoft.com/office/drawing/2014/main" id="{CDF0FD37-FF0C-45D8-8284-038AC6247B88}"/>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a:noFill/>
            </a:ln>
          </p:spPr>
          <p:txBody>
            <a:bodyPr spcFirstLastPara="1" wrap="square" lIns="182850" tIns="182850" rIns="182850" bIns="182850" anchor="ctr" anchorCtr="0">
              <a:noAutofit/>
            </a:bodyPr>
            <a:lstStyle/>
            <a:p>
              <a:endParaRPr sz="3600"/>
            </a:p>
          </p:txBody>
        </p:sp>
        <p:sp>
          <p:nvSpPr>
            <p:cNvPr id="21" name="矩形 20">
              <a:extLst>
                <a:ext uri="{FF2B5EF4-FFF2-40B4-BE49-F238E27FC236}">
                  <a16:creationId xmlns:a16="http://schemas.microsoft.com/office/drawing/2014/main" id="{3F2C1BB2-6270-4B65-9973-547A670578DC}"/>
                </a:ext>
              </a:extLst>
            </p:cNvPr>
            <p:cNvSpPr/>
            <p:nvPr/>
          </p:nvSpPr>
          <p:spPr>
            <a:xfrm>
              <a:off x="1156790" y="6792156"/>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2" name="矩形 21">
              <a:extLst>
                <a:ext uri="{FF2B5EF4-FFF2-40B4-BE49-F238E27FC236}">
                  <a16:creationId xmlns:a16="http://schemas.microsoft.com/office/drawing/2014/main" id="{69336B20-B8C0-4E0E-B574-BDA5A2E9099B}"/>
                </a:ext>
              </a:extLst>
            </p:cNvPr>
            <p:cNvSpPr/>
            <p:nvPr/>
          </p:nvSpPr>
          <p:spPr>
            <a:xfrm>
              <a:off x="1156790" y="7771474"/>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3" name="矩形 22">
              <a:extLst>
                <a:ext uri="{FF2B5EF4-FFF2-40B4-BE49-F238E27FC236}">
                  <a16:creationId xmlns:a16="http://schemas.microsoft.com/office/drawing/2014/main" id="{2C3B36A6-2DD6-4E28-87CF-7CBA04F87575}"/>
                </a:ext>
              </a:extLst>
            </p:cNvPr>
            <p:cNvSpPr/>
            <p:nvPr/>
          </p:nvSpPr>
          <p:spPr>
            <a:xfrm>
              <a:off x="1156790" y="8750795"/>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24" name="群組 23">
              <a:extLst>
                <a:ext uri="{FF2B5EF4-FFF2-40B4-BE49-F238E27FC236}">
                  <a16:creationId xmlns:a16="http://schemas.microsoft.com/office/drawing/2014/main" id="{AC040831-1993-4D2D-81AF-914F531D3C9F}"/>
                </a:ext>
              </a:extLst>
            </p:cNvPr>
            <p:cNvGrpSpPr/>
            <p:nvPr/>
          </p:nvGrpSpPr>
          <p:grpSpPr>
            <a:xfrm>
              <a:off x="1308570" y="8863305"/>
              <a:ext cx="637494" cy="630742"/>
              <a:chOff x="846470" y="8832349"/>
              <a:chExt cx="637494" cy="630742"/>
            </a:xfrm>
          </p:grpSpPr>
          <p:sp>
            <p:nvSpPr>
              <p:cNvPr id="28" name="平行四邊形 27">
                <a:extLst>
                  <a:ext uri="{FF2B5EF4-FFF2-40B4-BE49-F238E27FC236}">
                    <a16:creationId xmlns:a16="http://schemas.microsoft.com/office/drawing/2014/main" id="{6382B036-7700-4277-BB12-7B33E5D122EB}"/>
                  </a:ext>
                </a:extLst>
              </p:cNvPr>
              <p:cNvSpPr/>
              <p:nvPr/>
            </p:nvSpPr>
            <p:spPr>
              <a:xfrm rot="5400000">
                <a:off x="674738" y="9027605"/>
                <a:ext cx="607219" cy="26375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29" name="矩形 28">
                <a:extLst>
                  <a:ext uri="{FF2B5EF4-FFF2-40B4-BE49-F238E27FC236}">
                    <a16:creationId xmlns:a16="http://schemas.microsoft.com/office/drawing/2014/main" id="{3CAC509E-C61E-470A-AD06-32EE9FB419B6}"/>
                  </a:ext>
                </a:extLst>
              </p:cNvPr>
              <p:cNvSpPr/>
              <p:nvPr/>
            </p:nvSpPr>
            <p:spPr>
              <a:xfrm>
                <a:off x="846470" y="8832349"/>
                <a:ext cx="427499" cy="466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30" name="直線單箭頭接點 29">
                <a:extLst>
                  <a:ext uri="{FF2B5EF4-FFF2-40B4-BE49-F238E27FC236}">
                    <a16:creationId xmlns:a16="http://schemas.microsoft.com/office/drawing/2014/main" id="{D2A4D4D3-9B92-41A6-B7A7-26B814DB5583}"/>
                  </a:ext>
                </a:extLst>
              </p:cNvPr>
              <p:cNvCxnSpPr/>
              <p:nvPr/>
            </p:nvCxnSpPr>
            <p:spPr>
              <a:xfrm>
                <a:off x="1205240" y="9078456"/>
                <a:ext cx="27872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sp>
          <p:nvSpPr>
            <p:cNvPr id="25" name="平行四邊形 24">
              <a:extLst>
                <a:ext uri="{FF2B5EF4-FFF2-40B4-BE49-F238E27FC236}">
                  <a16:creationId xmlns:a16="http://schemas.microsoft.com/office/drawing/2014/main" id="{8E5B6E01-DAC3-49C4-9C4C-35268E9DB0AC}"/>
                </a:ext>
              </a:extLst>
            </p:cNvPr>
            <p:cNvSpPr/>
            <p:nvPr/>
          </p:nvSpPr>
          <p:spPr>
            <a:xfrm>
              <a:off x="1335338" y="8155958"/>
              <a:ext cx="551406" cy="21669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26" name="動作按鈕: 說明 25">
              <a:hlinkClick r:id="" action="ppaction://noaction" highlightClick="1"/>
              <a:extLst>
                <a:ext uri="{FF2B5EF4-FFF2-40B4-BE49-F238E27FC236}">
                  <a16:creationId xmlns:a16="http://schemas.microsoft.com/office/drawing/2014/main" id="{F5D212AF-7102-4517-8A4D-6A6191CFB981}"/>
                </a:ext>
              </a:extLst>
            </p:cNvPr>
            <p:cNvSpPr/>
            <p:nvPr/>
          </p:nvSpPr>
          <p:spPr>
            <a:xfrm>
              <a:off x="1157649" y="5807366"/>
              <a:ext cx="862148" cy="833538"/>
            </a:xfrm>
            <a:prstGeom prst="actionButtonHelp">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27" name="流程圖: 卡片 26">
              <a:extLst>
                <a:ext uri="{FF2B5EF4-FFF2-40B4-BE49-F238E27FC236}">
                  <a16:creationId xmlns:a16="http://schemas.microsoft.com/office/drawing/2014/main" id="{E9C47A99-6375-4E8F-AAB6-4E8664D480CD}"/>
                </a:ext>
              </a:extLst>
            </p:cNvPr>
            <p:cNvSpPr/>
            <p:nvPr/>
          </p:nvSpPr>
          <p:spPr>
            <a:xfrm>
              <a:off x="1316155" y="7991474"/>
              <a:ext cx="468537" cy="382778"/>
            </a:xfrm>
            <a:prstGeom prst="flowChartPunchedCard">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Tree>
    <p:extLst>
      <p:ext uri="{BB962C8B-B14F-4D97-AF65-F5344CB8AC3E}">
        <p14:creationId xmlns:p14="http://schemas.microsoft.com/office/powerpoint/2010/main" val="51548469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載入</a:t>
            </a:r>
          </a:p>
        </p:txBody>
      </p:sp>
      <p:sp>
        <p:nvSpPr>
          <p:cNvPr id="22" name="矩形 21">
            <a:extLst>
              <a:ext uri="{FF2B5EF4-FFF2-40B4-BE49-F238E27FC236}">
                <a16:creationId xmlns:a16="http://schemas.microsoft.com/office/drawing/2014/main" id="{7AF81894-D2DE-457E-A5F2-270AD0BB06A2}"/>
              </a:ext>
            </a:extLst>
          </p:cNvPr>
          <p:cNvSpPr/>
          <p:nvPr/>
        </p:nvSpPr>
        <p:spPr>
          <a:xfrm>
            <a:off x="2818855" y="121702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3" name="矩形 22">
            <a:extLst>
              <a:ext uri="{FF2B5EF4-FFF2-40B4-BE49-F238E27FC236}">
                <a16:creationId xmlns:a16="http://schemas.microsoft.com/office/drawing/2014/main" id="{B5574A30-B2EB-4BE0-972A-0430AAFCA4F2}"/>
              </a:ext>
            </a:extLst>
          </p:cNvPr>
          <p:cNvSpPr/>
          <p:nvPr/>
        </p:nvSpPr>
        <p:spPr>
          <a:xfrm>
            <a:off x="9787074" y="121702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4" name="矩形 23">
            <a:extLst>
              <a:ext uri="{FF2B5EF4-FFF2-40B4-BE49-F238E27FC236}">
                <a16:creationId xmlns:a16="http://schemas.microsoft.com/office/drawing/2014/main" id="{4BBD7ED1-4CA4-47CD-9B59-7E891FD9E7AC}"/>
              </a:ext>
            </a:extLst>
          </p:cNvPr>
          <p:cNvSpPr/>
          <p:nvPr/>
        </p:nvSpPr>
        <p:spPr>
          <a:xfrm>
            <a:off x="2818855" y="542848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5" name="矩形 24">
            <a:extLst>
              <a:ext uri="{FF2B5EF4-FFF2-40B4-BE49-F238E27FC236}">
                <a16:creationId xmlns:a16="http://schemas.microsoft.com/office/drawing/2014/main" id="{9E0190D3-6F51-445B-8987-D5DFE3B03A9D}"/>
              </a:ext>
            </a:extLst>
          </p:cNvPr>
          <p:cNvSpPr/>
          <p:nvPr/>
        </p:nvSpPr>
        <p:spPr>
          <a:xfrm>
            <a:off x="9787074" y="542848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9" name="群組 8">
            <a:extLst>
              <a:ext uri="{FF2B5EF4-FFF2-40B4-BE49-F238E27FC236}">
                <a16:creationId xmlns:a16="http://schemas.microsoft.com/office/drawing/2014/main" id="{D8769110-CC1B-416D-B201-17CBFB24F6F6}"/>
              </a:ext>
            </a:extLst>
          </p:cNvPr>
          <p:cNvGrpSpPr/>
          <p:nvPr/>
        </p:nvGrpSpPr>
        <p:grpSpPr>
          <a:xfrm>
            <a:off x="16459195" y="1018921"/>
            <a:ext cx="909815" cy="953359"/>
            <a:chOff x="16459195" y="1018921"/>
            <a:chExt cx="909815" cy="953359"/>
          </a:xfrm>
        </p:grpSpPr>
        <p:sp>
          <p:nvSpPr>
            <p:cNvPr id="10" name="矩形 9">
              <a:extLst>
                <a:ext uri="{FF2B5EF4-FFF2-40B4-BE49-F238E27FC236}">
                  <a16:creationId xmlns:a16="http://schemas.microsoft.com/office/drawing/2014/main" id="{5F148EF3-BA8B-463A-AB2A-BCDD5D613B7D}"/>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標題 1">
              <a:extLst>
                <a:ext uri="{FF2B5EF4-FFF2-40B4-BE49-F238E27FC236}">
                  <a16:creationId xmlns:a16="http://schemas.microsoft.com/office/drawing/2014/main" id="{68F7E8FA-D7FF-48E1-B2BF-30EB11AE8B96}"/>
                </a:ext>
              </a:extLst>
            </p:cNvPr>
            <p:cNvSpPr txBox="1">
              <a:spLocks/>
            </p:cNvSpPr>
            <p:nvPr/>
          </p:nvSpPr>
          <p:spPr>
            <a:xfrm>
              <a:off x="16502737" y="1106007"/>
              <a:ext cx="866273"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Adobe 黑体 Std R" panose="020B0400000000000000" pitchFamily="34" charset="-128"/>
                  <a:ea typeface="Adobe 黑体 Std R" panose="020B0400000000000000" pitchFamily="34" charset="-128"/>
                </a:rPr>
                <a:t>╳</a:t>
              </a:r>
            </a:p>
          </p:txBody>
        </p:sp>
      </p:grpSp>
      <p:sp>
        <p:nvSpPr>
          <p:cNvPr id="12" name="矩形 11">
            <a:extLst>
              <a:ext uri="{FF2B5EF4-FFF2-40B4-BE49-F238E27FC236}">
                <a16:creationId xmlns:a16="http://schemas.microsoft.com/office/drawing/2014/main" id="{27509C77-9845-4F55-BF74-49D667694951}"/>
              </a:ext>
            </a:extLst>
          </p:cNvPr>
          <p:cNvSpPr/>
          <p:nvPr/>
        </p:nvSpPr>
        <p:spPr>
          <a:xfrm>
            <a:off x="1156790" y="6792156"/>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dirty="0"/>
          </a:p>
        </p:txBody>
      </p:sp>
      <p:sp>
        <p:nvSpPr>
          <p:cNvPr id="13" name="動作按鈕: 取得資訊 12">
            <a:hlinkClick r:id="" action="ppaction://noaction" highlightClick="1"/>
            <a:extLst>
              <a:ext uri="{FF2B5EF4-FFF2-40B4-BE49-F238E27FC236}">
                <a16:creationId xmlns:a16="http://schemas.microsoft.com/office/drawing/2014/main" id="{F3096770-46D2-4A73-8144-585056DE2614}"/>
              </a:ext>
            </a:extLst>
          </p:cNvPr>
          <p:cNvSpPr/>
          <p:nvPr/>
        </p:nvSpPr>
        <p:spPr>
          <a:xfrm>
            <a:off x="1152082" y="4848103"/>
            <a:ext cx="862149" cy="794952"/>
          </a:xfrm>
          <a:prstGeom prst="actionButtonInformation">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 name="Google Shape;7240;p145">
            <a:extLst>
              <a:ext uri="{FF2B5EF4-FFF2-40B4-BE49-F238E27FC236}">
                <a16:creationId xmlns:a16="http://schemas.microsoft.com/office/drawing/2014/main" id="{85A15303-9BCF-495F-ADC6-46FAACB9999E}"/>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w="38100">
            <a:solidFill>
              <a:schemeClr val="bg1"/>
            </a:solidFill>
          </a:ln>
        </p:spPr>
        <p:txBody>
          <a:bodyPr spcFirstLastPara="1" wrap="square" lIns="182850" tIns="182850" rIns="182850" bIns="182850" anchor="ctr" anchorCtr="0">
            <a:noAutofit/>
          </a:bodyPr>
          <a:lstStyle/>
          <a:p>
            <a:endParaRPr sz="3600"/>
          </a:p>
        </p:txBody>
      </p:sp>
      <p:sp>
        <p:nvSpPr>
          <p:cNvPr id="15" name="矩形 14">
            <a:extLst>
              <a:ext uri="{FF2B5EF4-FFF2-40B4-BE49-F238E27FC236}">
                <a16:creationId xmlns:a16="http://schemas.microsoft.com/office/drawing/2014/main" id="{F27541B4-65FE-4E65-B556-314746781F55}"/>
              </a:ext>
            </a:extLst>
          </p:cNvPr>
          <p:cNvSpPr/>
          <p:nvPr/>
        </p:nvSpPr>
        <p:spPr>
          <a:xfrm>
            <a:off x="1156790" y="7771474"/>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6" name="矩形 15">
            <a:extLst>
              <a:ext uri="{FF2B5EF4-FFF2-40B4-BE49-F238E27FC236}">
                <a16:creationId xmlns:a16="http://schemas.microsoft.com/office/drawing/2014/main" id="{BC704924-AE97-475E-93DB-638F3C340916}"/>
              </a:ext>
            </a:extLst>
          </p:cNvPr>
          <p:cNvSpPr/>
          <p:nvPr/>
        </p:nvSpPr>
        <p:spPr>
          <a:xfrm>
            <a:off x="1156790" y="8750795"/>
            <a:ext cx="862148" cy="816271"/>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17" name="群組 16">
            <a:extLst>
              <a:ext uri="{FF2B5EF4-FFF2-40B4-BE49-F238E27FC236}">
                <a16:creationId xmlns:a16="http://schemas.microsoft.com/office/drawing/2014/main" id="{7D395E25-B5A8-44D0-AE0E-043E35BF6346}"/>
              </a:ext>
            </a:extLst>
          </p:cNvPr>
          <p:cNvGrpSpPr/>
          <p:nvPr/>
        </p:nvGrpSpPr>
        <p:grpSpPr>
          <a:xfrm>
            <a:off x="1308570" y="8863305"/>
            <a:ext cx="637494" cy="630742"/>
            <a:chOff x="846470" y="8832349"/>
            <a:chExt cx="637494" cy="630742"/>
          </a:xfrm>
          <a:solidFill>
            <a:schemeClr val="tx1"/>
          </a:solidFill>
        </p:grpSpPr>
        <p:sp>
          <p:nvSpPr>
            <p:cNvPr id="18" name="矩形 17">
              <a:extLst>
                <a:ext uri="{FF2B5EF4-FFF2-40B4-BE49-F238E27FC236}">
                  <a16:creationId xmlns:a16="http://schemas.microsoft.com/office/drawing/2014/main" id="{ADF9A807-E135-430B-8798-7D0500C4194A}"/>
                </a:ext>
              </a:extLst>
            </p:cNvPr>
            <p:cNvSpPr/>
            <p:nvPr/>
          </p:nvSpPr>
          <p:spPr>
            <a:xfrm>
              <a:off x="846470" y="8832349"/>
              <a:ext cx="427499" cy="46643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19" name="直線單箭頭接點 18">
              <a:extLst>
                <a:ext uri="{FF2B5EF4-FFF2-40B4-BE49-F238E27FC236}">
                  <a16:creationId xmlns:a16="http://schemas.microsoft.com/office/drawing/2014/main" id="{2AE01A9B-999D-4B8C-9944-942C88143393}"/>
                </a:ext>
              </a:extLst>
            </p:cNvPr>
            <p:cNvCxnSpPr/>
            <p:nvPr/>
          </p:nvCxnSpPr>
          <p:spPr>
            <a:xfrm>
              <a:off x="1205240" y="9078456"/>
              <a:ext cx="278724" cy="0"/>
            </a:xfrm>
            <a:prstGeom prst="straightConnector1">
              <a:avLst/>
            </a:prstGeom>
            <a:grpFill/>
            <a:ln w="38100" cap="flat" cmpd="sng" algn="ctr">
              <a:solidFill>
                <a:schemeClr val="bg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0" name="平行四邊形 19">
              <a:extLst>
                <a:ext uri="{FF2B5EF4-FFF2-40B4-BE49-F238E27FC236}">
                  <a16:creationId xmlns:a16="http://schemas.microsoft.com/office/drawing/2014/main" id="{16C935EC-444D-4CA8-9893-9A1BD2730291}"/>
                </a:ext>
              </a:extLst>
            </p:cNvPr>
            <p:cNvSpPr/>
            <p:nvPr/>
          </p:nvSpPr>
          <p:spPr>
            <a:xfrm rot="5400000">
              <a:off x="674738" y="9027605"/>
              <a:ext cx="607219" cy="263754"/>
            </a:xfrm>
            <a:prstGeom prst="parallelogram">
              <a:avLst>
                <a:gd name="adj" fmla="val 58648"/>
              </a:avLst>
            </a:prstGeom>
            <a:solidFill>
              <a:schemeClr val="bg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21" name="動作按鈕: 說明 20">
            <a:hlinkClick r:id="" action="ppaction://noaction" highlightClick="1"/>
            <a:extLst>
              <a:ext uri="{FF2B5EF4-FFF2-40B4-BE49-F238E27FC236}">
                <a16:creationId xmlns:a16="http://schemas.microsoft.com/office/drawing/2014/main" id="{84A17FC3-FF59-4A59-BD4C-2319F913741A}"/>
              </a:ext>
            </a:extLst>
          </p:cNvPr>
          <p:cNvSpPr/>
          <p:nvPr/>
        </p:nvSpPr>
        <p:spPr>
          <a:xfrm>
            <a:off x="1157649" y="5807366"/>
            <a:ext cx="862148" cy="833538"/>
          </a:xfrm>
          <a:prstGeom prst="actionButtonHelp">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26" name="流程圖: 卡片 25">
            <a:extLst>
              <a:ext uri="{FF2B5EF4-FFF2-40B4-BE49-F238E27FC236}">
                <a16:creationId xmlns:a16="http://schemas.microsoft.com/office/drawing/2014/main" id="{D74890D8-55B0-439A-909A-C25C25B4888D}"/>
              </a:ext>
            </a:extLst>
          </p:cNvPr>
          <p:cNvSpPr/>
          <p:nvPr/>
        </p:nvSpPr>
        <p:spPr>
          <a:xfrm>
            <a:off x="1316155" y="7991474"/>
            <a:ext cx="468537" cy="382778"/>
          </a:xfrm>
          <a:prstGeom prst="flowChartPunchedCard">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平行四邊形 26">
            <a:extLst>
              <a:ext uri="{FF2B5EF4-FFF2-40B4-BE49-F238E27FC236}">
                <a16:creationId xmlns:a16="http://schemas.microsoft.com/office/drawing/2014/main" id="{982ECD63-AF61-45A1-8EDA-EF49B05F7D68}"/>
              </a:ext>
            </a:extLst>
          </p:cNvPr>
          <p:cNvSpPr/>
          <p:nvPr/>
        </p:nvSpPr>
        <p:spPr>
          <a:xfrm>
            <a:off x="1335338" y="8155958"/>
            <a:ext cx="551406" cy="216694"/>
          </a:xfrm>
          <a:prstGeom prst="parallelogram">
            <a:avLst>
              <a:gd name="adj" fmla="val 58648"/>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Tree>
    <p:extLst>
      <p:ext uri="{BB962C8B-B14F-4D97-AF65-F5344CB8AC3E}">
        <p14:creationId xmlns:p14="http://schemas.microsoft.com/office/powerpoint/2010/main" val="5427890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載入</a:t>
            </a:r>
          </a:p>
        </p:txBody>
      </p:sp>
      <p:grpSp>
        <p:nvGrpSpPr>
          <p:cNvPr id="28" name="群組 27">
            <a:extLst>
              <a:ext uri="{FF2B5EF4-FFF2-40B4-BE49-F238E27FC236}">
                <a16:creationId xmlns:a16="http://schemas.microsoft.com/office/drawing/2014/main" id="{4E4543B7-0606-4736-BAE4-204018A1B2CE}"/>
              </a:ext>
            </a:extLst>
          </p:cNvPr>
          <p:cNvGrpSpPr/>
          <p:nvPr/>
        </p:nvGrpSpPr>
        <p:grpSpPr>
          <a:xfrm>
            <a:off x="16459195" y="1018921"/>
            <a:ext cx="909815" cy="953359"/>
            <a:chOff x="16459195" y="1018921"/>
            <a:chExt cx="909815" cy="953359"/>
          </a:xfrm>
        </p:grpSpPr>
        <p:sp>
          <p:nvSpPr>
            <p:cNvPr id="29" name="矩形 28">
              <a:extLst>
                <a:ext uri="{FF2B5EF4-FFF2-40B4-BE49-F238E27FC236}">
                  <a16:creationId xmlns:a16="http://schemas.microsoft.com/office/drawing/2014/main" id="{D6E318D5-780C-493F-8364-944566A89FA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標題 1">
              <a:extLst>
                <a:ext uri="{FF2B5EF4-FFF2-40B4-BE49-F238E27FC236}">
                  <a16:creationId xmlns:a16="http://schemas.microsoft.com/office/drawing/2014/main" id="{BF716462-333B-452F-B650-724850635C69}"/>
                </a:ext>
              </a:extLst>
            </p:cNvPr>
            <p:cNvSpPr txBox="1">
              <a:spLocks/>
            </p:cNvSpPr>
            <p:nvPr/>
          </p:nvSpPr>
          <p:spPr>
            <a:xfrm>
              <a:off x="16502737" y="1106007"/>
              <a:ext cx="866273"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Adobe 黑体 Std R" panose="020B0400000000000000" pitchFamily="34" charset="-128"/>
                  <a:ea typeface="Adobe 黑体 Std R" panose="020B0400000000000000" pitchFamily="34" charset="-128"/>
                </a:rPr>
                <a:t>╳</a:t>
              </a:r>
            </a:p>
          </p:txBody>
        </p:sp>
      </p:grpSp>
      <p:sp>
        <p:nvSpPr>
          <p:cNvPr id="31" name="矩形 30">
            <a:extLst>
              <a:ext uri="{FF2B5EF4-FFF2-40B4-BE49-F238E27FC236}">
                <a16:creationId xmlns:a16="http://schemas.microsoft.com/office/drawing/2014/main" id="{D4D5F6EA-0231-4278-A3BA-9DE8CBC9CBC7}"/>
              </a:ext>
            </a:extLst>
          </p:cNvPr>
          <p:cNvSpPr/>
          <p:nvPr/>
        </p:nvSpPr>
        <p:spPr>
          <a:xfrm>
            <a:off x="2818855" y="1217023"/>
            <a:ext cx="6406510" cy="3684431"/>
          </a:xfrm>
          <a:prstGeom prst="rect">
            <a:avLst/>
          </a:prstGeom>
          <a:solidFill>
            <a:schemeClr val="bg2">
              <a:lumMod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2" name="矩形 31">
            <a:extLst>
              <a:ext uri="{FF2B5EF4-FFF2-40B4-BE49-F238E27FC236}">
                <a16:creationId xmlns:a16="http://schemas.microsoft.com/office/drawing/2014/main" id="{2FE68A60-F94D-4A2C-8E72-71D75E0474C9}"/>
              </a:ext>
            </a:extLst>
          </p:cNvPr>
          <p:cNvSpPr/>
          <p:nvPr/>
        </p:nvSpPr>
        <p:spPr>
          <a:xfrm>
            <a:off x="9787074" y="1217023"/>
            <a:ext cx="6406510" cy="3684431"/>
          </a:xfrm>
          <a:prstGeom prst="rect">
            <a:avLst/>
          </a:prstGeom>
          <a:solidFill>
            <a:schemeClr val="bg2">
              <a:lumMod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3" name="矩形 32">
            <a:extLst>
              <a:ext uri="{FF2B5EF4-FFF2-40B4-BE49-F238E27FC236}">
                <a16:creationId xmlns:a16="http://schemas.microsoft.com/office/drawing/2014/main" id="{114E79E9-2A5E-4DB6-8F07-B6A607057E9F}"/>
              </a:ext>
            </a:extLst>
          </p:cNvPr>
          <p:cNvSpPr/>
          <p:nvPr/>
        </p:nvSpPr>
        <p:spPr>
          <a:xfrm>
            <a:off x="2818855" y="5428483"/>
            <a:ext cx="6406510" cy="3684431"/>
          </a:xfrm>
          <a:prstGeom prst="rect">
            <a:avLst/>
          </a:prstGeom>
          <a:solidFill>
            <a:schemeClr val="bg2">
              <a:lumMod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4" name="矩形 33">
            <a:extLst>
              <a:ext uri="{FF2B5EF4-FFF2-40B4-BE49-F238E27FC236}">
                <a16:creationId xmlns:a16="http://schemas.microsoft.com/office/drawing/2014/main" id="{978203BD-8237-4903-BDD9-E714117E379E}"/>
              </a:ext>
            </a:extLst>
          </p:cNvPr>
          <p:cNvSpPr/>
          <p:nvPr/>
        </p:nvSpPr>
        <p:spPr>
          <a:xfrm>
            <a:off x="9787074" y="5428483"/>
            <a:ext cx="6406510" cy="3684431"/>
          </a:xfrm>
          <a:prstGeom prst="rect">
            <a:avLst/>
          </a:prstGeom>
          <a:solidFill>
            <a:schemeClr val="bg2">
              <a:lumMod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9" name="群組 8">
            <a:extLst>
              <a:ext uri="{FF2B5EF4-FFF2-40B4-BE49-F238E27FC236}">
                <a16:creationId xmlns:a16="http://schemas.microsoft.com/office/drawing/2014/main" id="{45FD6F13-1EBA-44EE-A330-3CE84587695A}"/>
              </a:ext>
            </a:extLst>
          </p:cNvPr>
          <p:cNvGrpSpPr/>
          <p:nvPr/>
        </p:nvGrpSpPr>
        <p:grpSpPr>
          <a:xfrm>
            <a:off x="5750278" y="2529899"/>
            <a:ext cx="537557" cy="930368"/>
            <a:chOff x="5831975" y="2358932"/>
            <a:chExt cx="784730" cy="1358158"/>
          </a:xfrm>
          <a:solidFill>
            <a:schemeClr val="bg2">
              <a:lumMod val="90000"/>
            </a:schemeClr>
          </a:solidFill>
        </p:grpSpPr>
        <p:sp>
          <p:nvSpPr>
            <p:cNvPr id="10" name="流程圖: 延遲 9">
              <a:extLst>
                <a:ext uri="{FF2B5EF4-FFF2-40B4-BE49-F238E27FC236}">
                  <a16:creationId xmlns:a16="http://schemas.microsoft.com/office/drawing/2014/main" id="{CF3ECEEE-7469-4C6C-A803-CFB97C76212C}"/>
                </a:ext>
              </a:extLst>
            </p:cNvPr>
            <p:cNvSpPr/>
            <p:nvPr/>
          </p:nvSpPr>
          <p:spPr>
            <a:xfrm rot="16200000">
              <a:off x="5834669" y="2356239"/>
              <a:ext cx="779343" cy="784729"/>
            </a:xfrm>
            <a:prstGeom prst="flowChartDelay">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 name="矩形 10">
              <a:extLst>
                <a:ext uri="{FF2B5EF4-FFF2-40B4-BE49-F238E27FC236}">
                  <a16:creationId xmlns:a16="http://schemas.microsoft.com/office/drawing/2014/main" id="{593316D5-B156-4379-8146-B29D879B0B65}"/>
                </a:ext>
              </a:extLst>
            </p:cNvPr>
            <p:cNvSpPr/>
            <p:nvPr/>
          </p:nvSpPr>
          <p:spPr>
            <a:xfrm>
              <a:off x="5831975" y="2932364"/>
              <a:ext cx="784726" cy="784726"/>
            </a:xfrm>
            <a:prstGeom prst="rect">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12" name="群組 11">
            <a:extLst>
              <a:ext uri="{FF2B5EF4-FFF2-40B4-BE49-F238E27FC236}">
                <a16:creationId xmlns:a16="http://schemas.microsoft.com/office/drawing/2014/main" id="{E452885E-3C8E-4F99-AF80-4A5E3054886A}"/>
              </a:ext>
            </a:extLst>
          </p:cNvPr>
          <p:cNvGrpSpPr/>
          <p:nvPr/>
        </p:nvGrpSpPr>
        <p:grpSpPr>
          <a:xfrm>
            <a:off x="12721547" y="2529898"/>
            <a:ext cx="537557" cy="930368"/>
            <a:chOff x="5831975" y="2358932"/>
            <a:chExt cx="784730" cy="1358158"/>
          </a:xfrm>
          <a:solidFill>
            <a:schemeClr val="bg2">
              <a:lumMod val="90000"/>
            </a:schemeClr>
          </a:solidFill>
        </p:grpSpPr>
        <p:sp>
          <p:nvSpPr>
            <p:cNvPr id="13" name="流程圖: 延遲 12">
              <a:extLst>
                <a:ext uri="{FF2B5EF4-FFF2-40B4-BE49-F238E27FC236}">
                  <a16:creationId xmlns:a16="http://schemas.microsoft.com/office/drawing/2014/main" id="{447FAE04-4D86-4A6E-A1A1-4CDC0BE40F90}"/>
                </a:ext>
              </a:extLst>
            </p:cNvPr>
            <p:cNvSpPr/>
            <p:nvPr/>
          </p:nvSpPr>
          <p:spPr>
            <a:xfrm rot="16200000">
              <a:off x="5834669" y="2356239"/>
              <a:ext cx="779343" cy="784729"/>
            </a:xfrm>
            <a:prstGeom prst="flowChartDelay">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 name="矩形 13">
              <a:extLst>
                <a:ext uri="{FF2B5EF4-FFF2-40B4-BE49-F238E27FC236}">
                  <a16:creationId xmlns:a16="http://schemas.microsoft.com/office/drawing/2014/main" id="{604F9535-7E72-4AAA-876E-9E4124761823}"/>
                </a:ext>
              </a:extLst>
            </p:cNvPr>
            <p:cNvSpPr/>
            <p:nvPr/>
          </p:nvSpPr>
          <p:spPr>
            <a:xfrm>
              <a:off x="5831975" y="2932364"/>
              <a:ext cx="784726" cy="784726"/>
            </a:xfrm>
            <a:prstGeom prst="rect">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15" name="群組 14">
            <a:extLst>
              <a:ext uri="{FF2B5EF4-FFF2-40B4-BE49-F238E27FC236}">
                <a16:creationId xmlns:a16="http://schemas.microsoft.com/office/drawing/2014/main" id="{4A76FB42-FCFF-4C71-BF57-32119D0502B2}"/>
              </a:ext>
            </a:extLst>
          </p:cNvPr>
          <p:cNvGrpSpPr/>
          <p:nvPr/>
        </p:nvGrpSpPr>
        <p:grpSpPr>
          <a:xfrm>
            <a:off x="5750275" y="6721239"/>
            <a:ext cx="537557" cy="930368"/>
            <a:chOff x="5831975" y="2358932"/>
            <a:chExt cx="784730" cy="1358158"/>
          </a:xfrm>
          <a:solidFill>
            <a:schemeClr val="bg2">
              <a:lumMod val="90000"/>
            </a:schemeClr>
          </a:solidFill>
        </p:grpSpPr>
        <p:sp>
          <p:nvSpPr>
            <p:cNvPr id="16" name="流程圖: 延遲 15">
              <a:extLst>
                <a:ext uri="{FF2B5EF4-FFF2-40B4-BE49-F238E27FC236}">
                  <a16:creationId xmlns:a16="http://schemas.microsoft.com/office/drawing/2014/main" id="{6A9D4CC0-D0C3-4FB2-8C1C-E6E2B1A1F159}"/>
                </a:ext>
              </a:extLst>
            </p:cNvPr>
            <p:cNvSpPr/>
            <p:nvPr/>
          </p:nvSpPr>
          <p:spPr>
            <a:xfrm rot="16200000">
              <a:off x="5834669" y="2356239"/>
              <a:ext cx="779343" cy="784729"/>
            </a:xfrm>
            <a:prstGeom prst="flowChartDelay">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7" name="矩形 16">
              <a:extLst>
                <a:ext uri="{FF2B5EF4-FFF2-40B4-BE49-F238E27FC236}">
                  <a16:creationId xmlns:a16="http://schemas.microsoft.com/office/drawing/2014/main" id="{C65402D7-3732-4EC7-8E79-B94C99A71706}"/>
                </a:ext>
              </a:extLst>
            </p:cNvPr>
            <p:cNvSpPr/>
            <p:nvPr/>
          </p:nvSpPr>
          <p:spPr>
            <a:xfrm>
              <a:off x="5831975" y="2932364"/>
              <a:ext cx="784726" cy="784726"/>
            </a:xfrm>
            <a:prstGeom prst="rect">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grpSp>
        <p:nvGrpSpPr>
          <p:cNvPr id="18" name="群組 17">
            <a:extLst>
              <a:ext uri="{FF2B5EF4-FFF2-40B4-BE49-F238E27FC236}">
                <a16:creationId xmlns:a16="http://schemas.microsoft.com/office/drawing/2014/main" id="{4223DE15-74D3-4B8F-8657-B3FE4E27CAA7}"/>
              </a:ext>
            </a:extLst>
          </p:cNvPr>
          <p:cNvGrpSpPr/>
          <p:nvPr/>
        </p:nvGrpSpPr>
        <p:grpSpPr>
          <a:xfrm>
            <a:off x="12721550" y="6721240"/>
            <a:ext cx="537557" cy="930368"/>
            <a:chOff x="5831975" y="2358932"/>
            <a:chExt cx="784730" cy="1358158"/>
          </a:xfrm>
          <a:solidFill>
            <a:schemeClr val="bg2">
              <a:lumMod val="90000"/>
            </a:schemeClr>
          </a:solidFill>
        </p:grpSpPr>
        <p:sp>
          <p:nvSpPr>
            <p:cNvPr id="19" name="流程圖: 延遲 18">
              <a:extLst>
                <a:ext uri="{FF2B5EF4-FFF2-40B4-BE49-F238E27FC236}">
                  <a16:creationId xmlns:a16="http://schemas.microsoft.com/office/drawing/2014/main" id="{49E6A480-3481-4BB8-8E5B-F875480A7201}"/>
                </a:ext>
              </a:extLst>
            </p:cNvPr>
            <p:cNvSpPr/>
            <p:nvPr/>
          </p:nvSpPr>
          <p:spPr>
            <a:xfrm rot="16200000">
              <a:off x="5834669" y="2356239"/>
              <a:ext cx="779343" cy="784729"/>
            </a:xfrm>
            <a:prstGeom prst="flowChartDelay">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0" name="矩形 19">
              <a:extLst>
                <a:ext uri="{FF2B5EF4-FFF2-40B4-BE49-F238E27FC236}">
                  <a16:creationId xmlns:a16="http://schemas.microsoft.com/office/drawing/2014/main" id="{E902A0EA-3FB5-40B3-9B75-93FCCA5075BE}"/>
                </a:ext>
              </a:extLst>
            </p:cNvPr>
            <p:cNvSpPr/>
            <p:nvPr/>
          </p:nvSpPr>
          <p:spPr>
            <a:xfrm>
              <a:off x="5831975" y="2932364"/>
              <a:ext cx="784726" cy="784726"/>
            </a:xfrm>
            <a:prstGeom prst="rect">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24" name="群組 23">
            <a:extLst>
              <a:ext uri="{FF2B5EF4-FFF2-40B4-BE49-F238E27FC236}">
                <a16:creationId xmlns:a16="http://schemas.microsoft.com/office/drawing/2014/main" id="{8C67E794-EDCB-4887-ABF9-11447299B768}"/>
              </a:ext>
            </a:extLst>
          </p:cNvPr>
          <p:cNvGrpSpPr/>
          <p:nvPr/>
        </p:nvGrpSpPr>
        <p:grpSpPr>
          <a:xfrm>
            <a:off x="1152082" y="4848103"/>
            <a:ext cx="867715" cy="4718963"/>
            <a:chOff x="1152082" y="4848103"/>
            <a:chExt cx="867715" cy="4718963"/>
          </a:xfrm>
        </p:grpSpPr>
        <p:sp>
          <p:nvSpPr>
            <p:cNvPr id="25" name="動作按鈕: 取得資訊 24">
              <a:hlinkClick r:id="" action="ppaction://noaction" highlightClick="1"/>
              <a:extLst>
                <a:ext uri="{FF2B5EF4-FFF2-40B4-BE49-F238E27FC236}">
                  <a16:creationId xmlns:a16="http://schemas.microsoft.com/office/drawing/2014/main" id="{54C54DE4-7437-49C6-BEE4-BC02F5746B77}"/>
                </a:ext>
              </a:extLst>
            </p:cNvPr>
            <p:cNvSpPr/>
            <p:nvPr/>
          </p:nvSpPr>
          <p:spPr>
            <a:xfrm>
              <a:off x="1152082" y="4848103"/>
              <a:ext cx="862149" cy="794952"/>
            </a:xfrm>
            <a:prstGeom prst="actionButtonInformation">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Google Shape;7240;p145">
              <a:extLst>
                <a:ext uri="{FF2B5EF4-FFF2-40B4-BE49-F238E27FC236}">
                  <a16:creationId xmlns:a16="http://schemas.microsoft.com/office/drawing/2014/main" id="{D5C52A6C-521F-4939-A9EE-9619D32B64AB}"/>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a:noFill/>
            </a:ln>
          </p:spPr>
          <p:txBody>
            <a:bodyPr spcFirstLastPara="1" wrap="square" lIns="182850" tIns="182850" rIns="182850" bIns="182850" anchor="ctr" anchorCtr="0">
              <a:noAutofit/>
            </a:bodyPr>
            <a:lstStyle/>
            <a:p>
              <a:endParaRPr sz="3600"/>
            </a:p>
          </p:txBody>
        </p:sp>
        <p:sp>
          <p:nvSpPr>
            <p:cNvPr id="27" name="矩形 26">
              <a:extLst>
                <a:ext uri="{FF2B5EF4-FFF2-40B4-BE49-F238E27FC236}">
                  <a16:creationId xmlns:a16="http://schemas.microsoft.com/office/drawing/2014/main" id="{B657A8DD-440C-40EC-A583-D4A28CD11773}"/>
                </a:ext>
              </a:extLst>
            </p:cNvPr>
            <p:cNvSpPr/>
            <p:nvPr/>
          </p:nvSpPr>
          <p:spPr>
            <a:xfrm>
              <a:off x="1156790" y="6792156"/>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5" name="矩形 34">
              <a:extLst>
                <a:ext uri="{FF2B5EF4-FFF2-40B4-BE49-F238E27FC236}">
                  <a16:creationId xmlns:a16="http://schemas.microsoft.com/office/drawing/2014/main" id="{0B7FAB0C-DC09-4B77-8F72-7B2CEF2F26A4}"/>
                </a:ext>
              </a:extLst>
            </p:cNvPr>
            <p:cNvSpPr/>
            <p:nvPr/>
          </p:nvSpPr>
          <p:spPr>
            <a:xfrm>
              <a:off x="1156790" y="7771474"/>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6" name="矩形 35">
              <a:extLst>
                <a:ext uri="{FF2B5EF4-FFF2-40B4-BE49-F238E27FC236}">
                  <a16:creationId xmlns:a16="http://schemas.microsoft.com/office/drawing/2014/main" id="{E837C0B0-D12E-4BAC-BF30-DD5778B3F3F1}"/>
                </a:ext>
              </a:extLst>
            </p:cNvPr>
            <p:cNvSpPr/>
            <p:nvPr/>
          </p:nvSpPr>
          <p:spPr>
            <a:xfrm>
              <a:off x="1156790" y="8750795"/>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37" name="群組 36">
              <a:extLst>
                <a:ext uri="{FF2B5EF4-FFF2-40B4-BE49-F238E27FC236}">
                  <a16:creationId xmlns:a16="http://schemas.microsoft.com/office/drawing/2014/main" id="{4444F6F7-E1A7-4F6E-844A-75C72BDC372C}"/>
                </a:ext>
              </a:extLst>
            </p:cNvPr>
            <p:cNvGrpSpPr/>
            <p:nvPr/>
          </p:nvGrpSpPr>
          <p:grpSpPr>
            <a:xfrm>
              <a:off x="1308570" y="8863305"/>
              <a:ext cx="637494" cy="630742"/>
              <a:chOff x="846470" y="8832349"/>
              <a:chExt cx="637494" cy="630742"/>
            </a:xfrm>
          </p:grpSpPr>
          <p:sp>
            <p:nvSpPr>
              <p:cNvPr id="41" name="平行四邊形 40">
                <a:extLst>
                  <a:ext uri="{FF2B5EF4-FFF2-40B4-BE49-F238E27FC236}">
                    <a16:creationId xmlns:a16="http://schemas.microsoft.com/office/drawing/2014/main" id="{CA2E6111-FFCD-418E-B2D9-D2B1C6E3111D}"/>
                  </a:ext>
                </a:extLst>
              </p:cNvPr>
              <p:cNvSpPr/>
              <p:nvPr/>
            </p:nvSpPr>
            <p:spPr>
              <a:xfrm rot="5400000">
                <a:off x="674738" y="9027605"/>
                <a:ext cx="607219" cy="26375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42" name="矩形 41">
                <a:extLst>
                  <a:ext uri="{FF2B5EF4-FFF2-40B4-BE49-F238E27FC236}">
                    <a16:creationId xmlns:a16="http://schemas.microsoft.com/office/drawing/2014/main" id="{A796C815-EFC2-4CB2-A0B8-C05EEC47BE52}"/>
                  </a:ext>
                </a:extLst>
              </p:cNvPr>
              <p:cNvSpPr/>
              <p:nvPr/>
            </p:nvSpPr>
            <p:spPr>
              <a:xfrm>
                <a:off x="846470" y="8832349"/>
                <a:ext cx="427499" cy="466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43" name="直線單箭頭接點 42">
                <a:extLst>
                  <a:ext uri="{FF2B5EF4-FFF2-40B4-BE49-F238E27FC236}">
                    <a16:creationId xmlns:a16="http://schemas.microsoft.com/office/drawing/2014/main" id="{A5D5A584-4481-4177-9B6F-89F427020078}"/>
                  </a:ext>
                </a:extLst>
              </p:cNvPr>
              <p:cNvCxnSpPr/>
              <p:nvPr/>
            </p:nvCxnSpPr>
            <p:spPr>
              <a:xfrm>
                <a:off x="1205240" y="9078456"/>
                <a:ext cx="27872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sp>
          <p:nvSpPr>
            <p:cNvPr id="38" name="平行四邊形 37">
              <a:extLst>
                <a:ext uri="{FF2B5EF4-FFF2-40B4-BE49-F238E27FC236}">
                  <a16:creationId xmlns:a16="http://schemas.microsoft.com/office/drawing/2014/main" id="{8376D2E9-5AFF-4AE3-995D-CD54ADBFB0ED}"/>
                </a:ext>
              </a:extLst>
            </p:cNvPr>
            <p:cNvSpPr/>
            <p:nvPr/>
          </p:nvSpPr>
          <p:spPr>
            <a:xfrm>
              <a:off x="1335338" y="8155958"/>
              <a:ext cx="551406" cy="21669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39" name="動作按鈕: 說明 38">
              <a:hlinkClick r:id="" action="ppaction://noaction" highlightClick="1"/>
              <a:extLst>
                <a:ext uri="{FF2B5EF4-FFF2-40B4-BE49-F238E27FC236}">
                  <a16:creationId xmlns:a16="http://schemas.microsoft.com/office/drawing/2014/main" id="{9FA2EE2B-F10B-4C17-B4BA-DDF2D99559B9}"/>
                </a:ext>
              </a:extLst>
            </p:cNvPr>
            <p:cNvSpPr/>
            <p:nvPr/>
          </p:nvSpPr>
          <p:spPr>
            <a:xfrm>
              <a:off x="1157649" y="5807366"/>
              <a:ext cx="862148" cy="833538"/>
            </a:xfrm>
            <a:prstGeom prst="actionButtonHelp">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40" name="流程圖: 卡片 39">
              <a:extLst>
                <a:ext uri="{FF2B5EF4-FFF2-40B4-BE49-F238E27FC236}">
                  <a16:creationId xmlns:a16="http://schemas.microsoft.com/office/drawing/2014/main" id="{9C3DE522-EBC5-4816-94DE-EE5353C68FFE}"/>
                </a:ext>
              </a:extLst>
            </p:cNvPr>
            <p:cNvSpPr/>
            <p:nvPr/>
          </p:nvSpPr>
          <p:spPr>
            <a:xfrm>
              <a:off x="1316155" y="7991474"/>
              <a:ext cx="468537" cy="382778"/>
            </a:xfrm>
            <a:prstGeom prst="flowChartPunchedCard">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Tree>
    <p:extLst>
      <p:ext uri="{BB962C8B-B14F-4D97-AF65-F5344CB8AC3E}">
        <p14:creationId xmlns:p14="http://schemas.microsoft.com/office/powerpoint/2010/main" val="65057579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載入</a:t>
            </a:r>
          </a:p>
        </p:txBody>
      </p:sp>
      <p:grpSp>
        <p:nvGrpSpPr>
          <p:cNvPr id="21" name="群組 20">
            <a:extLst>
              <a:ext uri="{FF2B5EF4-FFF2-40B4-BE49-F238E27FC236}">
                <a16:creationId xmlns:a16="http://schemas.microsoft.com/office/drawing/2014/main" id="{02988872-AC17-4BA9-BB4B-058D634962BB}"/>
              </a:ext>
            </a:extLst>
          </p:cNvPr>
          <p:cNvGrpSpPr/>
          <p:nvPr/>
        </p:nvGrpSpPr>
        <p:grpSpPr>
          <a:xfrm>
            <a:off x="16459195" y="1018921"/>
            <a:ext cx="909815" cy="953359"/>
            <a:chOff x="16459195" y="1018921"/>
            <a:chExt cx="909815" cy="953359"/>
          </a:xfrm>
        </p:grpSpPr>
        <p:sp>
          <p:nvSpPr>
            <p:cNvPr id="26" name="矩形 25">
              <a:extLst>
                <a:ext uri="{FF2B5EF4-FFF2-40B4-BE49-F238E27FC236}">
                  <a16:creationId xmlns:a16="http://schemas.microsoft.com/office/drawing/2014/main" id="{F46BC85C-5A52-459A-AEBD-3D404425DE24}"/>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標題 1">
              <a:extLst>
                <a:ext uri="{FF2B5EF4-FFF2-40B4-BE49-F238E27FC236}">
                  <a16:creationId xmlns:a16="http://schemas.microsoft.com/office/drawing/2014/main" id="{E278DC04-F582-4AC7-82C2-5CF28D0B8A23}"/>
                </a:ext>
              </a:extLst>
            </p:cNvPr>
            <p:cNvSpPr txBox="1">
              <a:spLocks/>
            </p:cNvSpPr>
            <p:nvPr/>
          </p:nvSpPr>
          <p:spPr>
            <a:xfrm>
              <a:off x="16502737" y="1106007"/>
              <a:ext cx="866273"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solidFill>
                    <a:schemeClr val="bg1"/>
                  </a:solidFill>
                  <a:latin typeface="Adobe 黑体 Std R" panose="020B0400000000000000" pitchFamily="34" charset="-128"/>
                  <a:ea typeface="Adobe 黑体 Std R" panose="020B0400000000000000" pitchFamily="34" charset="-128"/>
                </a:rPr>
                <a:t>╳</a:t>
              </a:r>
            </a:p>
          </p:txBody>
        </p:sp>
      </p:grpSp>
      <p:sp>
        <p:nvSpPr>
          <p:cNvPr id="28" name="矩形 27">
            <a:extLst>
              <a:ext uri="{FF2B5EF4-FFF2-40B4-BE49-F238E27FC236}">
                <a16:creationId xmlns:a16="http://schemas.microsoft.com/office/drawing/2014/main" id="{C5399F9D-DA61-4840-800F-264CF5A23A85}"/>
              </a:ext>
            </a:extLst>
          </p:cNvPr>
          <p:cNvSpPr/>
          <p:nvPr/>
        </p:nvSpPr>
        <p:spPr>
          <a:xfrm>
            <a:off x="2818855" y="1217023"/>
            <a:ext cx="6406510" cy="3684431"/>
          </a:xfrm>
          <a:prstGeom prst="rect">
            <a:avLst/>
          </a:prstGeom>
          <a:solidFill>
            <a:schemeClr val="bg2">
              <a:lumMod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9" name="矩形 28">
            <a:extLst>
              <a:ext uri="{FF2B5EF4-FFF2-40B4-BE49-F238E27FC236}">
                <a16:creationId xmlns:a16="http://schemas.microsoft.com/office/drawing/2014/main" id="{F301DC5E-A3C5-4953-BD68-90ECF1BEAE98}"/>
              </a:ext>
            </a:extLst>
          </p:cNvPr>
          <p:cNvSpPr/>
          <p:nvPr/>
        </p:nvSpPr>
        <p:spPr>
          <a:xfrm>
            <a:off x="9787074" y="1217023"/>
            <a:ext cx="6406510" cy="3684431"/>
          </a:xfrm>
          <a:prstGeom prst="rect">
            <a:avLst/>
          </a:prstGeom>
          <a:solidFill>
            <a:schemeClr val="bg2">
              <a:lumMod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0" name="矩形 29">
            <a:extLst>
              <a:ext uri="{FF2B5EF4-FFF2-40B4-BE49-F238E27FC236}">
                <a16:creationId xmlns:a16="http://schemas.microsoft.com/office/drawing/2014/main" id="{EE69362C-F87C-4577-AC01-AC9F1EC7D6FC}"/>
              </a:ext>
            </a:extLst>
          </p:cNvPr>
          <p:cNvSpPr/>
          <p:nvPr/>
        </p:nvSpPr>
        <p:spPr>
          <a:xfrm>
            <a:off x="2818855" y="5428483"/>
            <a:ext cx="6406510" cy="3684431"/>
          </a:xfrm>
          <a:prstGeom prst="rect">
            <a:avLst/>
          </a:prstGeom>
          <a:solidFill>
            <a:schemeClr val="bg2">
              <a:lumMod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1" name="矩形 30">
            <a:extLst>
              <a:ext uri="{FF2B5EF4-FFF2-40B4-BE49-F238E27FC236}">
                <a16:creationId xmlns:a16="http://schemas.microsoft.com/office/drawing/2014/main" id="{ECE7D6D0-C709-408B-972D-667C960536CF}"/>
              </a:ext>
            </a:extLst>
          </p:cNvPr>
          <p:cNvSpPr/>
          <p:nvPr/>
        </p:nvSpPr>
        <p:spPr>
          <a:xfrm>
            <a:off x="9787074" y="5428483"/>
            <a:ext cx="6406510" cy="3684431"/>
          </a:xfrm>
          <a:prstGeom prst="rect">
            <a:avLst/>
          </a:prstGeom>
          <a:solidFill>
            <a:schemeClr val="bg2">
              <a:lumMod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32" name="群組 31">
            <a:extLst>
              <a:ext uri="{FF2B5EF4-FFF2-40B4-BE49-F238E27FC236}">
                <a16:creationId xmlns:a16="http://schemas.microsoft.com/office/drawing/2014/main" id="{CF484CF4-97B2-4EFC-B136-98D97EFF7C07}"/>
              </a:ext>
            </a:extLst>
          </p:cNvPr>
          <p:cNvGrpSpPr/>
          <p:nvPr/>
        </p:nvGrpSpPr>
        <p:grpSpPr>
          <a:xfrm>
            <a:off x="5750278" y="2529899"/>
            <a:ext cx="537557" cy="930368"/>
            <a:chOff x="5831975" y="2358932"/>
            <a:chExt cx="784730" cy="1358158"/>
          </a:xfrm>
          <a:solidFill>
            <a:schemeClr val="bg2">
              <a:lumMod val="90000"/>
            </a:schemeClr>
          </a:solidFill>
        </p:grpSpPr>
        <p:sp>
          <p:nvSpPr>
            <p:cNvPr id="33" name="流程圖: 延遲 32">
              <a:extLst>
                <a:ext uri="{FF2B5EF4-FFF2-40B4-BE49-F238E27FC236}">
                  <a16:creationId xmlns:a16="http://schemas.microsoft.com/office/drawing/2014/main" id="{F7DC8B58-1ED4-4874-99A6-D81E15E173FA}"/>
                </a:ext>
              </a:extLst>
            </p:cNvPr>
            <p:cNvSpPr/>
            <p:nvPr/>
          </p:nvSpPr>
          <p:spPr>
            <a:xfrm rot="16200000">
              <a:off x="5834669" y="2356239"/>
              <a:ext cx="779343" cy="784729"/>
            </a:xfrm>
            <a:prstGeom prst="flowChartDelay">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4" name="矩形 33">
              <a:extLst>
                <a:ext uri="{FF2B5EF4-FFF2-40B4-BE49-F238E27FC236}">
                  <a16:creationId xmlns:a16="http://schemas.microsoft.com/office/drawing/2014/main" id="{BE8AE67A-7975-4057-936E-900A253333D1}"/>
                </a:ext>
              </a:extLst>
            </p:cNvPr>
            <p:cNvSpPr/>
            <p:nvPr/>
          </p:nvSpPr>
          <p:spPr>
            <a:xfrm>
              <a:off x="5831975" y="2932364"/>
              <a:ext cx="784726" cy="784726"/>
            </a:xfrm>
            <a:prstGeom prst="rect">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35" name="群組 34">
            <a:extLst>
              <a:ext uri="{FF2B5EF4-FFF2-40B4-BE49-F238E27FC236}">
                <a16:creationId xmlns:a16="http://schemas.microsoft.com/office/drawing/2014/main" id="{A2501BA3-9E44-4CC0-AACA-5137498654A0}"/>
              </a:ext>
            </a:extLst>
          </p:cNvPr>
          <p:cNvGrpSpPr/>
          <p:nvPr/>
        </p:nvGrpSpPr>
        <p:grpSpPr>
          <a:xfrm>
            <a:off x="12721547" y="2529898"/>
            <a:ext cx="537557" cy="930368"/>
            <a:chOff x="5831975" y="2358932"/>
            <a:chExt cx="784730" cy="1358158"/>
          </a:xfrm>
          <a:solidFill>
            <a:schemeClr val="bg2">
              <a:lumMod val="90000"/>
            </a:schemeClr>
          </a:solidFill>
        </p:grpSpPr>
        <p:sp>
          <p:nvSpPr>
            <p:cNvPr id="36" name="流程圖: 延遲 35">
              <a:extLst>
                <a:ext uri="{FF2B5EF4-FFF2-40B4-BE49-F238E27FC236}">
                  <a16:creationId xmlns:a16="http://schemas.microsoft.com/office/drawing/2014/main" id="{E303D495-F86F-4F61-8974-7342AA5A509C}"/>
                </a:ext>
              </a:extLst>
            </p:cNvPr>
            <p:cNvSpPr/>
            <p:nvPr/>
          </p:nvSpPr>
          <p:spPr>
            <a:xfrm rot="16200000">
              <a:off x="5834669" y="2356239"/>
              <a:ext cx="779343" cy="784729"/>
            </a:xfrm>
            <a:prstGeom prst="flowChartDelay">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7" name="矩形 36">
              <a:extLst>
                <a:ext uri="{FF2B5EF4-FFF2-40B4-BE49-F238E27FC236}">
                  <a16:creationId xmlns:a16="http://schemas.microsoft.com/office/drawing/2014/main" id="{D439CF88-ACCE-4C65-A6B4-E0DA2EA3F171}"/>
                </a:ext>
              </a:extLst>
            </p:cNvPr>
            <p:cNvSpPr/>
            <p:nvPr/>
          </p:nvSpPr>
          <p:spPr>
            <a:xfrm>
              <a:off x="5831975" y="2932364"/>
              <a:ext cx="784726" cy="784726"/>
            </a:xfrm>
            <a:prstGeom prst="rect">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38" name="群組 37">
            <a:extLst>
              <a:ext uri="{FF2B5EF4-FFF2-40B4-BE49-F238E27FC236}">
                <a16:creationId xmlns:a16="http://schemas.microsoft.com/office/drawing/2014/main" id="{3E5331CB-37D3-419E-BD4E-34BB0C4B613A}"/>
              </a:ext>
            </a:extLst>
          </p:cNvPr>
          <p:cNvGrpSpPr/>
          <p:nvPr/>
        </p:nvGrpSpPr>
        <p:grpSpPr>
          <a:xfrm>
            <a:off x="5750275" y="6721239"/>
            <a:ext cx="537557" cy="930368"/>
            <a:chOff x="5831975" y="2358932"/>
            <a:chExt cx="784730" cy="1358158"/>
          </a:xfrm>
          <a:solidFill>
            <a:schemeClr val="bg2">
              <a:lumMod val="90000"/>
            </a:schemeClr>
          </a:solidFill>
        </p:grpSpPr>
        <p:sp>
          <p:nvSpPr>
            <p:cNvPr id="39" name="流程圖: 延遲 38">
              <a:extLst>
                <a:ext uri="{FF2B5EF4-FFF2-40B4-BE49-F238E27FC236}">
                  <a16:creationId xmlns:a16="http://schemas.microsoft.com/office/drawing/2014/main" id="{D1B1369C-6E84-4452-8B91-C987FFF0D97A}"/>
                </a:ext>
              </a:extLst>
            </p:cNvPr>
            <p:cNvSpPr/>
            <p:nvPr/>
          </p:nvSpPr>
          <p:spPr>
            <a:xfrm rot="16200000">
              <a:off x="5834669" y="2356239"/>
              <a:ext cx="779343" cy="784729"/>
            </a:xfrm>
            <a:prstGeom prst="flowChartDelay">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0" name="矩形 39">
              <a:extLst>
                <a:ext uri="{FF2B5EF4-FFF2-40B4-BE49-F238E27FC236}">
                  <a16:creationId xmlns:a16="http://schemas.microsoft.com/office/drawing/2014/main" id="{E49A0805-26FB-461F-9152-D226982E08B8}"/>
                </a:ext>
              </a:extLst>
            </p:cNvPr>
            <p:cNvSpPr/>
            <p:nvPr/>
          </p:nvSpPr>
          <p:spPr>
            <a:xfrm>
              <a:off x="5831975" y="2932364"/>
              <a:ext cx="784726" cy="784726"/>
            </a:xfrm>
            <a:prstGeom prst="rect">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grpSp>
        <p:nvGrpSpPr>
          <p:cNvPr id="41" name="群組 40">
            <a:extLst>
              <a:ext uri="{FF2B5EF4-FFF2-40B4-BE49-F238E27FC236}">
                <a16:creationId xmlns:a16="http://schemas.microsoft.com/office/drawing/2014/main" id="{52D10B58-2229-48B9-9305-170FE4C74A4F}"/>
              </a:ext>
            </a:extLst>
          </p:cNvPr>
          <p:cNvGrpSpPr/>
          <p:nvPr/>
        </p:nvGrpSpPr>
        <p:grpSpPr>
          <a:xfrm>
            <a:off x="12721550" y="6721240"/>
            <a:ext cx="537557" cy="930368"/>
            <a:chOff x="5831975" y="2358932"/>
            <a:chExt cx="784730" cy="1358158"/>
          </a:xfrm>
          <a:solidFill>
            <a:schemeClr val="bg2">
              <a:lumMod val="90000"/>
            </a:schemeClr>
          </a:solidFill>
        </p:grpSpPr>
        <p:sp>
          <p:nvSpPr>
            <p:cNvPr id="42" name="流程圖: 延遲 41">
              <a:extLst>
                <a:ext uri="{FF2B5EF4-FFF2-40B4-BE49-F238E27FC236}">
                  <a16:creationId xmlns:a16="http://schemas.microsoft.com/office/drawing/2014/main" id="{9BA10081-C7CC-470E-8BFB-632E1B7F6572}"/>
                </a:ext>
              </a:extLst>
            </p:cNvPr>
            <p:cNvSpPr/>
            <p:nvPr/>
          </p:nvSpPr>
          <p:spPr>
            <a:xfrm rot="16200000">
              <a:off x="5834669" y="2356239"/>
              <a:ext cx="779343" cy="784729"/>
            </a:xfrm>
            <a:prstGeom prst="flowChartDelay">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3" name="矩形 42">
              <a:extLst>
                <a:ext uri="{FF2B5EF4-FFF2-40B4-BE49-F238E27FC236}">
                  <a16:creationId xmlns:a16="http://schemas.microsoft.com/office/drawing/2014/main" id="{65A463DB-B569-48D1-88C2-DC2EA742A0C3}"/>
                </a:ext>
              </a:extLst>
            </p:cNvPr>
            <p:cNvSpPr/>
            <p:nvPr/>
          </p:nvSpPr>
          <p:spPr>
            <a:xfrm>
              <a:off x="5831975" y="2932364"/>
              <a:ext cx="784726" cy="784726"/>
            </a:xfrm>
            <a:prstGeom prst="rect">
              <a:avLst/>
            </a:prstGeom>
            <a:grpFill/>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4" name="矩形 23">
            <a:extLst>
              <a:ext uri="{FF2B5EF4-FFF2-40B4-BE49-F238E27FC236}">
                <a16:creationId xmlns:a16="http://schemas.microsoft.com/office/drawing/2014/main" id="{F618D092-28A3-4B1B-8B53-CD8E3B1245A9}"/>
              </a:ext>
            </a:extLst>
          </p:cNvPr>
          <p:cNvSpPr/>
          <p:nvPr/>
        </p:nvSpPr>
        <p:spPr>
          <a:xfrm>
            <a:off x="1156790" y="6792156"/>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dirty="0"/>
          </a:p>
        </p:txBody>
      </p:sp>
      <p:sp>
        <p:nvSpPr>
          <p:cNvPr id="25" name="動作按鈕: 取得資訊 24">
            <a:hlinkClick r:id="" action="ppaction://noaction" highlightClick="1"/>
            <a:extLst>
              <a:ext uri="{FF2B5EF4-FFF2-40B4-BE49-F238E27FC236}">
                <a16:creationId xmlns:a16="http://schemas.microsoft.com/office/drawing/2014/main" id="{F8824011-A190-475C-A323-B271F37358F5}"/>
              </a:ext>
            </a:extLst>
          </p:cNvPr>
          <p:cNvSpPr/>
          <p:nvPr/>
        </p:nvSpPr>
        <p:spPr>
          <a:xfrm>
            <a:off x="1152082" y="4848103"/>
            <a:ext cx="862149" cy="794952"/>
          </a:xfrm>
          <a:prstGeom prst="actionButtonInformation">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4" name="Google Shape;7240;p145">
            <a:extLst>
              <a:ext uri="{FF2B5EF4-FFF2-40B4-BE49-F238E27FC236}">
                <a16:creationId xmlns:a16="http://schemas.microsoft.com/office/drawing/2014/main" id="{BCEDA34B-DBB5-4639-B06B-1046AEC6FFB4}"/>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w="38100">
            <a:solidFill>
              <a:schemeClr val="bg1"/>
            </a:solidFill>
          </a:ln>
        </p:spPr>
        <p:txBody>
          <a:bodyPr spcFirstLastPara="1" wrap="square" lIns="182850" tIns="182850" rIns="182850" bIns="182850" anchor="ctr" anchorCtr="0">
            <a:noAutofit/>
          </a:bodyPr>
          <a:lstStyle/>
          <a:p>
            <a:endParaRPr sz="3600"/>
          </a:p>
        </p:txBody>
      </p:sp>
      <p:sp>
        <p:nvSpPr>
          <p:cNvPr id="45" name="矩形 44">
            <a:extLst>
              <a:ext uri="{FF2B5EF4-FFF2-40B4-BE49-F238E27FC236}">
                <a16:creationId xmlns:a16="http://schemas.microsoft.com/office/drawing/2014/main" id="{F9420E18-D860-4BAB-A43C-A3622AE1AA06}"/>
              </a:ext>
            </a:extLst>
          </p:cNvPr>
          <p:cNvSpPr/>
          <p:nvPr/>
        </p:nvSpPr>
        <p:spPr>
          <a:xfrm>
            <a:off x="1156790" y="7771474"/>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46" name="矩形 45">
            <a:extLst>
              <a:ext uri="{FF2B5EF4-FFF2-40B4-BE49-F238E27FC236}">
                <a16:creationId xmlns:a16="http://schemas.microsoft.com/office/drawing/2014/main" id="{B76F5963-E03C-483D-A063-4E76F733E925}"/>
              </a:ext>
            </a:extLst>
          </p:cNvPr>
          <p:cNvSpPr/>
          <p:nvPr/>
        </p:nvSpPr>
        <p:spPr>
          <a:xfrm>
            <a:off x="1156790" y="8750795"/>
            <a:ext cx="862148" cy="816271"/>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47" name="群組 46">
            <a:extLst>
              <a:ext uri="{FF2B5EF4-FFF2-40B4-BE49-F238E27FC236}">
                <a16:creationId xmlns:a16="http://schemas.microsoft.com/office/drawing/2014/main" id="{59EE7CA3-F83F-4E13-B45C-CD2B8C5484D7}"/>
              </a:ext>
            </a:extLst>
          </p:cNvPr>
          <p:cNvGrpSpPr/>
          <p:nvPr/>
        </p:nvGrpSpPr>
        <p:grpSpPr>
          <a:xfrm>
            <a:off x="1308570" y="8863305"/>
            <a:ext cx="637494" cy="630742"/>
            <a:chOff x="846470" y="8832349"/>
            <a:chExt cx="637494" cy="630742"/>
          </a:xfrm>
          <a:solidFill>
            <a:schemeClr val="tx1"/>
          </a:solidFill>
        </p:grpSpPr>
        <p:sp>
          <p:nvSpPr>
            <p:cNvPr id="48" name="矩形 47">
              <a:extLst>
                <a:ext uri="{FF2B5EF4-FFF2-40B4-BE49-F238E27FC236}">
                  <a16:creationId xmlns:a16="http://schemas.microsoft.com/office/drawing/2014/main" id="{CBE34317-5D86-4606-AD58-006BE5241CD7}"/>
                </a:ext>
              </a:extLst>
            </p:cNvPr>
            <p:cNvSpPr/>
            <p:nvPr/>
          </p:nvSpPr>
          <p:spPr>
            <a:xfrm>
              <a:off x="846470" y="8832349"/>
              <a:ext cx="427499" cy="46643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49" name="直線單箭頭接點 48">
              <a:extLst>
                <a:ext uri="{FF2B5EF4-FFF2-40B4-BE49-F238E27FC236}">
                  <a16:creationId xmlns:a16="http://schemas.microsoft.com/office/drawing/2014/main" id="{E5BE37B0-9CBA-4C7A-BA6A-451A9E0CD8EA}"/>
                </a:ext>
              </a:extLst>
            </p:cNvPr>
            <p:cNvCxnSpPr/>
            <p:nvPr/>
          </p:nvCxnSpPr>
          <p:spPr>
            <a:xfrm>
              <a:off x="1205240" y="9078456"/>
              <a:ext cx="278724" cy="0"/>
            </a:xfrm>
            <a:prstGeom prst="straightConnector1">
              <a:avLst/>
            </a:prstGeom>
            <a:grpFill/>
            <a:ln w="38100" cap="flat" cmpd="sng" algn="ctr">
              <a:solidFill>
                <a:schemeClr val="bg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0" name="平行四邊形 49">
              <a:extLst>
                <a:ext uri="{FF2B5EF4-FFF2-40B4-BE49-F238E27FC236}">
                  <a16:creationId xmlns:a16="http://schemas.microsoft.com/office/drawing/2014/main" id="{3B6840D1-9399-4E88-AB0D-232894EE6AED}"/>
                </a:ext>
              </a:extLst>
            </p:cNvPr>
            <p:cNvSpPr/>
            <p:nvPr/>
          </p:nvSpPr>
          <p:spPr>
            <a:xfrm rot="5400000">
              <a:off x="674738" y="9027605"/>
              <a:ext cx="607219" cy="263754"/>
            </a:xfrm>
            <a:prstGeom prst="parallelogram">
              <a:avLst>
                <a:gd name="adj" fmla="val 58648"/>
              </a:avLst>
            </a:prstGeom>
            <a:solidFill>
              <a:schemeClr val="bg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51" name="動作按鈕: 說明 50">
            <a:hlinkClick r:id="" action="ppaction://noaction" highlightClick="1"/>
            <a:extLst>
              <a:ext uri="{FF2B5EF4-FFF2-40B4-BE49-F238E27FC236}">
                <a16:creationId xmlns:a16="http://schemas.microsoft.com/office/drawing/2014/main" id="{D4B8BE0B-E39D-4E99-B648-E913A1832F37}"/>
              </a:ext>
            </a:extLst>
          </p:cNvPr>
          <p:cNvSpPr/>
          <p:nvPr/>
        </p:nvSpPr>
        <p:spPr>
          <a:xfrm>
            <a:off x="1157649" y="5807366"/>
            <a:ext cx="862148" cy="833538"/>
          </a:xfrm>
          <a:prstGeom prst="actionButtonHelp">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52" name="流程圖: 卡片 51">
            <a:extLst>
              <a:ext uri="{FF2B5EF4-FFF2-40B4-BE49-F238E27FC236}">
                <a16:creationId xmlns:a16="http://schemas.microsoft.com/office/drawing/2014/main" id="{A8B0FE13-1167-4882-9273-ECE787BE81FF}"/>
              </a:ext>
            </a:extLst>
          </p:cNvPr>
          <p:cNvSpPr/>
          <p:nvPr/>
        </p:nvSpPr>
        <p:spPr>
          <a:xfrm>
            <a:off x="1316155" y="7991474"/>
            <a:ext cx="468537" cy="382778"/>
          </a:xfrm>
          <a:prstGeom prst="flowChartPunchedCard">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平行四邊形 52">
            <a:extLst>
              <a:ext uri="{FF2B5EF4-FFF2-40B4-BE49-F238E27FC236}">
                <a16:creationId xmlns:a16="http://schemas.microsoft.com/office/drawing/2014/main" id="{C699DA87-03DE-4A6F-AB20-03CF7E97929F}"/>
              </a:ext>
            </a:extLst>
          </p:cNvPr>
          <p:cNvSpPr/>
          <p:nvPr/>
        </p:nvSpPr>
        <p:spPr>
          <a:xfrm>
            <a:off x="1335338" y="8155958"/>
            <a:ext cx="551406" cy="216694"/>
          </a:xfrm>
          <a:prstGeom prst="parallelogram">
            <a:avLst>
              <a:gd name="adj" fmla="val 58648"/>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Tree>
    <p:extLst>
      <p:ext uri="{BB962C8B-B14F-4D97-AF65-F5344CB8AC3E}">
        <p14:creationId xmlns:p14="http://schemas.microsoft.com/office/powerpoint/2010/main" val="23119111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載入</a:t>
            </a:r>
          </a:p>
        </p:txBody>
      </p:sp>
      <p:sp>
        <p:nvSpPr>
          <p:cNvPr id="12" name="標題 1">
            <a:extLst>
              <a:ext uri="{FF2B5EF4-FFF2-40B4-BE49-F238E27FC236}">
                <a16:creationId xmlns:a16="http://schemas.microsoft.com/office/drawing/2014/main" id="{22B2C3DD-0CB3-4668-8FCD-8BB8C9CF9958}"/>
              </a:ext>
            </a:extLst>
          </p:cNvPr>
          <p:cNvSpPr txBox="1">
            <a:spLocks/>
          </p:cNvSpPr>
          <p:nvPr/>
        </p:nvSpPr>
        <p:spPr>
          <a:xfrm>
            <a:off x="4964019" y="249100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前言</a:t>
            </a:r>
          </a:p>
        </p:txBody>
      </p:sp>
      <p:sp>
        <p:nvSpPr>
          <p:cNvPr id="13" name="標題 1">
            <a:extLst>
              <a:ext uri="{FF2B5EF4-FFF2-40B4-BE49-F238E27FC236}">
                <a16:creationId xmlns:a16="http://schemas.microsoft.com/office/drawing/2014/main" id="{AE74B856-00D7-4F49-AC2D-D9FE65D25968}"/>
              </a:ext>
            </a:extLst>
          </p:cNvPr>
          <p:cNvSpPr txBox="1">
            <a:spLocks/>
          </p:cNvSpPr>
          <p:nvPr/>
        </p:nvSpPr>
        <p:spPr>
          <a:xfrm>
            <a:off x="11932238" y="249100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初識</a:t>
            </a:r>
          </a:p>
        </p:txBody>
      </p:sp>
      <p:sp>
        <p:nvSpPr>
          <p:cNvPr id="14" name="標題 1">
            <a:extLst>
              <a:ext uri="{FF2B5EF4-FFF2-40B4-BE49-F238E27FC236}">
                <a16:creationId xmlns:a16="http://schemas.microsoft.com/office/drawing/2014/main" id="{F1BBDD38-611F-4CE9-9C2A-81C0F5ECB32D}"/>
              </a:ext>
            </a:extLst>
          </p:cNvPr>
          <p:cNvSpPr txBox="1">
            <a:spLocks/>
          </p:cNvSpPr>
          <p:nvPr/>
        </p:nvSpPr>
        <p:spPr>
          <a:xfrm>
            <a:off x="4964019" y="67547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登山</a:t>
            </a:r>
          </a:p>
        </p:txBody>
      </p:sp>
      <p:sp>
        <p:nvSpPr>
          <p:cNvPr id="15" name="標題 1">
            <a:extLst>
              <a:ext uri="{FF2B5EF4-FFF2-40B4-BE49-F238E27FC236}">
                <a16:creationId xmlns:a16="http://schemas.microsoft.com/office/drawing/2014/main" id="{BFEB987A-8940-404A-896C-E3754CE804E2}"/>
              </a:ext>
            </a:extLst>
          </p:cNvPr>
          <p:cNvSpPr txBox="1">
            <a:spLocks/>
          </p:cNvSpPr>
          <p:nvPr/>
        </p:nvSpPr>
        <p:spPr>
          <a:xfrm>
            <a:off x="11932238" y="67547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結局</a:t>
            </a:r>
          </a:p>
        </p:txBody>
      </p:sp>
      <p:grpSp>
        <p:nvGrpSpPr>
          <p:cNvPr id="16" name="群組 15">
            <a:extLst>
              <a:ext uri="{FF2B5EF4-FFF2-40B4-BE49-F238E27FC236}">
                <a16:creationId xmlns:a16="http://schemas.microsoft.com/office/drawing/2014/main" id="{815DEE0F-96B1-45D4-9DD9-D75D5659A2D4}"/>
              </a:ext>
            </a:extLst>
          </p:cNvPr>
          <p:cNvGrpSpPr/>
          <p:nvPr/>
        </p:nvGrpSpPr>
        <p:grpSpPr>
          <a:xfrm>
            <a:off x="16459195" y="1018921"/>
            <a:ext cx="909815" cy="953359"/>
            <a:chOff x="16459195" y="1018921"/>
            <a:chExt cx="909815" cy="953359"/>
          </a:xfrm>
        </p:grpSpPr>
        <p:sp>
          <p:nvSpPr>
            <p:cNvPr id="17" name="矩形 16">
              <a:extLst>
                <a:ext uri="{FF2B5EF4-FFF2-40B4-BE49-F238E27FC236}">
                  <a16:creationId xmlns:a16="http://schemas.microsoft.com/office/drawing/2014/main" id="{DADF70A3-3350-432F-9329-0977B3A338C7}"/>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標題 1">
              <a:extLst>
                <a:ext uri="{FF2B5EF4-FFF2-40B4-BE49-F238E27FC236}">
                  <a16:creationId xmlns:a16="http://schemas.microsoft.com/office/drawing/2014/main" id="{3BF7E917-878C-4F2A-98AA-647389E79564}"/>
                </a:ext>
              </a:extLst>
            </p:cNvPr>
            <p:cNvSpPr txBox="1">
              <a:spLocks/>
            </p:cNvSpPr>
            <p:nvPr/>
          </p:nvSpPr>
          <p:spPr>
            <a:xfrm>
              <a:off x="16502737" y="1106007"/>
              <a:ext cx="866273"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Adobe 黑体 Std R" panose="020B0400000000000000" pitchFamily="34" charset="-128"/>
                  <a:ea typeface="Adobe 黑体 Std R" panose="020B0400000000000000" pitchFamily="34" charset="-128"/>
                </a:rPr>
                <a:t>╳</a:t>
              </a:r>
            </a:p>
          </p:txBody>
        </p:sp>
      </p:grpSp>
      <p:sp>
        <p:nvSpPr>
          <p:cNvPr id="19" name="矩形 18">
            <a:extLst>
              <a:ext uri="{FF2B5EF4-FFF2-40B4-BE49-F238E27FC236}">
                <a16:creationId xmlns:a16="http://schemas.microsoft.com/office/drawing/2014/main" id="{92E1934B-9B86-43F1-92A4-58B2B4E5EB30}"/>
              </a:ext>
            </a:extLst>
          </p:cNvPr>
          <p:cNvSpPr/>
          <p:nvPr/>
        </p:nvSpPr>
        <p:spPr>
          <a:xfrm>
            <a:off x="2818855" y="121702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0" name="矩形 19">
            <a:extLst>
              <a:ext uri="{FF2B5EF4-FFF2-40B4-BE49-F238E27FC236}">
                <a16:creationId xmlns:a16="http://schemas.microsoft.com/office/drawing/2014/main" id="{FDD915D7-E0F6-41BD-93EB-198C01917827}"/>
              </a:ext>
            </a:extLst>
          </p:cNvPr>
          <p:cNvSpPr/>
          <p:nvPr/>
        </p:nvSpPr>
        <p:spPr>
          <a:xfrm>
            <a:off x="9787074" y="121702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1" name="矩形 20">
            <a:extLst>
              <a:ext uri="{FF2B5EF4-FFF2-40B4-BE49-F238E27FC236}">
                <a16:creationId xmlns:a16="http://schemas.microsoft.com/office/drawing/2014/main" id="{E5DDAB98-10CD-4DD4-A740-D1939A150519}"/>
              </a:ext>
            </a:extLst>
          </p:cNvPr>
          <p:cNvSpPr/>
          <p:nvPr/>
        </p:nvSpPr>
        <p:spPr>
          <a:xfrm>
            <a:off x="2818855" y="542848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6" name="矩形 25">
            <a:extLst>
              <a:ext uri="{FF2B5EF4-FFF2-40B4-BE49-F238E27FC236}">
                <a16:creationId xmlns:a16="http://schemas.microsoft.com/office/drawing/2014/main" id="{4A1A3B82-5E03-4ECE-BA2F-CA619155F49C}"/>
              </a:ext>
            </a:extLst>
          </p:cNvPr>
          <p:cNvSpPr/>
          <p:nvPr/>
        </p:nvSpPr>
        <p:spPr>
          <a:xfrm>
            <a:off x="9787074" y="542848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22" name="群組 21">
            <a:extLst>
              <a:ext uri="{FF2B5EF4-FFF2-40B4-BE49-F238E27FC236}">
                <a16:creationId xmlns:a16="http://schemas.microsoft.com/office/drawing/2014/main" id="{1D0E76D9-8DDE-485C-91E8-F6C8562AA269}"/>
              </a:ext>
            </a:extLst>
          </p:cNvPr>
          <p:cNvGrpSpPr/>
          <p:nvPr/>
        </p:nvGrpSpPr>
        <p:grpSpPr>
          <a:xfrm>
            <a:off x="1152082" y="4848103"/>
            <a:ext cx="867715" cy="4718963"/>
            <a:chOff x="1152082" y="4848103"/>
            <a:chExt cx="867715" cy="4718963"/>
          </a:xfrm>
        </p:grpSpPr>
        <p:sp>
          <p:nvSpPr>
            <p:cNvPr id="23" name="動作按鈕: 取得資訊 22">
              <a:hlinkClick r:id="" action="ppaction://noaction" highlightClick="1"/>
              <a:extLst>
                <a:ext uri="{FF2B5EF4-FFF2-40B4-BE49-F238E27FC236}">
                  <a16:creationId xmlns:a16="http://schemas.microsoft.com/office/drawing/2014/main" id="{F14D4408-DC7E-465A-9565-1CFF409CFBE6}"/>
                </a:ext>
              </a:extLst>
            </p:cNvPr>
            <p:cNvSpPr/>
            <p:nvPr/>
          </p:nvSpPr>
          <p:spPr>
            <a:xfrm>
              <a:off x="1152082" y="4848103"/>
              <a:ext cx="862149" cy="794952"/>
            </a:xfrm>
            <a:prstGeom prst="actionButtonInformation">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Google Shape;7240;p145">
              <a:extLst>
                <a:ext uri="{FF2B5EF4-FFF2-40B4-BE49-F238E27FC236}">
                  <a16:creationId xmlns:a16="http://schemas.microsoft.com/office/drawing/2014/main" id="{0350F27D-6295-4035-A893-5E4F8CD2BC35}"/>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a:noFill/>
            </a:ln>
          </p:spPr>
          <p:txBody>
            <a:bodyPr spcFirstLastPara="1" wrap="square" lIns="182850" tIns="182850" rIns="182850" bIns="182850" anchor="ctr" anchorCtr="0">
              <a:noAutofit/>
            </a:bodyPr>
            <a:lstStyle/>
            <a:p>
              <a:endParaRPr sz="3600"/>
            </a:p>
          </p:txBody>
        </p:sp>
        <p:sp>
          <p:nvSpPr>
            <p:cNvPr id="25" name="矩形 24">
              <a:extLst>
                <a:ext uri="{FF2B5EF4-FFF2-40B4-BE49-F238E27FC236}">
                  <a16:creationId xmlns:a16="http://schemas.microsoft.com/office/drawing/2014/main" id="{6BBA14E0-46F4-4498-A7D5-A983EBCEC83C}"/>
                </a:ext>
              </a:extLst>
            </p:cNvPr>
            <p:cNvSpPr/>
            <p:nvPr/>
          </p:nvSpPr>
          <p:spPr>
            <a:xfrm>
              <a:off x="1156790" y="6792156"/>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7" name="矩形 26">
              <a:extLst>
                <a:ext uri="{FF2B5EF4-FFF2-40B4-BE49-F238E27FC236}">
                  <a16:creationId xmlns:a16="http://schemas.microsoft.com/office/drawing/2014/main" id="{89331755-2555-4EF8-AD48-7688DA9BCAF0}"/>
                </a:ext>
              </a:extLst>
            </p:cNvPr>
            <p:cNvSpPr/>
            <p:nvPr/>
          </p:nvSpPr>
          <p:spPr>
            <a:xfrm>
              <a:off x="1156790" y="7771474"/>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8" name="矩形 27">
              <a:extLst>
                <a:ext uri="{FF2B5EF4-FFF2-40B4-BE49-F238E27FC236}">
                  <a16:creationId xmlns:a16="http://schemas.microsoft.com/office/drawing/2014/main" id="{2956ADA7-CD1D-420D-938A-D71E1889A5D2}"/>
                </a:ext>
              </a:extLst>
            </p:cNvPr>
            <p:cNvSpPr/>
            <p:nvPr/>
          </p:nvSpPr>
          <p:spPr>
            <a:xfrm>
              <a:off x="1156790" y="8750795"/>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29" name="群組 28">
              <a:extLst>
                <a:ext uri="{FF2B5EF4-FFF2-40B4-BE49-F238E27FC236}">
                  <a16:creationId xmlns:a16="http://schemas.microsoft.com/office/drawing/2014/main" id="{B3D7CE1B-CC50-420E-8BD3-A83135ABDB59}"/>
                </a:ext>
              </a:extLst>
            </p:cNvPr>
            <p:cNvGrpSpPr/>
            <p:nvPr/>
          </p:nvGrpSpPr>
          <p:grpSpPr>
            <a:xfrm>
              <a:off x="1308570" y="8863305"/>
              <a:ext cx="637494" cy="630742"/>
              <a:chOff x="846470" y="8832349"/>
              <a:chExt cx="637494" cy="630742"/>
            </a:xfrm>
          </p:grpSpPr>
          <p:sp>
            <p:nvSpPr>
              <p:cNvPr id="33" name="平行四邊形 32">
                <a:extLst>
                  <a:ext uri="{FF2B5EF4-FFF2-40B4-BE49-F238E27FC236}">
                    <a16:creationId xmlns:a16="http://schemas.microsoft.com/office/drawing/2014/main" id="{29FF175D-C386-4CCE-BF01-B08C5E332941}"/>
                  </a:ext>
                </a:extLst>
              </p:cNvPr>
              <p:cNvSpPr/>
              <p:nvPr/>
            </p:nvSpPr>
            <p:spPr>
              <a:xfrm rot="5400000">
                <a:off x="674738" y="9027605"/>
                <a:ext cx="607219" cy="26375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34" name="矩形 33">
                <a:extLst>
                  <a:ext uri="{FF2B5EF4-FFF2-40B4-BE49-F238E27FC236}">
                    <a16:creationId xmlns:a16="http://schemas.microsoft.com/office/drawing/2014/main" id="{4D48C7BA-4517-4C9C-B14C-CE3C1787CDD7}"/>
                  </a:ext>
                </a:extLst>
              </p:cNvPr>
              <p:cNvSpPr/>
              <p:nvPr/>
            </p:nvSpPr>
            <p:spPr>
              <a:xfrm>
                <a:off x="846470" y="8832349"/>
                <a:ext cx="427499" cy="466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35" name="直線單箭頭接點 34">
                <a:extLst>
                  <a:ext uri="{FF2B5EF4-FFF2-40B4-BE49-F238E27FC236}">
                    <a16:creationId xmlns:a16="http://schemas.microsoft.com/office/drawing/2014/main" id="{8DB86880-33D6-44A8-AD29-D431B104D020}"/>
                  </a:ext>
                </a:extLst>
              </p:cNvPr>
              <p:cNvCxnSpPr/>
              <p:nvPr/>
            </p:nvCxnSpPr>
            <p:spPr>
              <a:xfrm>
                <a:off x="1205240" y="9078456"/>
                <a:ext cx="27872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sp>
          <p:nvSpPr>
            <p:cNvPr id="30" name="平行四邊形 29">
              <a:extLst>
                <a:ext uri="{FF2B5EF4-FFF2-40B4-BE49-F238E27FC236}">
                  <a16:creationId xmlns:a16="http://schemas.microsoft.com/office/drawing/2014/main" id="{A41DB88F-ABDD-4839-844E-079B5501B93E}"/>
                </a:ext>
              </a:extLst>
            </p:cNvPr>
            <p:cNvSpPr/>
            <p:nvPr/>
          </p:nvSpPr>
          <p:spPr>
            <a:xfrm>
              <a:off x="1335338" y="8155958"/>
              <a:ext cx="551406" cy="21669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31" name="動作按鈕: 說明 30">
              <a:hlinkClick r:id="" action="ppaction://noaction" highlightClick="1"/>
              <a:extLst>
                <a:ext uri="{FF2B5EF4-FFF2-40B4-BE49-F238E27FC236}">
                  <a16:creationId xmlns:a16="http://schemas.microsoft.com/office/drawing/2014/main" id="{277FE349-4965-499B-808C-120F647DDC1B}"/>
                </a:ext>
              </a:extLst>
            </p:cNvPr>
            <p:cNvSpPr/>
            <p:nvPr/>
          </p:nvSpPr>
          <p:spPr>
            <a:xfrm>
              <a:off x="1157649" y="5807366"/>
              <a:ext cx="862148" cy="833538"/>
            </a:xfrm>
            <a:prstGeom prst="actionButtonHelp">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32" name="流程圖: 卡片 31">
              <a:extLst>
                <a:ext uri="{FF2B5EF4-FFF2-40B4-BE49-F238E27FC236}">
                  <a16:creationId xmlns:a16="http://schemas.microsoft.com/office/drawing/2014/main" id="{50A43BBB-A896-4FCE-BF66-66D450029217}"/>
                </a:ext>
              </a:extLst>
            </p:cNvPr>
            <p:cNvSpPr/>
            <p:nvPr/>
          </p:nvSpPr>
          <p:spPr>
            <a:xfrm>
              <a:off x="1316155" y="7991474"/>
              <a:ext cx="468537" cy="382778"/>
            </a:xfrm>
            <a:prstGeom prst="flowChartPunchedCard">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Tree>
    <p:extLst>
      <p:ext uri="{BB962C8B-B14F-4D97-AF65-F5344CB8AC3E}">
        <p14:creationId xmlns:p14="http://schemas.microsoft.com/office/powerpoint/2010/main" val="1517572559"/>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載入</a:t>
            </a:r>
          </a:p>
        </p:txBody>
      </p:sp>
      <p:sp>
        <p:nvSpPr>
          <p:cNvPr id="12" name="標題 1">
            <a:extLst>
              <a:ext uri="{FF2B5EF4-FFF2-40B4-BE49-F238E27FC236}">
                <a16:creationId xmlns:a16="http://schemas.microsoft.com/office/drawing/2014/main" id="{22B2C3DD-0CB3-4668-8FCD-8BB8C9CF9958}"/>
              </a:ext>
            </a:extLst>
          </p:cNvPr>
          <p:cNvSpPr txBox="1">
            <a:spLocks/>
          </p:cNvSpPr>
          <p:nvPr/>
        </p:nvSpPr>
        <p:spPr>
          <a:xfrm>
            <a:off x="4964019" y="249100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u="sng" dirty="0">
                <a:solidFill>
                  <a:schemeClr val="accent1"/>
                </a:solidFill>
                <a:latin typeface="華康華綜體W5" panose="020B0509000000000000" pitchFamily="49" charset="-120"/>
                <a:ea typeface="華康華綜體W5" panose="020B0509000000000000" pitchFamily="49" charset="-120"/>
              </a:rPr>
              <a:t>前言</a:t>
            </a:r>
          </a:p>
        </p:txBody>
      </p:sp>
      <p:sp>
        <p:nvSpPr>
          <p:cNvPr id="13" name="標題 1">
            <a:extLst>
              <a:ext uri="{FF2B5EF4-FFF2-40B4-BE49-F238E27FC236}">
                <a16:creationId xmlns:a16="http://schemas.microsoft.com/office/drawing/2014/main" id="{AE74B856-00D7-4F49-AC2D-D9FE65D25968}"/>
              </a:ext>
            </a:extLst>
          </p:cNvPr>
          <p:cNvSpPr txBox="1">
            <a:spLocks/>
          </p:cNvSpPr>
          <p:nvPr/>
        </p:nvSpPr>
        <p:spPr>
          <a:xfrm>
            <a:off x="11932238" y="249100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u="sng" dirty="0">
                <a:solidFill>
                  <a:schemeClr val="accent1"/>
                </a:solidFill>
                <a:latin typeface="華康華綜體W5" panose="020B0509000000000000" pitchFamily="49" charset="-120"/>
                <a:ea typeface="華康華綜體W5" panose="020B0509000000000000" pitchFamily="49" charset="-120"/>
              </a:rPr>
              <a:t>初識</a:t>
            </a:r>
          </a:p>
        </p:txBody>
      </p:sp>
      <p:sp>
        <p:nvSpPr>
          <p:cNvPr id="14" name="標題 1">
            <a:extLst>
              <a:ext uri="{FF2B5EF4-FFF2-40B4-BE49-F238E27FC236}">
                <a16:creationId xmlns:a16="http://schemas.microsoft.com/office/drawing/2014/main" id="{F1BBDD38-611F-4CE9-9C2A-81C0F5ECB32D}"/>
              </a:ext>
            </a:extLst>
          </p:cNvPr>
          <p:cNvSpPr txBox="1">
            <a:spLocks/>
          </p:cNvSpPr>
          <p:nvPr/>
        </p:nvSpPr>
        <p:spPr>
          <a:xfrm>
            <a:off x="4964019" y="67547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u="sng" dirty="0">
                <a:solidFill>
                  <a:schemeClr val="accent1"/>
                </a:solidFill>
                <a:latin typeface="華康華綜體W5" panose="020B0509000000000000" pitchFamily="49" charset="-120"/>
                <a:ea typeface="華康華綜體W5" panose="020B0509000000000000" pitchFamily="49" charset="-120"/>
              </a:rPr>
              <a:t>登山</a:t>
            </a:r>
          </a:p>
        </p:txBody>
      </p:sp>
      <p:sp>
        <p:nvSpPr>
          <p:cNvPr id="15" name="標題 1">
            <a:extLst>
              <a:ext uri="{FF2B5EF4-FFF2-40B4-BE49-F238E27FC236}">
                <a16:creationId xmlns:a16="http://schemas.microsoft.com/office/drawing/2014/main" id="{BFEB987A-8940-404A-896C-E3754CE804E2}"/>
              </a:ext>
            </a:extLst>
          </p:cNvPr>
          <p:cNvSpPr txBox="1">
            <a:spLocks/>
          </p:cNvSpPr>
          <p:nvPr/>
        </p:nvSpPr>
        <p:spPr>
          <a:xfrm>
            <a:off x="11932238" y="67547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u="sng" dirty="0">
                <a:solidFill>
                  <a:schemeClr val="accent1"/>
                </a:solidFill>
                <a:latin typeface="華康華綜體W5" panose="020B0509000000000000" pitchFamily="49" charset="-120"/>
                <a:ea typeface="華康華綜體W5" panose="020B0509000000000000" pitchFamily="49" charset="-120"/>
              </a:rPr>
              <a:t>結局</a:t>
            </a:r>
          </a:p>
        </p:txBody>
      </p:sp>
      <p:grpSp>
        <p:nvGrpSpPr>
          <p:cNvPr id="16" name="群組 15">
            <a:extLst>
              <a:ext uri="{FF2B5EF4-FFF2-40B4-BE49-F238E27FC236}">
                <a16:creationId xmlns:a16="http://schemas.microsoft.com/office/drawing/2014/main" id="{C1A16C25-B01A-461A-A67F-C4F246E6955A}"/>
              </a:ext>
            </a:extLst>
          </p:cNvPr>
          <p:cNvGrpSpPr/>
          <p:nvPr/>
        </p:nvGrpSpPr>
        <p:grpSpPr>
          <a:xfrm>
            <a:off x="16459195" y="1018921"/>
            <a:ext cx="909815" cy="953359"/>
            <a:chOff x="16459195" y="1018921"/>
            <a:chExt cx="909815" cy="953359"/>
          </a:xfrm>
        </p:grpSpPr>
        <p:sp>
          <p:nvSpPr>
            <p:cNvPr id="17" name="矩形 16">
              <a:extLst>
                <a:ext uri="{FF2B5EF4-FFF2-40B4-BE49-F238E27FC236}">
                  <a16:creationId xmlns:a16="http://schemas.microsoft.com/office/drawing/2014/main" id="{5AD9CCC8-148A-4E91-9AF5-077C4DF9228A}"/>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標題 1">
              <a:extLst>
                <a:ext uri="{FF2B5EF4-FFF2-40B4-BE49-F238E27FC236}">
                  <a16:creationId xmlns:a16="http://schemas.microsoft.com/office/drawing/2014/main" id="{E1B4AAFB-BA0C-45BF-91C9-5CE086BAD70D}"/>
                </a:ext>
              </a:extLst>
            </p:cNvPr>
            <p:cNvSpPr txBox="1">
              <a:spLocks/>
            </p:cNvSpPr>
            <p:nvPr/>
          </p:nvSpPr>
          <p:spPr>
            <a:xfrm>
              <a:off x="16502737" y="1106007"/>
              <a:ext cx="866273"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solidFill>
                    <a:schemeClr val="bg1"/>
                  </a:solidFill>
                  <a:latin typeface="Adobe 黑体 Std R" panose="020B0400000000000000" pitchFamily="34" charset="-128"/>
                  <a:ea typeface="Adobe 黑体 Std R" panose="020B0400000000000000" pitchFamily="34" charset="-128"/>
                </a:rPr>
                <a:t>╳</a:t>
              </a:r>
            </a:p>
          </p:txBody>
        </p:sp>
      </p:grpSp>
      <p:sp>
        <p:nvSpPr>
          <p:cNvPr id="19" name="矩形 18">
            <a:extLst>
              <a:ext uri="{FF2B5EF4-FFF2-40B4-BE49-F238E27FC236}">
                <a16:creationId xmlns:a16="http://schemas.microsoft.com/office/drawing/2014/main" id="{0EA91B27-6B56-49BD-B19C-08075DAFD35F}"/>
              </a:ext>
            </a:extLst>
          </p:cNvPr>
          <p:cNvSpPr/>
          <p:nvPr/>
        </p:nvSpPr>
        <p:spPr>
          <a:xfrm>
            <a:off x="2818855" y="121702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0" name="矩形 19">
            <a:extLst>
              <a:ext uri="{FF2B5EF4-FFF2-40B4-BE49-F238E27FC236}">
                <a16:creationId xmlns:a16="http://schemas.microsoft.com/office/drawing/2014/main" id="{ACE3A204-B4B0-4838-9B90-ECF526F0AC21}"/>
              </a:ext>
            </a:extLst>
          </p:cNvPr>
          <p:cNvSpPr/>
          <p:nvPr/>
        </p:nvSpPr>
        <p:spPr>
          <a:xfrm>
            <a:off x="9787074" y="121702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1" name="矩形 20">
            <a:extLst>
              <a:ext uri="{FF2B5EF4-FFF2-40B4-BE49-F238E27FC236}">
                <a16:creationId xmlns:a16="http://schemas.microsoft.com/office/drawing/2014/main" id="{5C34761D-02FC-47D1-B70C-E1A2A5655692}"/>
              </a:ext>
            </a:extLst>
          </p:cNvPr>
          <p:cNvSpPr/>
          <p:nvPr/>
        </p:nvSpPr>
        <p:spPr>
          <a:xfrm>
            <a:off x="2818855" y="542848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6" name="矩形 25">
            <a:extLst>
              <a:ext uri="{FF2B5EF4-FFF2-40B4-BE49-F238E27FC236}">
                <a16:creationId xmlns:a16="http://schemas.microsoft.com/office/drawing/2014/main" id="{C8B5A7EC-17F6-4376-B55A-7A91791DFE86}"/>
              </a:ext>
            </a:extLst>
          </p:cNvPr>
          <p:cNvSpPr/>
          <p:nvPr/>
        </p:nvSpPr>
        <p:spPr>
          <a:xfrm>
            <a:off x="9787074" y="5428483"/>
            <a:ext cx="6406510" cy="3684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2" name="矩形 21">
            <a:extLst>
              <a:ext uri="{FF2B5EF4-FFF2-40B4-BE49-F238E27FC236}">
                <a16:creationId xmlns:a16="http://schemas.microsoft.com/office/drawing/2014/main" id="{7B2F3479-A3FA-422B-82A9-04AD5C3B90EB}"/>
              </a:ext>
            </a:extLst>
          </p:cNvPr>
          <p:cNvSpPr/>
          <p:nvPr/>
        </p:nvSpPr>
        <p:spPr>
          <a:xfrm>
            <a:off x="1156790" y="6792156"/>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dirty="0"/>
          </a:p>
        </p:txBody>
      </p:sp>
      <p:sp>
        <p:nvSpPr>
          <p:cNvPr id="23" name="動作按鈕: 取得資訊 22">
            <a:hlinkClick r:id="" action="ppaction://noaction" highlightClick="1"/>
            <a:extLst>
              <a:ext uri="{FF2B5EF4-FFF2-40B4-BE49-F238E27FC236}">
                <a16:creationId xmlns:a16="http://schemas.microsoft.com/office/drawing/2014/main" id="{F0D3AF4C-4BC0-4C08-8DAE-F41536C87F8C}"/>
              </a:ext>
            </a:extLst>
          </p:cNvPr>
          <p:cNvSpPr/>
          <p:nvPr/>
        </p:nvSpPr>
        <p:spPr>
          <a:xfrm>
            <a:off x="1152082" y="4848103"/>
            <a:ext cx="862149" cy="794952"/>
          </a:xfrm>
          <a:prstGeom prst="actionButtonInformation">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4" name="Google Shape;7240;p145">
            <a:extLst>
              <a:ext uri="{FF2B5EF4-FFF2-40B4-BE49-F238E27FC236}">
                <a16:creationId xmlns:a16="http://schemas.microsoft.com/office/drawing/2014/main" id="{1E8CEE6F-DA5F-4064-B4D7-244B73650EF4}"/>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w="38100">
            <a:solidFill>
              <a:schemeClr val="bg1"/>
            </a:solidFill>
          </a:ln>
        </p:spPr>
        <p:txBody>
          <a:bodyPr spcFirstLastPara="1" wrap="square" lIns="182850" tIns="182850" rIns="182850" bIns="182850" anchor="ctr" anchorCtr="0">
            <a:noAutofit/>
          </a:bodyPr>
          <a:lstStyle/>
          <a:p>
            <a:endParaRPr sz="3600"/>
          </a:p>
        </p:txBody>
      </p:sp>
      <p:sp>
        <p:nvSpPr>
          <p:cNvPr id="25" name="矩形 24">
            <a:extLst>
              <a:ext uri="{FF2B5EF4-FFF2-40B4-BE49-F238E27FC236}">
                <a16:creationId xmlns:a16="http://schemas.microsoft.com/office/drawing/2014/main" id="{8F7EB0BB-D3BE-4790-AF59-2211F5CF746E}"/>
              </a:ext>
            </a:extLst>
          </p:cNvPr>
          <p:cNvSpPr/>
          <p:nvPr/>
        </p:nvSpPr>
        <p:spPr>
          <a:xfrm>
            <a:off x="1156790" y="7771474"/>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7" name="矩形 26">
            <a:extLst>
              <a:ext uri="{FF2B5EF4-FFF2-40B4-BE49-F238E27FC236}">
                <a16:creationId xmlns:a16="http://schemas.microsoft.com/office/drawing/2014/main" id="{8EC502C3-A744-4AF8-A4D0-823B815EDF95}"/>
              </a:ext>
            </a:extLst>
          </p:cNvPr>
          <p:cNvSpPr/>
          <p:nvPr/>
        </p:nvSpPr>
        <p:spPr>
          <a:xfrm>
            <a:off x="1156790" y="8750795"/>
            <a:ext cx="862148" cy="816271"/>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28" name="群組 27">
            <a:extLst>
              <a:ext uri="{FF2B5EF4-FFF2-40B4-BE49-F238E27FC236}">
                <a16:creationId xmlns:a16="http://schemas.microsoft.com/office/drawing/2014/main" id="{02B0B469-E33F-4D54-B211-8B31BFDA83DE}"/>
              </a:ext>
            </a:extLst>
          </p:cNvPr>
          <p:cNvGrpSpPr/>
          <p:nvPr/>
        </p:nvGrpSpPr>
        <p:grpSpPr>
          <a:xfrm>
            <a:off x="1308570" y="8863305"/>
            <a:ext cx="637494" cy="630742"/>
            <a:chOff x="846470" y="8832349"/>
            <a:chExt cx="637494" cy="630742"/>
          </a:xfrm>
          <a:solidFill>
            <a:schemeClr val="tx1"/>
          </a:solidFill>
        </p:grpSpPr>
        <p:sp>
          <p:nvSpPr>
            <p:cNvPr id="29" name="矩形 28">
              <a:extLst>
                <a:ext uri="{FF2B5EF4-FFF2-40B4-BE49-F238E27FC236}">
                  <a16:creationId xmlns:a16="http://schemas.microsoft.com/office/drawing/2014/main" id="{B9B09115-AD01-4122-86CD-C345465AB2D2}"/>
                </a:ext>
              </a:extLst>
            </p:cNvPr>
            <p:cNvSpPr/>
            <p:nvPr/>
          </p:nvSpPr>
          <p:spPr>
            <a:xfrm>
              <a:off x="846470" y="8832349"/>
              <a:ext cx="427499" cy="46643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30" name="直線單箭頭接點 29">
              <a:extLst>
                <a:ext uri="{FF2B5EF4-FFF2-40B4-BE49-F238E27FC236}">
                  <a16:creationId xmlns:a16="http://schemas.microsoft.com/office/drawing/2014/main" id="{85C86A8C-8C00-4E28-9BFA-918F945878E6}"/>
                </a:ext>
              </a:extLst>
            </p:cNvPr>
            <p:cNvCxnSpPr/>
            <p:nvPr/>
          </p:nvCxnSpPr>
          <p:spPr>
            <a:xfrm>
              <a:off x="1205240" y="9078456"/>
              <a:ext cx="278724" cy="0"/>
            </a:xfrm>
            <a:prstGeom prst="straightConnector1">
              <a:avLst/>
            </a:prstGeom>
            <a:grpFill/>
            <a:ln w="38100" cap="flat" cmpd="sng" algn="ctr">
              <a:solidFill>
                <a:schemeClr val="bg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1" name="平行四邊形 30">
              <a:extLst>
                <a:ext uri="{FF2B5EF4-FFF2-40B4-BE49-F238E27FC236}">
                  <a16:creationId xmlns:a16="http://schemas.microsoft.com/office/drawing/2014/main" id="{AD4F14DF-6FA2-4077-97B3-05B60056AFD5}"/>
                </a:ext>
              </a:extLst>
            </p:cNvPr>
            <p:cNvSpPr/>
            <p:nvPr/>
          </p:nvSpPr>
          <p:spPr>
            <a:xfrm rot="5400000">
              <a:off x="674738" y="9027605"/>
              <a:ext cx="607219" cy="263754"/>
            </a:xfrm>
            <a:prstGeom prst="parallelogram">
              <a:avLst>
                <a:gd name="adj" fmla="val 58648"/>
              </a:avLst>
            </a:prstGeom>
            <a:solidFill>
              <a:schemeClr val="bg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32" name="動作按鈕: 說明 31">
            <a:hlinkClick r:id="" action="ppaction://noaction" highlightClick="1"/>
            <a:extLst>
              <a:ext uri="{FF2B5EF4-FFF2-40B4-BE49-F238E27FC236}">
                <a16:creationId xmlns:a16="http://schemas.microsoft.com/office/drawing/2014/main" id="{DAC4EA3A-7B22-4E67-A648-8ABA7125A322}"/>
              </a:ext>
            </a:extLst>
          </p:cNvPr>
          <p:cNvSpPr/>
          <p:nvPr/>
        </p:nvSpPr>
        <p:spPr>
          <a:xfrm>
            <a:off x="1157649" y="5807366"/>
            <a:ext cx="862148" cy="833538"/>
          </a:xfrm>
          <a:prstGeom prst="actionButtonHelp">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33" name="流程圖: 卡片 32">
            <a:extLst>
              <a:ext uri="{FF2B5EF4-FFF2-40B4-BE49-F238E27FC236}">
                <a16:creationId xmlns:a16="http://schemas.microsoft.com/office/drawing/2014/main" id="{803B0D6C-272B-427D-8CCD-41F39C54BB45}"/>
              </a:ext>
            </a:extLst>
          </p:cNvPr>
          <p:cNvSpPr/>
          <p:nvPr/>
        </p:nvSpPr>
        <p:spPr>
          <a:xfrm>
            <a:off x="1316155" y="7991474"/>
            <a:ext cx="468537" cy="382778"/>
          </a:xfrm>
          <a:prstGeom prst="flowChartPunchedCard">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4" name="平行四邊形 33">
            <a:extLst>
              <a:ext uri="{FF2B5EF4-FFF2-40B4-BE49-F238E27FC236}">
                <a16:creationId xmlns:a16="http://schemas.microsoft.com/office/drawing/2014/main" id="{3C9737C5-74D5-4EF6-94DB-FCC83E2512FE}"/>
              </a:ext>
            </a:extLst>
          </p:cNvPr>
          <p:cNvSpPr/>
          <p:nvPr/>
        </p:nvSpPr>
        <p:spPr>
          <a:xfrm>
            <a:off x="1335338" y="8155958"/>
            <a:ext cx="551406" cy="216694"/>
          </a:xfrm>
          <a:prstGeom prst="parallelogram">
            <a:avLst>
              <a:gd name="adj" fmla="val 58648"/>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Tree>
    <p:extLst>
      <p:ext uri="{BB962C8B-B14F-4D97-AF65-F5344CB8AC3E}">
        <p14:creationId xmlns:p14="http://schemas.microsoft.com/office/powerpoint/2010/main" val="201131141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關於</a:t>
            </a:r>
          </a:p>
        </p:txBody>
      </p:sp>
      <p:grpSp>
        <p:nvGrpSpPr>
          <p:cNvPr id="5" name="群組 4">
            <a:extLst>
              <a:ext uri="{FF2B5EF4-FFF2-40B4-BE49-F238E27FC236}">
                <a16:creationId xmlns:a16="http://schemas.microsoft.com/office/drawing/2014/main" id="{99D3D749-CE16-4EF7-A051-5546A584BD3C}"/>
              </a:ext>
            </a:extLst>
          </p:cNvPr>
          <p:cNvGrpSpPr/>
          <p:nvPr/>
        </p:nvGrpSpPr>
        <p:grpSpPr>
          <a:xfrm>
            <a:off x="16459195" y="1018921"/>
            <a:ext cx="909815" cy="953359"/>
            <a:chOff x="16459195" y="1018921"/>
            <a:chExt cx="909815" cy="953359"/>
          </a:xfrm>
        </p:grpSpPr>
        <p:sp>
          <p:nvSpPr>
            <p:cNvPr id="6" name="矩形 5">
              <a:extLst>
                <a:ext uri="{FF2B5EF4-FFF2-40B4-BE49-F238E27FC236}">
                  <a16:creationId xmlns:a16="http://schemas.microsoft.com/office/drawing/2014/main" id="{C572D541-3F08-4634-92BF-AE11AADD5665}"/>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標題 1">
              <a:extLst>
                <a:ext uri="{FF2B5EF4-FFF2-40B4-BE49-F238E27FC236}">
                  <a16:creationId xmlns:a16="http://schemas.microsoft.com/office/drawing/2014/main" id="{DF1A3900-74EF-4841-B012-67905EC05A0A}"/>
                </a:ext>
              </a:extLst>
            </p:cNvPr>
            <p:cNvSpPr txBox="1">
              <a:spLocks/>
            </p:cNvSpPr>
            <p:nvPr/>
          </p:nvSpPr>
          <p:spPr>
            <a:xfrm>
              <a:off x="16502737" y="1106007"/>
              <a:ext cx="866273"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Adobe 黑体 Std R" panose="020B0400000000000000" pitchFamily="34" charset="-128"/>
                  <a:ea typeface="Adobe 黑体 Std R" panose="020B0400000000000000" pitchFamily="34" charset="-128"/>
                </a:rPr>
                <a:t>╳</a:t>
              </a:r>
            </a:p>
          </p:txBody>
        </p:sp>
      </p:grpSp>
      <p:grpSp>
        <p:nvGrpSpPr>
          <p:cNvPr id="10" name="群組 9">
            <a:extLst>
              <a:ext uri="{FF2B5EF4-FFF2-40B4-BE49-F238E27FC236}">
                <a16:creationId xmlns:a16="http://schemas.microsoft.com/office/drawing/2014/main" id="{31405901-A164-45A8-AE9B-39E172BD5582}"/>
              </a:ext>
            </a:extLst>
          </p:cNvPr>
          <p:cNvGrpSpPr/>
          <p:nvPr/>
        </p:nvGrpSpPr>
        <p:grpSpPr>
          <a:xfrm>
            <a:off x="1152082" y="4848103"/>
            <a:ext cx="867715" cy="4718963"/>
            <a:chOff x="1152082" y="4848103"/>
            <a:chExt cx="867715" cy="4718963"/>
          </a:xfrm>
        </p:grpSpPr>
        <p:sp>
          <p:nvSpPr>
            <p:cNvPr id="11" name="動作按鈕: 取得資訊 10">
              <a:hlinkClick r:id="" action="ppaction://noaction" highlightClick="1"/>
              <a:extLst>
                <a:ext uri="{FF2B5EF4-FFF2-40B4-BE49-F238E27FC236}">
                  <a16:creationId xmlns:a16="http://schemas.microsoft.com/office/drawing/2014/main" id="{DA399A85-D926-414A-A168-B2AB4367903D}"/>
                </a:ext>
              </a:extLst>
            </p:cNvPr>
            <p:cNvSpPr/>
            <p:nvPr/>
          </p:nvSpPr>
          <p:spPr>
            <a:xfrm>
              <a:off x="1152082" y="4848103"/>
              <a:ext cx="862149" cy="794952"/>
            </a:xfrm>
            <a:prstGeom prst="actionButtonInformation">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Google Shape;7240;p145">
              <a:extLst>
                <a:ext uri="{FF2B5EF4-FFF2-40B4-BE49-F238E27FC236}">
                  <a16:creationId xmlns:a16="http://schemas.microsoft.com/office/drawing/2014/main" id="{16FEB942-BF44-47C4-BA49-4C7CFCC7AE6C}"/>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a:noFill/>
            </a:ln>
          </p:spPr>
          <p:txBody>
            <a:bodyPr spcFirstLastPara="1" wrap="square" lIns="182850" tIns="182850" rIns="182850" bIns="182850" anchor="ctr" anchorCtr="0">
              <a:noAutofit/>
            </a:bodyPr>
            <a:lstStyle/>
            <a:p>
              <a:endParaRPr sz="3600"/>
            </a:p>
          </p:txBody>
        </p:sp>
        <p:sp>
          <p:nvSpPr>
            <p:cNvPr id="13" name="矩形 12">
              <a:extLst>
                <a:ext uri="{FF2B5EF4-FFF2-40B4-BE49-F238E27FC236}">
                  <a16:creationId xmlns:a16="http://schemas.microsoft.com/office/drawing/2014/main" id="{8B43831F-AD13-42E0-8268-1CB550140C33}"/>
                </a:ext>
              </a:extLst>
            </p:cNvPr>
            <p:cNvSpPr/>
            <p:nvPr/>
          </p:nvSpPr>
          <p:spPr>
            <a:xfrm>
              <a:off x="1156790" y="6792156"/>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4" name="矩形 13">
              <a:extLst>
                <a:ext uri="{FF2B5EF4-FFF2-40B4-BE49-F238E27FC236}">
                  <a16:creationId xmlns:a16="http://schemas.microsoft.com/office/drawing/2014/main" id="{2012565D-97FA-460C-AC8E-D0DBF6DB6DB7}"/>
                </a:ext>
              </a:extLst>
            </p:cNvPr>
            <p:cNvSpPr/>
            <p:nvPr/>
          </p:nvSpPr>
          <p:spPr>
            <a:xfrm>
              <a:off x="1156790" y="7771474"/>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5" name="矩形 14">
              <a:extLst>
                <a:ext uri="{FF2B5EF4-FFF2-40B4-BE49-F238E27FC236}">
                  <a16:creationId xmlns:a16="http://schemas.microsoft.com/office/drawing/2014/main" id="{53FE17D9-AB47-4922-94FA-B5E8857E2E67}"/>
                </a:ext>
              </a:extLst>
            </p:cNvPr>
            <p:cNvSpPr/>
            <p:nvPr/>
          </p:nvSpPr>
          <p:spPr>
            <a:xfrm>
              <a:off x="1156790" y="8750795"/>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16" name="群組 15">
              <a:extLst>
                <a:ext uri="{FF2B5EF4-FFF2-40B4-BE49-F238E27FC236}">
                  <a16:creationId xmlns:a16="http://schemas.microsoft.com/office/drawing/2014/main" id="{6D38907A-0312-4BF7-8702-5E3B64FAD37B}"/>
                </a:ext>
              </a:extLst>
            </p:cNvPr>
            <p:cNvGrpSpPr/>
            <p:nvPr/>
          </p:nvGrpSpPr>
          <p:grpSpPr>
            <a:xfrm>
              <a:off x="1308570" y="8863305"/>
              <a:ext cx="637494" cy="630742"/>
              <a:chOff x="846470" y="8832349"/>
              <a:chExt cx="637494" cy="630742"/>
            </a:xfrm>
          </p:grpSpPr>
          <p:sp>
            <p:nvSpPr>
              <p:cNvPr id="20" name="平行四邊形 19">
                <a:extLst>
                  <a:ext uri="{FF2B5EF4-FFF2-40B4-BE49-F238E27FC236}">
                    <a16:creationId xmlns:a16="http://schemas.microsoft.com/office/drawing/2014/main" id="{39EC5234-0381-4D83-937F-2DC2C41F7EC7}"/>
                  </a:ext>
                </a:extLst>
              </p:cNvPr>
              <p:cNvSpPr/>
              <p:nvPr/>
            </p:nvSpPr>
            <p:spPr>
              <a:xfrm rot="5400000">
                <a:off x="674738" y="9027605"/>
                <a:ext cx="607219" cy="26375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21" name="矩形 20">
                <a:extLst>
                  <a:ext uri="{FF2B5EF4-FFF2-40B4-BE49-F238E27FC236}">
                    <a16:creationId xmlns:a16="http://schemas.microsoft.com/office/drawing/2014/main" id="{34F879BE-58F9-412C-AD5C-E9D902EFC0F4}"/>
                  </a:ext>
                </a:extLst>
              </p:cNvPr>
              <p:cNvSpPr/>
              <p:nvPr/>
            </p:nvSpPr>
            <p:spPr>
              <a:xfrm>
                <a:off x="846470" y="8832349"/>
                <a:ext cx="427499" cy="466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22" name="直線單箭頭接點 21">
                <a:extLst>
                  <a:ext uri="{FF2B5EF4-FFF2-40B4-BE49-F238E27FC236}">
                    <a16:creationId xmlns:a16="http://schemas.microsoft.com/office/drawing/2014/main" id="{7077861C-96A8-4DE1-B334-580A5D39263D}"/>
                  </a:ext>
                </a:extLst>
              </p:cNvPr>
              <p:cNvCxnSpPr/>
              <p:nvPr/>
            </p:nvCxnSpPr>
            <p:spPr>
              <a:xfrm>
                <a:off x="1205240" y="9078456"/>
                <a:ext cx="27872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sp>
          <p:nvSpPr>
            <p:cNvPr id="17" name="平行四邊形 16">
              <a:extLst>
                <a:ext uri="{FF2B5EF4-FFF2-40B4-BE49-F238E27FC236}">
                  <a16:creationId xmlns:a16="http://schemas.microsoft.com/office/drawing/2014/main" id="{C3BAE6AD-47FA-4E8D-AFDC-A25790C03D62}"/>
                </a:ext>
              </a:extLst>
            </p:cNvPr>
            <p:cNvSpPr/>
            <p:nvPr/>
          </p:nvSpPr>
          <p:spPr>
            <a:xfrm>
              <a:off x="1335338" y="8155958"/>
              <a:ext cx="551406" cy="21669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18" name="動作按鈕: 說明 17">
              <a:hlinkClick r:id="" action="ppaction://noaction" highlightClick="1"/>
              <a:extLst>
                <a:ext uri="{FF2B5EF4-FFF2-40B4-BE49-F238E27FC236}">
                  <a16:creationId xmlns:a16="http://schemas.microsoft.com/office/drawing/2014/main" id="{F1160D37-394A-43EE-978C-09F44A019120}"/>
                </a:ext>
              </a:extLst>
            </p:cNvPr>
            <p:cNvSpPr/>
            <p:nvPr/>
          </p:nvSpPr>
          <p:spPr>
            <a:xfrm>
              <a:off x="1157649" y="5807366"/>
              <a:ext cx="862148" cy="833538"/>
            </a:xfrm>
            <a:prstGeom prst="actionButtonHelp">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19" name="流程圖: 卡片 18">
              <a:extLst>
                <a:ext uri="{FF2B5EF4-FFF2-40B4-BE49-F238E27FC236}">
                  <a16:creationId xmlns:a16="http://schemas.microsoft.com/office/drawing/2014/main" id="{12F7054C-F1F6-42B1-96E1-4D5327FA2E68}"/>
                </a:ext>
              </a:extLst>
            </p:cNvPr>
            <p:cNvSpPr/>
            <p:nvPr/>
          </p:nvSpPr>
          <p:spPr>
            <a:xfrm>
              <a:off x="1316155" y="7991474"/>
              <a:ext cx="468537" cy="382778"/>
            </a:xfrm>
            <a:prstGeom prst="flowChartPunchedCard">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Tree>
    <p:extLst>
      <p:ext uri="{BB962C8B-B14F-4D97-AF65-F5344CB8AC3E}">
        <p14:creationId xmlns:p14="http://schemas.microsoft.com/office/powerpoint/2010/main" val="274434523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關於</a:t>
            </a:r>
          </a:p>
        </p:txBody>
      </p:sp>
      <p:grpSp>
        <p:nvGrpSpPr>
          <p:cNvPr id="10" name="群組 9">
            <a:extLst>
              <a:ext uri="{FF2B5EF4-FFF2-40B4-BE49-F238E27FC236}">
                <a16:creationId xmlns:a16="http://schemas.microsoft.com/office/drawing/2014/main" id="{87509D74-5C9A-41C8-A771-16850455DEE7}"/>
              </a:ext>
            </a:extLst>
          </p:cNvPr>
          <p:cNvGrpSpPr/>
          <p:nvPr/>
        </p:nvGrpSpPr>
        <p:grpSpPr>
          <a:xfrm>
            <a:off x="16459195" y="1018921"/>
            <a:ext cx="909815" cy="953359"/>
            <a:chOff x="16459195" y="1018921"/>
            <a:chExt cx="909815" cy="953359"/>
          </a:xfrm>
        </p:grpSpPr>
        <p:sp>
          <p:nvSpPr>
            <p:cNvPr id="11" name="矩形 10">
              <a:extLst>
                <a:ext uri="{FF2B5EF4-FFF2-40B4-BE49-F238E27FC236}">
                  <a16:creationId xmlns:a16="http://schemas.microsoft.com/office/drawing/2014/main" id="{A2A60BA2-DB89-46E8-8D25-7AC167104EC4}"/>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標題 1">
              <a:extLst>
                <a:ext uri="{FF2B5EF4-FFF2-40B4-BE49-F238E27FC236}">
                  <a16:creationId xmlns:a16="http://schemas.microsoft.com/office/drawing/2014/main" id="{9393A2A5-C650-4788-9FBA-EC6CA5FFF80B}"/>
                </a:ext>
              </a:extLst>
            </p:cNvPr>
            <p:cNvSpPr txBox="1">
              <a:spLocks/>
            </p:cNvSpPr>
            <p:nvPr/>
          </p:nvSpPr>
          <p:spPr>
            <a:xfrm>
              <a:off x="16502737" y="1106007"/>
              <a:ext cx="866273"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solidFill>
                    <a:schemeClr val="bg1"/>
                  </a:solidFill>
                  <a:latin typeface="Adobe 黑体 Std R" panose="020B0400000000000000" pitchFamily="34" charset="-128"/>
                  <a:ea typeface="Adobe 黑体 Std R" panose="020B0400000000000000" pitchFamily="34" charset="-128"/>
                </a:rPr>
                <a:t>╳</a:t>
              </a:r>
            </a:p>
          </p:txBody>
        </p:sp>
      </p:grpSp>
      <p:sp>
        <p:nvSpPr>
          <p:cNvPr id="9" name="矩形 8">
            <a:extLst>
              <a:ext uri="{FF2B5EF4-FFF2-40B4-BE49-F238E27FC236}">
                <a16:creationId xmlns:a16="http://schemas.microsoft.com/office/drawing/2014/main" id="{03DF90AD-1B7B-44C1-85B9-CCB87A29E88F}"/>
              </a:ext>
            </a:extLst>
          </p:cNvPr>
          <p:cNvSpPr/>
          <p:nvPr/>
        </p:nvSpPr>
        <p:spPr>
          <a:xfrm>
            <a:off x="1156790" y="6792156"/>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dirty="0"/>
          </a:p>
        </p:txBody>
      </p:sp>
      <p:sp>
        <p:nvSpPr>
          <p:cNvPr id="13" name="動作按鈕: 取得資訊 12">
            <a:hlinkClick r:id="" action="ppaction://noaction" highlightClick="1"/>
            <a:extLst>
              <a:ext uri="{FF2B5EF4-FFF2-40B4-BE49-F238E27FC236}">
                <a16:creationId xmlns:a16="http://schemas.microsoft.com/office/drawing/2014/main" id="{81316157-A0CD-4F7E-A10D-09E97CA42EBC}"/>
              </a:ext>
            </a:extLst>
          </p:cNvPr>
          <p:cNvSpPr/>
          <p:nvPr/>
        </p:nvSpPr>
        <p:spPr>
          <a:xfrm>
            <a:off x="1152082" y="4848103"/>
            <a:ext cx="862149" cy="794952"/>
          </a:xfrm>
          <a:prstGeom prst="actionButtonInformation">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 name="Google Shape;7240;p145">
            <a:extLst>
              <a:ext uri="{FF2B5EF4-FFF2-40B4-BE49-F238E27FC236}">
                <a16:creationId xmlns:a16="http://schemas.microsoft.com/office/drawing/2014/main" id="{DB42C6C2-56EF-41D7-B202-C86C69A44DE1}"/>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w="38100">
            <a:solidFill>
              <a:schemeClr val="bg1"/>
            </a:solidFill>
          </a:ln>
        </p:spPr>
        <p:txBody>
          <a:bodyPr spcFirstLastPara="1" wrap="square" lIns="182850" tIns="182850" rIns="182850" bIns="182850" anchor="ctr" anchorCtr="0">
            <a:noAutofit/>
          </a:bodyPr>
          <a:lstStyle/>
          <a:p>
            <a:endParaRPr sz="3600"/>
          </a:p>
        </p:txBody>
      </p:sp>
      <p:sp>
        <p:nvSpPr>
          <p:cNvPr id="15" name="矩形 14">
            <a:extLst>
              <a:ext uri="{FF2B5EF4-FFF2-40B4-BE49-F238E27FC236}">
                <a16:creationId xmlns:a16="http://schemas.microsoft.com/office/drawing/2014/main" id="{28399240-D428-4CAC-8E11-815CAFECE44E}"/>
              </a:ext>
            </a:extLst>
          </p:cNvPr>
          <p:cNvSpPr/>
          <p:nvPr/>
        </p:nvSpPr>
        <p:spPr>
          <a:xfrm>
            <a:off x="1156790" y="7771474"/>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16" name="矩形 15">
            <a:extLst>
              <a:ext uri="{FF2B5EF4-FFF2-40B4-BE49-F238E27FC236}">
                <a16:creationId xmlns:a16="http://schemas.microsoft.com/office/drawing/2014/main" id="{96F0841E-85BF-4E96-98A9-CA348B07A04A}"/>
              </a:ext>
            </a:extLst>
          </p:cNvPr>
          <p:cNvSpPr/>
          <p:nvPr/>
        </p:nvSpPr>
        <p:spPr>
          <a:xfrm>
            <a:off x="1156790" y="8750795"/>
            <a:ext cx="862148" cy="816271"/>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17" name="群組 16">
            <a:extLst>
              <a:ext uri="{FF2B5EF4-FFF2-40B4-BE49-F238E27FC236}">
                <a16:creationId xmlns:a16="http://schemas.microsoft.com/office/drawing/2014/main" id="{47BE9330-5316-4086-B275-118302518F4D}"/>
              </a:ext>
            </a:extLst>
          </p:cNvPr>
          <p:cNvGrpSpPr/>
          <p:nvPr/>
        </p:nvGrpSpPr>
        <p:grpSpPr>
          <a:xfrm>
            <a:off x="1308570" y="8863305"/>
            <a:ext cx="637494" cy="630742"/>
            <a:chOff x="846470" y="8832349"/>
            <a:chExt cx="637494" cy="630742"/>
          </a:xfrm>
          <a:solidFill>
            <a:schemeClr val="tx1"/>
          </a:solidFill>
        </p:grpSpPr>
        <p:sp>
          <p:nvSpPr>
            <p:cNvPr id="18" name="矩形 17">
              <a:extLst>
                <a:ext uri="{FF2B5EF4-FFF2-40B4-BE49-F238E27FC236}">
                  <a16:creationId xmlns:a16="http://schemas.microsoft.com/office/drawing/2014/main" id="{C7D7A93D-EC27-448A-93D7-D95A88E66449}"/>
                </a:ext>
              </a:extLst>
            </p:cNvPr>
            <p:cNvSpPr/>
            <p:nvPr/>
          </p:nvSpPr>
          <p:spPr>
            <a:xfrm>
              <a:off x="846470" y="8832349"/>
              <a:ext cx="427499" cy="46643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19" name="直線單箭頭接點 18">
              <a:extLst>
                <a:ext uri="{FF2B5EF4-FFF2-40B4-BE49-F238E27FC236}">
                  <a16:creationId xmlns:a16="http://schemas.microsoft.com/office/drawing/2014/main" id="{A89EFAA5-ACA3-438C-937A-34F4A59C4A0F}"/>
                </a:ext>
              </a:extLst>
            </p:cNvPr>
            <p:cNvCxnSpPr/>
            <p:nvPr/>
          </p:nvCxnSpPr>
          <p:spPr>
            <a:xfrm>
              <a:off x="1205240" y="9078456"/>
              <a:ext cx="278724" cy="0"/>
            </a:xfrm>
            <a:prstGeom prst="straightConnector1">
              <a:avLst/>
            </a:prstGeom>
            <a:grpFill/>
            <a:ln w="38100" cap="flat" cmpd="sng" algn="ctr">
              <a:solidFill>
                <a:schemeClr val="bg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0" name="平行四邊形 19">
              <a:extLst>
                <a:ext uri="{FF2B5EF4-FFF2-40B4-BE49-F238E27FC236}">
                  <a16:creationId xmlns:a16="http://schemas.microsoft.com/office/drawing/2014/main" id="{ADF9901E-8016-4D70-9CD4-D750AF461DF0}"/>
                </a:ext>
              </a:extLst>
            </p:cNvPr>
            <p:cNvSpPr/>
            <p:nvPr/>
          </p:nvSpPr>
          <p:spPr>
            <a:xfrm rot="5400000">
              <a:off x="674738" y="9027605"/>
              <a:ext cx="607219" cy="263754"/>
            </a:xfrm>
            <a:prstGeom prst="parallelogram">
              <a:avLst>
                <a:gd name="adj" fmla="val 58648"/>
              </a:avLst>
            </a:prstGeom>
            <a:solidFill>
              <a:schemeClr val="bg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21" name="動作按鈕: 說明 20">
            <a:hlinkClick r:id="" action="ppaction://noaction" highlightClick="1"/>
            <a:extLst>
              <a:ext uri="{FF2B5EF4-FFF2-40B4-BE49-F238E27FC236}">
                <a16:creationId xmlns:a16="http://schemas.microsoft.com/office/drawing/2014/main" id="{2865B77E-C48C-4153-9F46-6F2226CCE56A}"/>
              </a:ext>
            </a:extLst>
          </p:cNvPr>
          <p:cNvSpPr/>
          <p:nvPr/>
        </p:nvSpPr>
        <p:spPr>
          <a:xfrm>
            <a:off x="1157649" y="5807366"/>
            <a:ext cx="862148" cy="833538"/>
          </a:xfrm>
          <a:prstGeom prst="actionButtonHelp">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22" name="流程圖: 卡片 21">
            <a:extLst>
              <a:ext uri="{FF2B5EF4-FFF2-40B4-BE49-F238E27FC236}">
                <a16:creationId xmlns:a16="http://schemas.microsoft.com/office/drawing/2014/main" id="{BAEDDDC8-74A6-4E69-8886-D4A276279F9B}"/>
              </a:ext>
            </a:extLst>
          </p:cNvPr>
          <p:cNvSpPr/>
          <p:nvPr/>
        </p:nvSpPr>
        <p:spPr>
          <a:xfrm>
            <a:off x="1316155" y="7991474"/>
            <a:ext cx="468537" cy="382778"/>
          </a:xfrm>
          <a:prstGeom prst="flowChartPunchedCard">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平行四邊形 22">
            <a:extLst>
              <a:ext uri="{FF2B5EF4-FFF2-40B4-BE49-F238E27FC236}">
                <a16:creationId xmlns:a16="http://schemas.microsoft.com/office/drawing/2014/main" id="{C3551840-D882-4AFA-A0A9-BE090D23D8BB}"/>
              </a:ext>
            </a:extLst>
          </p:cNvPr>
          <p:cNvSpPr/>
          <p:nvPr/>
        </p:nvSpPr>
        <p:spPr>
          <a:xfrm>
            <a:off x="1335338" y="8155958"/>
            <a:ext cx="551406" cy="216694"/>
          </a:xfrm>
          <a:prstGeom prst="parallelogram">
            <a:avLst>
              <a:gd name="adj" fmla="val 58648"/>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Tree>
    <p:extLst>
      <p:ext uri="{BB962C8B-B14F-4D97-AF65-F5344CB8AC3E}">
        <p14:creationId xmlns:p14="http://schemas.microsoft.com/office/powerpoint/2010/main" val="144842083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設定</a:t>
            </a:r>
          </a:p>
        </p:txBody>
      </p:sp>
      <p:sp>
        <p:nvSpPr>
          <p:cNvPr id="17" name="標題 1">
            <a:extLst>
              <a:ext uri="{FF2B5EF4-FFF2-40B4-BE49-F238E27FC236}">
                <a16:creationId xmlns:a16="http://schemas.microsoft.com/office/drawing/2014/main" id="{6541AF21-755F-456C-A615-7292C6B080CB}"/>
              </a:ext>
            </a:extLst>
          </p:cNvPr>
          <p:cNvSpPr txBox="1">
            <a:spLocks/>
          </p:cNvSpPr>
          <p:nvPr/>
        </p:nvSpPr>
        <p:spPr>
          <a:xfrm>
            <a:off x="2894456" y="114918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顯示</a:t>
            </a:r>
          </a:p>
        </p:txBody>
      </p:sp>
      <p:sp>
        <p:nvSpPr>
          <p:cNvPr id="19" name="標題 1">
            <a:extLst>
              <a:ext uri="{FF2B5EF4-FFF2-40B4-BE49-F238E27FC236}">
                <a16:creationId xmlns:a16="http://schemas.microsoft.com/office/drawing/2014/main" id="{7B98B636-3ED0-49A2-B97B-D01DF6D54030}"/>
              </a:ext>
            </a:extLst>
          </p:cNvPr>
          <p:cNvSpPr txBox="1">
            <a:spLocks/>
          </p:cNvSpPr>
          <p:nvPr/>
        </p:nvSpPr>
        <p:spPr>
          <a:xfrm>
            <a:off x="2946164" y="463129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略過</a:t>
            </a:r>
          </a:p>
        </p:txBody>
      </p:sp>
      <p:sp>
        <p:nvSpPr>
          <p:cNvPr id="20" name="標題 1">
            <a:extLst>
              <a:ext uri="{FF2B5EF4-FFF2-40B4-BE49-F238E27FC236}">
                <a16:creationId xmlns:a16="http://schemas.microsoft.com/office/drawing/2014/main" id="{21F52CC0-83DD-46C8-A607-CE5F3C582A6C}"/>
              </a:ext>
            </a:extLst>
          </p:cNvPr>
          <p:cNvSpPr txBox="1">
            <a:spLocks/>
          </p:cNvSpPr>
          <p:nvPr/>
        </p:nvSpPr>
        <p:spPr>
          <a:xfrm>
            <a:off x="7797052" y="7085070"/>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音效音量</a:t>
            </a:r>
          </a:p>
        </p:txBody>
      </p:sp>
      <p:sp>
        <p:nvSpPr>
          <p:cNvPr id="21" name="標題 1">
            <a:extLst>
              <a:ext uri="{FF2B5EF4-FFF2-40B4-BE49-F238E27FC236}">
                <a16:creationId xmlns:a16="http://schemas.microsoft.com/office/drawing/2014/main" id="{8463990E-AB1E-4CDF-93D2-D181A342B480}"/>
              </a:ext>
            </a:extLst>
          </p:cNvPr>
          <p:cNvSpPr txBox="1">
            <a:spLocks/>
          </p:cNvSpPr>
          <p:nvPr/>
        </p:nvSpPr>
        <p:spPr>
          <a:xfrm>
            <a:off x="7797052" y="5106441"/>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音樂音量</a:t>
            </a:r>
          </a:p>
        </p:txBody>
      </p:sp>
      <p:sp>
        <p:nvSpPr>
          <p:cNvPr id="22" name="標題 1">
            <a:extLst>
              <a:ext uri="{FF2B5EF4-FFF2-40B4-BE49-F238E27FC236}">
                <a16:creationId xmlns:a16="http://schemas.microsoft.com/office/drawing/2014/main" id="{ABE070E3-9614-4AF8-85CD-782A6EEAF6B2}"/>
              </a:ext>
            </a:extLst>
          </p:cNvPr>
          <p:cNvSpPr txBox="1">
            <a:spLocks/>
          </p:cNvSpPr>
          <p:nvPr/>
        </p:nvSpPr>
        <p:spPr>
          <a:xfrm>
            <a:off x="2944589" y="2501361"/>
            <a:ext cx="357051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dirty="0">
                <a:latin typeface="華康華綜體W5" panose="020B0509000000000000" pitchFamily="49" charset="-120"/>
                <a:ea typeface="華康華綜體W5" panose="020B0509000000000000" pitchFamily="49" charset="-120"/>
              </a:rPr>
              <a:t>□視窗</a:t>
            </a:r>
            <a:endParaRPr lang="en-US" altLang="zh-TW" sz="4800" dirty="0">
              <a:latin typeface="華康華綜體W5" panose="020B0509000000000000" pitchFamily="49" charset="-120"/>
              <a:ea typeface="華康華綜體W5" panose="020B0509000000000000" pitchFamily="49" charset="-120"/>
            </a:endParaRPr>
          </a:p>
          <a:p>
            <a:r>
              <a:rPr lang="zh-TW" altLang="en-US" sz="4800" dirty="0">
                <a:latin typeface="華康華綜體W5" panose="020B0509000000000000" pitchFamily="49" charset="-120"/>
                <a:ea typeface="華康華綜體W5" panose="020B0509000000000000" pitchFamily="49" charset="-120"/>
              </a:rPr>
              <a:t>□全螢幕</a:t>
            </a:r>
          </a:p>
        </p:txBody>
      </p:sp>
      <p:sp>
        <p:nvSpPr>
          <p:cNvPr id="23" name="標題 1">
            <a:extLst>
              <a:ext uri="{FF2B5EF4-FFF2-40B4-BE49-F238E27FC236}">
                <a16:creationId xmlns:a16="http://schemas.microsoft.com/office/drawing/2014/main" id="{CF58D2DC-5A26-44E7-AA2D-32213B88E89B}"/>
              </a:ext>
            </a:extLst>
          </p:cNvPr>
          <p:cNvSpPr txBox="1">
            <a:spLocks/>
          </p:cNvSpPr>
          <p:nvPr/>
        </p:nvSpPr>
        <p:spPr>
          <a:xfrm>
            <a:off x="2945965" y="5715510"/>
            <a:ext cx="3570512" cy="2222914"/>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dirty="0">
                <a:latin typeface="華康華綜體W5" panose="020B0509000000000000" pitchFamily="49" charset="-120"/>
                <a:ea typeface="華康華綜體W5" panose="020B0509000000000000" pitchFamily="49" charset="-120"/>
              </a:rPr>
              <a:t>□未讀文字</a:t>
            </a:r>
            <a:endParaRPr lang="en-US" altLang="zh-TW" sz="4800" dirty="0">
              <a:latin typeface="華康華綜體W5" panose="020B0509000000000000" pitchFamily="49" charset="-120"/>
              <a:ea typeface="華康華綜體W5" panose="020B0509000000000000" pitchFamily="49" charset="-120"/>
            </a:endParaRPr>
          </a:p>
          <a:p>
            <a:r>
              <a:rPr lang="zh-TW" altLang="en-US" sz="4800" dirty="0">
                <a:latin typeface="華康華綜體W5" panose="020B0509000000000000" pitchFamily="49" charset="-120"/>
                <a:ea typeface="華康華綜體W5" panose="020B0509000000000000" pitchFamily="49" charset="-120"/>
              </a:rPr>
              <a:t>□選擇後</a:t>
            </a:r>
            <a:endParaRPr lang="en-US" altLang="zh-TW" sz="4800" dirty="0">
              <a:latin typeface="華康華綜體W5" panose="020B0509000000000000" pitchFamily="49" charset="-120"/>
              <a:ea typeface="華康華綜體W5" panose="020B0509000000000000" pitchFamily="49" charset="-120"/>
            </a:endParaRPr>
          </a:p>
          <a:p>
            <a:r>
              <a:rPr lang="zh-TW" altLang="en-US" sz="4800" dirty="0">
                <a:latin typeface="華康華綜體W5" panose="020B0509000000000000" pitchFamily="49" charset="-120"/>
                <a:ea typeface="華康華綜體W5" panose="020B0509000000000000" pitchFamily="49" charset="-120"/>
              </a:rPr>
              <a:t>□過渡</a:t>
            </a:r>
          </a:p>
        </p:txBody>
      </p:sp>
      <p:sp>
        <p:nvSpPr>
          <p:cNvPr id="11" name="標題 1">
            <a:extLst>
              <a:ext uri="{FF2B5EF4-FFF2-40B4-BE49-F238E27FC236}">
                <a16:creationId xmlns:a16="http://schemas.microsoft.com/office/drawing/2014/main" id="{2B0B6D14-D609-4A9F-BE7D-3DB2CFA407A9}"/>
              </a:ext>
            </a:extLst>
          </p:cNvPr>
          <p:cNvSpPr txBox="1">
            <a:spLocks/>
          </p:cNvSpPr>
          <p:nvPr/>
        </p:nvSpPr>
        <p:spPr>
          <a:xfrm>
            <a:off x="7797052" y="3127812"/>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文字速度</a:t>
            </a:r>
          </a:p>
        </p:txBody>
      </p:sp>
      <p:sp>
        <p:nvSpPr>
          <p:cNvPr id="12" name="標題 1">
            <a:extLst>
              <a:ext uri="{FF2B5EF4-FFF2-40B4-BE49-F238E27FC236}">
                <a16:creationId xmlns:a16="http://schemas.microsoft.com/office/drawing/2014/main" id="{C80D8E3E-76D7-4913-8491-8AFE4EC8B46B}"/>
              </a:ext>
            </a:extLst>
          </p:cNvPr>
          <p:cNvSpPr txBox="1">
            <a:spLocks/>
          </p:cNvSpPr>
          <p:nvPr/>
        </p:nvSpPr>
        <p:spPr>
          <a:xfrm>
            <a:off x="7797052" y="1149183"/>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文字大小</a:t>
            </a:r>
          </a:p>
        </p:txBody>
      </p:sp>
      <p:cxnSp>
        <p:nvCxnSpPr>
          <p:cNvPr id="14" name="直線接點 13">
            <a:extLst>
              <a:ext uri="{FF2B5EF4-FFF2-40B4-BE49-F238E27FC236}">
                <a16:creationId xmlns:a16="http://schemas.microsoft.com/office/drawing/2014/main" id="{ACEFAB4B-2E0E-4340-8E32-E6F691EC5ED9}"/>
              </a:ext>
            </a:extLst>
          </p:cNvPr>
          <p:cNvCxnSpPr>
            <a:cxnSpLocks/>
          </p:cNvCxnSpPr>
          <p:nvPr/>
        </p:nvCxnSpPr>
        <p:spPr>
          <a:xfrm>
            <a:off x="7170821" y="1401506"/>
            <a:ext cx="0" cy="7549989"/>
          </a:xfrm>
          <a:prstGeom prst="line">
            <a:avLst/>
          </a:prstGeom>
          <a:ln w="38100"/>
        </p:spPr>
        <p:style>
          <a:lnRef idx="1">
            <a:schemeClr val="dk1"/>
          </a:lnRef>
          <a:fillRef idx="0">
            <a:schemeClr val="dk1"/>
          </a:fillRef>
          <a:effectRef idx="0">
            <a:schemeClr val="dk1"/>
          </a:effectRef>
          <a:fontRef idx="minor">
            <a:schemeClr val="tx1"/>
          </a:fontRef>
        </p:style>
      </p:cxnSp>
      <p:grpSp>
        <p:nvGrpSpPr>
          <p:cNvPr id="26" name="群組 25">
            <a:extLst>
              <a:ext uri="{FF2B5EF4-FFF2-40B4-BE49-F238E27FC236}">
                <a16:creationId xmlns:a16="http://schemas.microsoft.com/office/drawing/2014/main" id="{FC864926-B7C8-4718-9E50-17CABFB35252}"/>
              </a:ext>
            </a:extLst>
          </p:cNvPr>
          <p:cNvGrpSpPr/>
          <p:nvPr/>
        </p:nvGrpSpPr>
        <p:grpSpPr>
          <a:xfrm>
            <a:off x="16459195" y="1018921"/>
            <a:ext cx="909815" cy="953359"/>
            <a:chOff x="16459195" y="1018921"/>
            <a:chExt cx="909815" cy="953359"/>
          </a:xfrm>
        </p:grpSpPr>
        <p:sp>
          <p:nvSpPr>
            <p:cNvPr id="27" name="矩形 26">
              <a:extLst>
                <a:ext uri="{FF2B5EF4-FFF2-40B4-BE49-F238E27FC236}">
                  <a16:creationId xmlns:a16="http://schemas.microsoft.com/office/drawing/2014/main" id="{1304CB9A-20D2-4666-BC44-EC75999F411C}"/>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8" name="標題 1">
              <a:extLst>
                <a:ext uri="{FF2B5EF4-FFF2-40B4-BE49-F238E27FC236}">
                  <a16:creationId xmlns:a16="http://schemas.microsoft.com/office/drawing/2014/main" id="{0B5D1132-C818-4A62-A555-3CA8AB3D67A0}"/>
                </a:ext>
              </a:extLst>
            </p:cNvPr>
            <p:cNvSpPr txBox="1">
              <a:spLocks/>
            </p:cNvSpPr>
            <p:nvPr/>
          </p:nvSpPr>
          <p:spPr>
            <a:xfrm>
              <a:off x="16502737" y="1106007"/>
              <a:ext cx="866273"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Adobe 黑体 Std R" panose="020B0400000000000000" pitchFamily="34" charset="-128"/>
                  <a:ea typeface="Adobe 黑体 Std R" panose="020B0400000000000000" pitchFamily="34" charset="-128"/>
                </a:rPr>
                <a:t>╳</a:t>
              </a:r>
            </a:p>
          </p:txBody>
        </p:sp>
      </p:grpSp>
      <p:grpSp>
        <p:nvGrpSpPr>
          <p:cNvPr id="18" name="群組 17">
            <a:extLst>
              <a:ext uri="{FF2B5EF4-FFF2-40B4-BE49-F238E27FC236}">
                <a16:creationId xmlns:a16="http://schemas.microsoft.com/office/drawing/2014/main" id="{C53CBE32-76CA-4721-97B4-A72A9D797742}"/>
              </a:ext>
            </a:extLst>
          </p:cNvPr>
          <p:cNvGrpSpPr/>
          <p:nvPr/>
        </p:nvGrpSpPr>
        <p:grpSpPr>
          <a:xfrm>
            <a:off x="1152082" y="4848103"/>
            <a:ext cx="867715" cy="4718963"/>
            <a:chOff x="1152082" y="4848103"/>
            <a:chExt cx="867715" cy="4718963"/>
          </a:xfrm>
        </p:grpSpPr>
        <p:sp>
          <p:nvSpPr>
            <p:cNvPr id="24" name="動作按鈕: 取得資訊 23">
              <a:hlinkClick r:id="" action="ppaction://noaction" highlightClick="1"/>
              <a:extLst>
                <a:ext uri="{FF2B5EF4-FFF2-40B4-BE49-F238E27FC236}">
                  <a16:creationId xmlns:a16="http://schemas.microsoft.com/office/drawing/2014/main" id="{FBE3308D-071C-479D-8110-2A3392DD9DA4}"/>
                </a:ext>
              </a:extLst>
            </p:cNvPr>
            <p:cNvSpPr/>
            <p:nvPr/>
          </p:nvSpPr>
          <p:spPr>
            <a:xfrm>
              <a:off x="1152082" y="4848103"/>
              <a:ext cx="862149" cy="794952"/>
            </a:xfrm>
            <a:prstGeom prst="actionButtonInformation">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Google Shape;7240;p145">
              <a:extLst>
                <a:ext uri="{FF2B5EF4-FFF2-40B4-BE49-F238E27FC236}">
                  <a16:creationId xmlns:a16="http://schemas.microsoft.com/office/drawing/2014/main" id="{2C93E3FA-2CD2-430A-98A8-DC4E9E466567}"/>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a:noFill/>
            </a:ln>
          </p:spPr>
          <p:txBody>
            <a:bodyPr spcFirstLastPara="1" wrap="square" lIns="182850" tIns="182850" rIns="182850" bIns="182850" anchor="ctr" anchorCtr="0">
              <a:noAutofit/>
            </a:bodyPr>
            <a:lstStyle/>
            <a:p>
              <a:endParaRPr sz="3600"/>
            </a:p>
          </p:txBody>
        </p:sp>
        <p:sp>
          <p:nvSpPr>
            <p:cNvPr id="29" name="矩形 28">
              <a:extLst>
                <a:ext uri="{FF2B5EF4-FFF2-40B4-BE49-F238E27FC236}">
                  <a16:creationId xmlns:a16="http://schemas.microsoft.com/office/drawing/2014/main" id="{0CBA23C9-EA2F-422F-B94A-14B2D7F04FCC}"/>
                </a:ext>
              </a:extLst>
            </p:cNvPr>
            <p:cNvSpPr/>
            <p:nvPr/>
          </p:nvSpPr>
          <p:spPr>
            <a:xfrm>
              <a:off x="1156790" y="6792156"/>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0" name="矩形 29">
              <a:extLst>
                <a:ext uri="{FF2B5EF4-FFF2-40B4-BE49-F238E27FC236}">
                  <a16:creationId xmlns:a16="http://schemas.microsoft.com/office/drawing/2014/main" id="{0831E597-F480-4BC3-A68F-7AC3DA9ADD82}"/>
                </a:ext>
              </a:extLst>
            </p:cNvPr>
            <p:cNvSpPr/>
            <p:nvPr/>
          </p:nvSpPr>
          <p:spPr>
            <a:xfrm>
              <a:off x="1156790" y="7771474"/>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31" name="矩形 30">
              <a:extLst>
                <a:ext uri="{FF2B5EF4-FFF2-40B4-BE49-F238E27FC236}">
                  <a16:creationId xmlns:a16="http://schemas.microsoft.com/office/drawing/2014/main" id="{B3404A32-7604-40E5-A3A0-62B1274DAEEE}"/>
                </a:ext>
              </a:extLst>
            </p:cNvPr>
            <p:cNvSpPr/>
            <p:nvPr/>
          </p:nvSpPr>
          <p:spPr>
            <a:xfrm>
              <a:off x="1156790" y="8750795"/>
              <a:ext cx="862148" cy="81627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32" name="群組 31">
              <a:extLst>
                <a:ext uri="{FF2B5EF4-FFF2-40B4-BE49-F238E27FC236}">
                  <a16:creationId xmlns:a16="http://schemas.microsoft.com/office/drawing/2014/main" id="{D80D6EC6-E23D-4528-B995-4A495284A038}"/>
                </a:ext>
              </a:extLst>
            </p:cNvPr>
            <p:cNvGrpSpPr/>
            <p:nvPr/>
          </p:nvGrpSpPr>
          <p:grpSpPr>
            <a:xfrm>
              <a:off x="1308570" y="8863305"/>
              <a:ext cx="637494" cy="630742"/>
              <a:chOff x="846470" y="8832349"/>
              <a:chExt cx="637494" cy="630742"/>
            </a:xfrm>
          </p:grpSpPr>
          <p:sp>
            <p:nvSpPr>
              <p:cNvPr id="36" name="平行四邊形 35">
                <a:extLst>
                  <a:ext uri="{FF2B5EF4-FFF2-40B4-BE49-F238E27FC236}">
                    <a16:creationId xmlns:a16="http://schemas.microsoft.com/office/drawing/2014/main" id="{B05DA133-61B9-49AB-A7CA-E0059F6F324A}"/>
                  </a:ext>
                </a:extLst>
              </p:cNvPr>
              <p:cNvSpPr/>
              <p:nvPr/>
            </p:nvSpPr>
            <p:spPr>
              <a:xfrm rot="5400000">
                <a:off x="674738" y="9027605"/>
                <a:ext cx="607219" cy="26375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37" name="矩形 36">
                <a:extLst>
                  <a:ext uri="{FF2B5EF4-FFF2-40B4-BE49-F238E27FC236}">
                    <a16:creationId xmlns:a16="http://schemas.microsoft.com/office/drawing/2014/main" id="{65AF3789-43DA-4BFF-ADDA-D6D8BA190F8C}"/>
                  </a:ext>
                </a:extLst>
              </p:cNvPr>
              <p:cNvSpPr/>
              <p:nvPr/>
            </p:nvSpPr>
            <p:spPr>
              <a:xfrm>
                <a:off x="846470" y="8832349"/>
                <a:ext cx="427499" cy="46643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38" name="直線單箭頭接點 37">
                <a:extLst>
                  <a:ext uri="{FF2B5EF4-FFF2-40B4-BE49-F238E27FC236}">
                    <a16:creationId xmlns:a16="http://schemas.microsoft.com/office/drawing/2014/main" id="{AD4C5B37-99D3-4B97-9EB6-34C8F1506DD2}"/>
                  </a:ext>
                </a:extLst>
              </p:cNvPr>
              <p:cNvCxnSpPr/>
              <p:nvPr/>
            </p:nvCxnSpPr>
            <p:spPr>
              <a:xfrm>
                <a:off x="1205240" y="9078456"/>
                <a:ext cx="27872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sp>
          <p:nvSpPr>
            <p:cNvPr id="33" name="平行四邊形 32">
              <a:extLst>
                <a:ext uri="{FF2B5EF4-FFF2-40B4-BE49-F238E27FC236}">
                  <a16:creationId xmlns:a16="http://schemas.microsoft.com/office/drawing/2014/main" id="{F9CA6213-B630-4CC0-9AEE-8F395CEF00F1}"/>
                </a:ext>
              </a:extLst>
            </p:cNvPr>
            <p:cNvSpPr/>
            <p:nvPr/>
          </p:nvSpPr>
          <p:spPr>
            <a:xfrm>
              <a:off x="1335338" y="8155958"/>
              <a:ext cx="551406" cy="216694"/>
            </a:xfrm>
            <a:prstGeom prst="parallelogram">
              <a:avLst>
                <a:gd name="adj" fmla="val 58648"/>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
          <p:nvSpPr>
            <p:cNvPr id="34" name="動作按鈕: 說明 33">
              <a:hlinkClick r:id="" action="ppaction://noaction" highlightClick="1"/>
              <a:extLst>
                <a:ext uri="{FF2B5EF4-FFF2-40B4-BE49-F238E27FC236}">
                  <a16:creationId xmlns:a16="http://schemas.microsoft.com/office/drawing/2014/main" id="{ABD10A0A-D32D-47B6-B385-75F7CFD409DB}"/>
                </a:ext>
              </a:extLst>
            </p:cNvPr>
            <p:cNvSpPr/>
            <p:nvPr/>
          </p:nvSpPr>
          <p:spPr>
            <a:xfrm>
              <a:off x="1157649" y="5807366"/>
              <a:ext cx="862148" cy="833538"/>
            </a:xfrm>
            <a:prstGeom prst="actionButtonHelp">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35" name="流程圖: 卡片 34">
              <a:extLst>
                <a:ext uri="{FF2B5EF4-FFF2-40B4-BE49-F238E27FC236}">
                  <a16:creationId xmlns:a16="http://schemas.microsoft.com/office/drawing/2014/main" id="{8992DD0D-4443-40C6-8FCD-2BDE13596794}"/>
                </a:ext>
              </a:extLst>
            </p:cNvPr>
            <p:cNvSpPr/>
            <p:nvPr/>
          </p:nvSpPr>
          <p:spPr>
            <a:xfrm>
              <a:off x="1316155" y="7991474"/>
              <a:ext cx="468537" cy="382778"/>
            </a:xfrm>
            <a:prstGeom prst="flowChartPunchedCard">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Tree>
    <p:extLst>
      <p:ext uri="{BB962C8B-B14F-4D97-AF65-F5344CB8AC3E}">
        <p14:creationId xmlns:p14="http://schemas.microsoft.com/office/powerpoint/2010/main" val="118259981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dirty="0">
                <a:latin typeface="華康華綜體W5" panose="020B0509000000000000" pitchFamily="49" charset="-120"/>
                <a:ea typeface="華康華綜體W5" panose="020B0509000000000000" pitchFamily="49" charset="-120"/>
              </a:rPr>
              <a:t>設定</a:t>
            </a:r>
          </a:p>
        </p:txBody>
      </p:sp>
      <p:sp>
        <p:nvSpPr>
          <p:cNvPr id="17" name="標題 1">
            <a:extLst>
              <a:ext uri="{FF2B5EF4-FFF2-40B4-BE49-F238E27FC236}">
                <a16:creationId xmlns:a16="http://schemas.microsoft.com/office/drawing/2014/main" id="{6541AF21-755F-456C-A615-7292C6B080CB}"/>
              </a:ext>
            </a:extLst>
          </p:cNvPr>
          <p:cNvSpPr txBox="1">
            <a:spLocks/>
          </p:cNvSpPr>
          <p:nvPr/>
        </p:nvSpPr>
        <p:spPr>
          <a:xfrm>
            <a:off x="2894456" y="114918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顯示</a:t>
            </a:r>
          </a:p>
        </p:txBody>
      </p:sp>
      <p:sp>
        <p:nvSpPr>
          <p:cNvPr id="19" name="標題 1">
            <a:extLst>
              <a:ext uri="{FF2B5EF4-FFF2-40B4-BE49-F238E27FC236}">
                <a16:creationId xmlns:a16="http://schemas.microsoft.com/office/drawing/2014/main" id="{7B98B636-3ED0-49A2-B97B-D01DF6D54030}"/>
              </a:ext>
            </a:extLst>
          </p:cNvPr>
          <p:cNvSpPr txBox="1">
            <a:spLocks/>
          </p:cNvSpPr>
          <p:nvPr/>
        </p:nvSpPr>
        <p:spPr>
          <a:xfrm>
            <a:off x="2946164" y="463129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略過</a:t>
            </a:r>
          </a:p>
        </p:txBody>
      </p:sp>
      <p:sp>
        <p:nvSpPr>
          <p:cNvPr id="20" name="標題 1">
            <a:extLst>
              <a:ext uri="{FF2B5EF4-FFF2-40B4-BE49-F238E27FC236}">
                <a16:creationId xmlns:a16="http://schemas.microsoft.com/office/drawing/2014/main" id="{21F52CC0-83DD-46C8-A607-CE5F3C582A6C}"/>
              </a:ext>
            </a:extLst>
          </p:cNvPr>
          <p:cNvSpPr txBox="1">
            <a:spLocks/>
          </p:cNvSpPr>
          <p:nvPr/>
        </p:nvSpPr>
        <p:spPr>
          <a:xfrm>
            <a:off x="7797052" y="7085070"/>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音效音量</a:t>
            </a:r>
          </a:p>
        </p:txBody>
      </p:sp>
      <p:sp>
        <p:nvSpPr>
          <p:cNvPr id="21" name="標題 1">
            <a:extLst>
              <a:ext uri="{FF2B5EF4-FFF2-40B4-BE49-F238E27FC236}">
                <a16:creationId xmlns:a16="http://schemas.microsoft.com/office/drawing/2014/main" id="{8463990E-AB1E-4CDF-93D2-D181A342B480}"/>
              </a:ext>
            </a:extLst>
          </p:cNvPr>
          <p:cNvSpPr txBox="1">
            <a:spLocks/>
          </p:cNvSpPr>
          <p:nvPr/>
        </p:nvSpPr>
        <p:spPr>
          <a:xfrm>
            <a:off x="7797052" y="5106441"/>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音樂音量</a:t>
            </a:r>
          </a:p>
        </p:txBody>
      </p:sp>
      <p:sp>
        <p:nvSpPr>
          <p:cNvPr id="22" name="標題 1">
            <a:extLst>
              <a:ext uri="{FF2B5EF4-FFF2-40B4-BE49-F238E27FC236}">
                <a16:creationId xmlns:a16="http://schemas.microsoft.com/office/drawing/2014/main" id="{ABE070E3-9614-4AF8-85CD-782A6EEAF6B2}"/>
              </a:ext>
            </a:extLst>
          </p:cNvPr>
          <p:cNvSpPr txBox="1">
            <a:spLocks/>
          </p:cNvSpPr>
          <p:nvPr/>
        </p:nvSpPr>
        <p:spPr>
          <a:xfrm>
            <a:off x="2944589" y="2501361"/>
            <a:ext cx="357051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dirty="0">
                <a:latin typeface="華康華綜體W5" panose="020B0509000000000000" pitchFamily="49" charset="-120"/>
                <a:ea typeface="華康華綜體W5" panose="020B0509000000000000" pitchFamily="49" charset="-120"/>
              </a:rPr>
              <a:t>■視窗</a:t>
            </a:r>
            <a:endParaRPr lang="en-US" altLang="zh-TW" sz="4800" dirty="0">
              <a:latin typeface="華康華綜體W5" panose="020B0509000000000000" pitchFamily="49" charset="-120"/>
              <a:ea typeface="華康華綜體W5" panose="020B0509000000000000" pitchFamily="49" charset="-120"/>
            </a:endParaRPr>
          </a:p>
          <a:p>
            <a:r>
              <a:rPr lang="zh-TW" altLang="en-US" sz="4800" dirty="0">
                <a:latin typeface="華康華綜體W5" panose="020B0509000000000000" pitchFamily="49" charset="-120"/>
                <a:ea typeface="華康華綜體W5" panose="020B0509000000000000" pitchFamily="49" charset="-120"/>
              </a:rPr>
              <a:t>■全螢幕</a:t>
            </a:r>
          </a:p>
        </p:txBody>
      </p:sp>
      <p:sp>
        <p:nvSpPr>
          <p:cNvPr id="23" name="標題 1">
            <a:extLst>
              <a:ext uri="{FF2B5EF4-FFF2-40B4-BE49-F238E27FC236}">
                <a16:creationId xmlns:a16="http://schemas.microsoft.com/office/drawing/2014/main" id="{CF58D2DC-5A26-44E7-AA2D-32213B88E89B}"/>
              </a:ext>
            </a:extLst>
          </p:cNvPr>
          <p:cNvSpPr txBox="1">
            <a:spLocks/>
          </p:cNvSpPr>
          <p:nvPr/>
        </p:nvSpPr>
        <p:spPr>
          <a:xfrm>
            <a:off x="2945965" y="5715510"/>
            <a:ext cx="3570512" cy="2222914"/>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dirty="0">
                <a:latin typeface="華康華綜體W5" panose="020B0509000000000000" pitchFamily="49" charset="-120"/>
                <a:ea typeface="華康華綜體W5" panose="020B0509000000000000" pitchFamily="49" charset="-120"/>
              </a:rPr>
              <a:t>■未讀文字</a:t>
            </a:r>
            <a:endParaRPr lang="en-US" altLang="zh-TW" sz="4800" dirty="0">
              <a:latin typeface="華康華綜體W5" panose="020B0509000000000000" pitchFamily="49" charset="-120"/>
              <a:ea typeface="華康華綜體W5" panose="020B0509000000000000" pitchFamily="49" charset="-120"/>
            </a:endParaRPr>
          </a:p>
          <a:p>
            <a:r>
              <a:rPr lang="zh-TW" altLang="en-US" sz="4800" dirty="0">
                <a:latin typeface="華康華綜體W5" panose="020B0509000000000000" pitchFamily="49" charset="-120"/>
                <a:ea typeface="華康華綜體W5" panose="020B0509000000000000" pitchFamily="49" charset="-120"/>
              </a:rPr>
              <a:t>■選擇後</a:t>
            </a:r>
            <a:endParaRPr lang="en-US" altLang="zh-TW" sz="4800" dirty="0">
              <a:latin typeface="華康華綜體W5" panose="020B0509000000000000" pitchFamily="49" charset="-120"/>
              <a:ea typeface="華康華綜體W5" panose="020B0509000000000000" pitchFamily="49" charset="-120"/>
            </a:endParaRPr>
          </a:p>
          <a:p>
            <a:r>
              <a:rPr lang="zh-TW" altLang="en-US" sz="4800" dirty="0">
                <a:latin typeface="華康華綜體W5" panose="020B0509000000000000" pitchFamily="49" charset="-120"/>
                <a:ea typeface="華康華綜體W5" panose="020B0509000000000000" pitchFamily="49" charset="-120"/>
              </a:rPr>
              <a:t>■過渡</a:t>
            </a:r>
          </a:p>
        </p:txBody>
      </p:sp>
      <p:sp>
        <p:nvSpPr>
          <p:cNvPr id="11" name="標題 1">
            <a:extLst>
              <a:ext uri="{FF2B5EF4-FFF2-40B4-BE49-F238E27FC236}">
                <a16:creationId xmlns:a16="http://schemas.microsoft.com/office/drawing/2014/main" id="{2B0B6D14-D609-4A9F-BE7D-3DB2CFA407A9}"/>
              </a:ext>
            </a:extLst>
          </p:cNvPr>
          <p:cNvSpPr txBox="1">
            <a:spLocks/>
          </p:cNvSpPr>
          <p:nvPr/>
        </p:nvSpPr>
        <p:spPr>
          <a:xfrm>
            <a:off x="7797052" y="3127812"/>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文字速度</a:t>
            </a:r>
          </a:p>
        </p:txBody>
      </p:sp>
      <p:sp>
        <p:nvSpPr>
          <p:cNvPr id="12" name="標題 1">
            <a:extLst>
              <a:ext uri="{FF2B5EF4-FFF2-40B4-BE49-F238E27FC236}">
                <a16:creationId xmlns:a16="http://schemas.microsoft.com/office/drawing/2014/main" id="{C80D8E3E-76D7-4913-8491-8AFE4EC8B46B}"/>
              </a:ext>
            </a:extLst>
          </p:cNvPr>
          <p:cNvSpPr txBox="1">
            <a:spLocks/>
          </p:cNvSpPr>
          <p:nvPr/>
        </p:nvSpPr>
        <p:spPr>
          <a:xfrm>
            <a:off x="7797052" y="1149183"/>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u="sng" dirty="0">
                <a:latin typeface="華康華綜體W5" panose="020B0509000000000000" pitchFamily="49" charset="-120"/>
                <a:ea typeface="華康華綜體W5" panose="020B0509000000000000" pitchFamily="49" charset="-120"/>
              </a:rPr>
              <a:t>文字大小</a:t>
            </a:r>
          </a:p>
        </p:txBody>
      </p:sp>
      <p:cxnSp>
        <p:nvCxnSpPr>
          <p:cNvPr id="14" name="直線接點 13">
            <a:extLst>
              <a:ext uri="{FF2B5EF4-FFF2-40B4-BE49-F238E27FC236}">
                <a16:creationId xmlns:a16="http://schemas.microsoft.com/office/drawing/2014/main" id="{ACEFAB4B-2E0E-4340-8E32-E6F691EC5ED9}"/>
              </a:ext>
            </a:extLst>
          </p:cNvPr>
          <p:cNvCxnSpPr>
            <a:cxnSpLocks/>
          </p:cNvCxnSpPr>
          <p:nvPr/>
        </p:nvCxnSpPr>
        <p:spPr>
          <a:xfrm>
            <a:off x="7170821" y="1401506"/>
            <a:ext cx="0" cy="7549989"/>
          </a:xfrm>
          <a:prstGeom prst="line">
            <a:avLst/>
          </a:prstGeom>
          <a:ln w="38100"/>
        </p:spPr>
        <p:style>
          <a:lnRef idx="1">
            <a:schemeClr val="dk1"/>
          </a:lnRef>
          <a:fillRef idx="0">
            <a:schemeClr val="dk1"/>
          </a:fillRef>
          <a:effectRef idx="0">
            <a:schemeClr val="dk1"/>
          </a:effectRef>
          <a:fontRef idx="minor">
            <a:schemeClr val="tx1"/>
          </a:fontRef>
        </p:style>
      </p:cxnSp>
      <p:grpSp>
        <p:nvGrpSpPr>
          <p:cNvPr id="16" name="群組 15">
            <a:extLst>
              <a:ext uri="{FF2B5EF4-FFF2-40B4-BE49-F238E27FC236}">
                <a16:creationId xmlns:a16="http://schemas.microsoft.com/office/drawing/2014/main" id="{4E3C4519-0FFB-4F4F-908D-7FB6C7A242B1}"/>
              </a:ext>
            </a:extLst>
          </p:cNvPr>
          <p:cNvGrpSpPr/>
          <p:nvPr/>
        </p:nvGrpSpPr>
        <p:grpSpPr>
          <a:xfrm>
            <a:off x="16459195" y="1018921"/>
            <a:ext cx="909815" cy="953359"/>
            <a:chOff x="16459195" y="1018921"/>
            <a:chExt cx="909815" cy="953359"/>
          </a:xfrm>
        </p:grpSpPr>
        <p:sp>
          <p:nvSpPr>
            <p:cNvPr id="18" name="矩形 17">
              <a:extLst>
                <a:ext uri="{FF2B5EF4-FFF2-40B4-BE49-F238E27FC236}">
                  <a16:creationId xmlns:a16="http://schemas.microsoft.com/office/drawing/2014/main" id="{AABD462F-5059-45DB-AE17-B3A31201D04C}"/>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標題 1">
              <a:extLst>
                <a:ext uri="{FF2B5EF4-FFF2-40B4-BE49-F238E27FC236}">
                  <a16:creationId xmlns:a16="http://schemas.microsoft.com/office/drawing/2014/main" id="{9126EF33-7FB5-41D4-B0F6-DD755C0D6014}"/>
                </a:ext>
              </a:extLst>
            </p:cNvPr>
            <p:cNvSpPr txBox="1">
              <a:spLocks/>
            </p:cNvSpPr>
            <p:nvPr/>
          </p:nvSpPr>
          <p:spPr>
            <a:xfrm>
              <a:off x="16502737" y="1106007"/>
              <a:ext cx="866273"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solidFill>
                    <a:schemeClr val="bg1"/>
                  </a:solidFill>
                  <a:latin typeface="Adobe 黑体 Std R" panose="020B0400000000000000" pitchFamily="34" charset="-128"/>
                  <a:ea typeface="Adobe 黑体 Std R" panose="020B0400000000000000" pitchFamily="34" charset="-128"/>
                </a:rPr>
                <a:t>╳</a:t>
              </a:r>
            </a:p>
          </p:txBody>
        </p:sp>
      </p:grpSp>
      <p:sp>
        <p:nvSpPr>
          <p:cNvPr id="25" name="矩形 24">
            <a:extLst>
              <a:ext uri="{FF2B5EF4-FFF2-40B4-BE49-F238E27FC236}">
                <a16:creationId xmlns:a16="http://schemas.microsoft.com/office/drawing/2014/main" id="{3C3DFAF4-DA6A-4AC3-891A-FA6CF7909F23}"/>
              </a:ext>
            </a:extLst>
          </p:cNvPr>
          <p:cNvSpPr/>
          <p:nvPr/>
        </p:nvSpPr>
        <p:spPr>
          <a:xfrm>
            <a:off x="1156790" y="6792156"/>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dirty="0"/>
          </a:p>
        </p:txBody>
      </p:sp>
      <p:sp>
        <p:nvSpPr>
          <p:cNvPr id="26" name="動作按鈕: 取得資訊 25">
            <a:hlinkClick r:id="" action="ppaction://noaction" highlightClick="1"/>
            <a:extLst>
              <a:ext uri="{FF2B5EF4-FFF2-40B4-BE49-F238E27FC236}">
                <a16:creationId xmlns:a16="http://schemas.microsoft.com/office/drawing/2014/main" id="{B5E5D073-FD2B-4633-BD83-5CE0999929D5}"/>
              </a:ext>
            </a:extLst>
          </p:cNvPr>
          <p:cNvSpPr/>
          <p:nvPr/>
        </p:nvSpPr>
        <p:spPr>
          <a:xfrm>
            <a:off x="1152082" y="4848103"/>
            <a:ext cx="862149" cy="794952"/>
          </a:xfrm>
          <a:prstGeom prst="actionButtonInformation">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7" name="Google Shape;7240;p145">
            <a:extLst>
              <a:ext uri="{FF2B5EF4-FFF2-40B4-BE49-F238E27FC236}">
                <a16:creationId xmlns:a16="http://schemas.microsoft.com/office/drawing/2014/main" id="{A15723A3-2A37-4218-AF19-6E2877AF614F}"/>
              </a:ext>
            </a:extLst>
          </p:cNvPr>
          <p:cNvSpPr/>
          <p:nvPr/>
        </p:nvSpPr>
        <p:spPr>
          <a:xfrm>
            <a:off x="1259223" y="6879931"/>
            <a:ext cx="646818" cy="646869"/>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tx1"/>
          </a:solidFill>
          <a:ln w="38100">
            <a:solidFill>
              <a:schemeClr val="bg1"/>
            </a:solidFill>
          </a:ln>
        </p:spPr>
        <p:txBody>
          <a:bodyPr spcFirstLastPara="1" wrap="square" lIns="182850" tIns="182850" rIns="182850" bIns="182850" anchor="ctr" anchorCtr="0">
            <a:noAutofit/>
          </a:bodyPr>
          <a:lstStyle/>
          <a:p>
            <a:endParaRPr sz="3600"/>
          </a:p>
        </p:txBody>
      </p:sp>
      <p:sp>
        <p:nvSpPr>
          <p:cNvPr id="28" name="矩形 27">
            <a:extLst>
              <a:ext uri="{FF2B5EF4-FFF2-40B4-BE49-F238E27FC236}">
                <a16:creationId xmlns:a16="http://schemas.microsoft.com/office/drawing/2014/main" id="{0EDB9338-FA6E-4FCD-A8AC-EC11266872C5}"/>
              </a:ext>
            </a:extLst>
          </p:cNvPr>
          <p:cNvSpPr/>
          <p:nvPr/>
        </p:nvSpPr>
        <p:spPr>
          <a:xfrm>
            <a:off x="1156790" y="7771474"/>
            <a:ext cx="862148" cy="816271"/>
          </a:xfrm>
          <a:prstGeom prst="rect">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sp>
        <p:nvSpPr>
          <p:cNvPr id="29" name="矩形 28">
            <a:extLst>
              <a:ext uri="{FF2B5EF4-FFF2-40B4-BE49-F238E27FC236}">
                <a16:creationId xmlns:a16="http://schemas.microsoft.com/office/drawing/2014/main" id="{9638AD00-8306-4E16-9333-A2A0F2B9C5E8}"/>
              </a:ext>
            </a:extLst>
          </p:cNvPr>
          <p:cNvSpPr/>
          <p:nvPr/>
        </p:nvSpPr>
        <p:spPr>
          <a:xfrm>
            <a:off x="1156790" y="8750795"/>
            <a:ext cx="862148" cy="816271"/>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grpSp>
        <p:nvGrpSpPr>
          <p:cNvPr id="30" name="群組 29">
            <a:extLst>
              <a:ext uri="{FF2B5EF4-FFF2-40B4-BE49-F238E27FC236}">
                <a16:creationId xmlns:a16="http://schemas.microsoft.com/office/drawing/2014/main" id="{D42E1FF4-0D6A-4A00-ABED-C01E7400B4A6}"/>
              </a:ext>
            </a:extLst>
          </p:cNvPr>
          <p:cNvGrpSpPr/>
          <p:nvPr/>
        </p:nvGrpSpPr>
        <p:grpSpPr>
          <a:xfrm>
            <a:off x="1308570" y="8863305"/>
            <a:ext cx="637494" cy="630742"/>
            <a:chOff x="846470" y="8832349"/>
            <a:chExt cx="637494" cy="630742"/>
          </a:xfrm>
          <a:solidFill>
            <a:schemeClr val="tx1"/>
          </a:solidFill>
        </p:grpSpPr>
        <p:sp>
          <p:nvSpPr>
            <p:cNvPr id="31" name="矩形 30">
              <a:extLst>
                <a:ext uri="{FF2B5EF4-FFF2-40B4-BE49-F238E27FC236}">
                  <a16:creationId xmlns:a16="http://schemas.microsoft.com/office/drawing/2014/main" id="{4B7C004C-7146-48A3-8A31-51CB075134D3}"/>
                </a:ext>
              </a:extLst>
            </p:cNvPr>
            <p:cNvSpPr/>
            <p:nvPr/>
          </p:nvSpPr>
          <p:spPr>
            <a:xfrm>
              <a:off x="846470" y="8832349"/>
              <a:ext cx="427499" cy="466431"/>
            </a:xfrm>
            <a:prstGeom prst="rect">
              <a:avLst/>
            </a:prstGeom>
            <a:grp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p>
          </p:txBody>
        </p:sp>
        <p:cxnSp>
          <p:nvCxnSpPr>
            <p:cNvPr id="32" name="直線單箭頭接點 31">
              <a:extLst>
                <a:ext uri="{FF2B5EF4-FFF2-40B4-BE49-F238E27FC236}">
                  <a16:creationId xmlns:a16="http://schemas.microsoft.com/office/drawing/2014/main" id="{515F5161-57CD-4E41-A8F0-EAF93B168A13}"/>
                </a:ext>
              </a:extLst>
            </p:cNvPr>
            <p:cNvCxnSpPr/>
            <p:nvPr/>
          </p:nvCxnSpPr>
          <p:spPr>
            <a:xfrm>
              <a:off x="1205240" y="9078456"/>
              <a:ext cx="278724" cy="0"/>
            </a:xfrm>
            <a:prstGeom prst="straightConnector1">
              <a:avLst/>
            </a:prstGeom>
            <a:grpFill/>
            <a:ln w="38100" cap="flat" cmpd="sng" algn="ctr">
              <a:solidFill>
                <a:schemeClr val="bg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3" name="平行四邊形 32">
              <a:extLst>
                <a:ext uri="{FF2B5EF4-FFF2-40B4-BE49-F238E27FC236}">
                  <a16:creationId xmlns:a16="http://schemas.microsoft.com/office/drawing/2014/main" id="{71B989BB-75DE-4E46-956F-0C836FA3FE72}"/>
                </a:ext>
              </a:extLst>
            </p:cNvPr>
            <p:cNvSpPr/>
            <p:nvPr/>
          </p:nvSpPr>
          <p:spPr>
            <a:xfrm rot="5400000">
              <a:off x="674738" y="9027605"/>
              <a:ext cx="607219" cy="263754"/>
            </a:xfrm>
            <a:prstGeom prst="parallelogram">
              <a:avLst>
                <a:gd name="adj" fmla="val 58648"/>
              </a:avLst>
            </a:prstGeom>
            <a:solidFill>
              <a:schemeClr val="bg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grpSp>
      <p:sp>
        <p:nvSpPr>
          <p:cNvPr id="34" name="動作按鈕: 說明 33">
            <a:hlinkClick r:id="" action="ppaction://noaction" highlightClick="1"/>
            <a:extLst>
              <a:ext uri="{FF2B5EF4-FFF2-40B4-BE49-F238E27FC236}">
                <a16:creationId xmlns:a16="http://schemas.microsoft.com/office/drawing/2014/main" id="{C470DF7E-9117-44D9-92CD-B8596DB8B61B}"/>
              </a:ext>
            </a:extLst>
          </p:cNvPr>
          <p:cNvSpPr/>
          <p:nvPr/>
        </p:nvSpPr>
        <p:spPr>
          <a:xfrm>
            <a:off x="1157649" y="5807366"/>
            <a:ext cx="862148" cy="833538"/>
          </a:xfrm>
          <a:prstGeom prst="actionButtonHelp">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noFill/>
            </a:endParaRPr>
          </a:p>
        </p:txBody>
      </p:sp>
      <p:sp>
        <p:nvSpPr>
          <p:cNvPr id="35" name="流程圖: 卡片 34">
            <a:extLst>
              <a:ext uri="{FF2B5EF4-FFF2-40B4-BE49-F238E27FC236}">
                <a16:creationId xmlns:a16="http://schemas.microsoft.com/office/drawing/2014/main" id="{81D54D97-FEAE-4638-841C-D6CB3C691607}"/>
              </a:ext>
            </a:extLst>
          </p:cNvPr>
          <p:cNvSpPr/>
          <p:nvPr/>
        </p:nvSpPr>
        <p:spPr>
          <a:xfrm>
            <a:off x="1316155" y="7991474"/>
            <a:ext cx="468537" cy="382778"/>
          </a:xfrm>
          <a:prstGeom prst="flowChartPunchedCard">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6" name="平行四邊形 35">
            <a:extLst>
              <a:ext uri="{FF2B5EF4-FFF2-40B4-BE49-F238E27FC236}">
                <a16:creationId xmlns:a16="http://schemas.microsoft.com/office/drawing/2014/main" id="{EEECD916-CBDF-4935-9914-2A982F19BA7A}"/>
              </a:ext>
            </a:extLst>
          </p:cNvPr>
          <p:cNvSpPr/>
          <p:nvPr/>
        </p:nvSpPr>
        <p:spPr>
          <a:xfrm>
            <a:off x="1335338" y="8155958"/>
            <a:ext cx="551406" cy="216694"/>
          </a:xfrm>
          <a:prstGeom prst="parallelogram">
            <a:avLst>
              <a:gd name="adj" fmla="val 58648"/>
            </a:avLst>
          </a:prstGeom>
          <a:solidFill>
            <a:schemeClr val="tx1"/>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n>
                <a:solidFill>
                  <a:schemeClr val="tx1"/>
                </a:solidFill>
              </a:ln>
            </a:endParaRPr>
          </a:p>
        </p:txBody>
      </p:sp>
    </p:spTree>
    <p:extLst>
      <p:ext uri="{BB962C8B-B14F-4D97-AF65-F5344CB8AC3E}">
        <p14:creationId xmlns:p14="http://schemas.microsoft.com/office/powerpoint/2010/main" val="49386748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C7F8D5-25CF-4F69-A37B-2406CE3E1D27}"/>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7D0F545F-DEFC-4371-A159-65DFFE27A848}"/>
              </a:ext>
            </a:extLst>
          </p:cNvPr>
          <p:cNvSpPr>
            <a:spLocks noGrp="1"/>
          </p:cNvSpPr>
          <p:nvPr>
            <p:ph idx="1"/>
          </p:nvPr>
        </p:nvSpPr>
        <p:spPr/>
        <p:txBody>
          <a:bodyPr/>
          <a:lstStyle/>
          <a:p>
            <a:endParaRPr lang="zh-TW" altLang="en-US"/>
          </a:p>
        </p:txBody>
      </p:sp>
      <p:sp>
        <p:nvSpPr>
          <p:cNvPr id="4" name="矩形 3">
            <a:extLst>
              <a:ext uri="{FF2B5EF4-FFF2-40B4-BE49-F238E27FC236}">
                <a16:creationId xmlns:a16="http://schemas.microsoft.com/office/drawing/2014/main" id="{65DDBF51-6CF1-44D3-9B0D-75D88D037027}"/>
              </a:ext>
            </a:extLst>
          </p:cNvPr>
          <p:cNvSpPr/>
          <p:nvPr/>
        </p:nvSpPr>
        <p:spPr>
          <a:xfrm>
            <a:off x="0" y="0"/>
            <a:ext cx="18288000" cy="10287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test</a:t>
            </a:r>
            <a:endParaRPr lang="zh-TW" altLang="en-US" dirty="0"/>
          </a:p>
        </p:txBody>
      </p:sp>
    </p:spTree>
    <p:extLst>
      <p:ext uri="{BB962C8B-B14F-4D97-AF65-F5344CB8AC3E}">
        <p14:creationId xmlns:p14="http://schemas.microsoft.com/office/powerpoint/2010/main" val="39679473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C7F8D5-25CF-4F69-A37B-2406CE3E1D27}"/>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7D0F545F-DEFC-4371-A159-65DFFE27A848}"/>
              </a:ext>
            </a:extLst>
          </p:cNvPr>
          <p:cNvSpPr>
            <a:spLocks noGrp="1"/>
          </p:cNvSpPr>
          <p:nvPr>
            <p:ph idx="1"/>
          </p:nvPr>
        </p:nvSpPr>
        <p:spPr/>
        <p:txBody>
          <a:bodyPr/>
          <a:lstStyle/>
          <a:p>
            <a:endParaRPr lang="zh-TW" altLang="en-US"/>
          </a:p>
        </p:txBody>
      </p:sp>
      <p:sp>
        <p:nvSpPr>
          <p:cNvPr id="4" name="矩形 3">
            <a:extLst>
              <a:ext uri="{FF2B5EF4-FFF2-40B4-BE49-F238E27FC236}">
                <a16:creationId xmlns:a16="http://schemas.microsoft.com/office/drawing/2014/main" id="{65DDBF51-6CF1-44D3-9B0D-75D88D037027}"/>
              </a:ext>
            </a:extLst>
          </p:cNvPr>
          <p:cNvSpPr/>
          <p:nvPr/>
        </p:nvSpPr>
        <p:spPr>
          <a:xfrm>
            <a:off x="5891350" y="3030584"/>
            <a:ext cx="718456" cy="6008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test</a:t>
            </a:r>
            <a:endParaRPr lang="zh-TW" altLang="en-US" dirty="0"/>
          </a:p>
        </p:txBody>
      </p:sp>
    </p:spTree>
    <p:extLst>
      <p:ext uri="{BB962C8B-B14F-4D97-AF65-F5344CB8AC3E}">
        <p14:creationId xmlns:p14="http://schemas.microsoft.com/office/powerpoint/2010/main" val="23832659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54"/>
        <p:cNvGrpSpPr/>
        <p:nvPr/>
      </p:nvGrpSpPr>
      <p:grpSpPr>
        <a:xfrm>
          <a:off x="0" y="0"/>
          <a:ext cx="0" cy="0"/>
          <a:chOff x="0" y="0"/>
          <a:chExt cx="0" cy="0"/>
        </a:xfrm>
      </p:grpSpPr>
      <p:sp>
        <p:nvSpPr>
          <p:cNvPr id="1955" name="Google Shape;1955;p137"/>
          <p:cNvSpPr txBox="1"/>
          <p:nvPr/>
        </p:nvSpPr>
        <p:spPr>
          <a:xfrm>
            <a:off x="2136200" y="3068152"/>
            <a:ext cx="14094600" cy="964800"/>
          </a:xfrm>
          <a:prstGeom prst="rect">
            <a:avLst/>
          </a:prstGeom>
          <a:noFill/>
          <a:ln>
            <a:noFill/>
          </a:ln>
        </p:spPr>
        <p:txBody>
          <a:bodyPr spcFirstLastPara="1" wrap="square" lIns="182850" tIns="182850" rIns="182850" bIns="182850" anchor="ctr" anchorCtr="0">
            <a:noAutofit/>
          </a:bodyPr>
          <a:lstStyle/>
          <a:p>
            <a:pPr algn="ctr">
              <a:lnSpc>
                <a:spcPct val="115000"/>
              </a:lnSpc>
            </a:pPr>
            <a:r>
              <a:rPr lang="en" sz="2200">
                <a:solidFill>
                  <a:srgbClr val="FFFFFF"/>
                </a:solidFill>
              </a:rPr>
              <a:t>You can easily</a:t>
            </a:r>
            <a:r>
              <a:rPr lang="en" sz="2200">
                <a:solidFill>
                  <a:srgbClr val="435D74"/>
                </a:solidFill>
              </a:rPr>
              <a:t> </a:t>
            </a:r>
            <a:r>
              <a:rPr lang="en" sz="2200">
                <a:solidFill>
                  <a:srgbClr val="869FB2"/>
                </a:solidFill>
              </a:rPr>
              <a:t>resize</a:t>
            </a:r>
            <a:r>
              <a:rPr lang="en" sz="2200">
                <a:solidFill>
                  <a:srgbClr val="435D74"/>
                </a:solidFill>
              </a:rPr>
              <a:t> </a:t>
            </a:r>
            <a:r>
              <a:rPr lang="en" sz="2200">
                <a:solidFill>
                  <a:srgbClr val="FFFFFF"/>
                </a:solidFill>
              </a:rPr>
              <a:t>these resources without losing quality. To</a:t>
            </a:r>
            <a:r>
              <a:rPr lang="en" sz="2200">
                <a:solidFill>
                  <a:srgbClr val="435D74"/>
                </a:solidFill>
              </a:rPr>
              <a:t> </a:t>
            </a:r>
            <a:r>
              <a:rPr lang="en" sz="2200">
                <a:solidFill>
                  <a:srgbClr val="869FB2"/>
                </a:solidFill>
              </a:rPr>
              <a:t>change the color</a:t>
            </a:r>
            <a:r>
              <a:rPr lang="en" sz="2200">
                <a:solidFill>
                  <a:srgbClr val="FFFFFF"/>
                </a:solidFill>
              </a:rPr>
              <a:t>, just ungroup the resource and click on the object you want to change. Then, click on the paint bucket and select the color you want. Group the resource again when you’re done. You can also look for more </a:t>
            </a:r>
            <a:r>
              <a:rPr lang="en" sz="22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2200">
                <a:solidFill>
                  <a:srgbClr val="FFFFFF"/>
                </a:solidFill>
              </a:rPr>
              <a:t> on Slidesgo.</a:t>
            </a:r>
            <a:endParaRPr sz="2200">
              <a:solidFill>
                <a:srgbClr val="FFFFFF"/>
              </a:solidFill>
            </a:endParaRPr>
          </a:p>
        </p:txBody>
      </p:sp>
      <p:grpSp>
        <p:nvGrpSpPr>
          <p:cNvPr id="1956" name="Google Shape;1956;p137"/>
          <p:cNvGrpSpPr/>
          <p:nvPr/>
        </p:nvGrpSpPr>
        <p:grpSpPr>
          <a:xfrm>
            <a:off x="10165417" y="6191569"/>
            <a:ext cx="885682" cy="1028542"/>
            <a:chOff x="4727025" y="1332775"/>
            <a:chExt cx="59900" cy="69625"/>
          </a:xfrm>
        </p:grpSpPr>
        <p:sp>
          <p:nvSpPr>
            <p:cNvPr id="1957" name="Google Shape;1957;p137"/>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1958" name="Google Shape;1958;p137"/>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1959" name="Google Shape;1959;p137"/>
          <p:cNvGrpSpPr/>
          <p:nvPr/>
        </p:nvGrpSpPr>
        <p:grpSpPr>
          <a:xfrm>
            <a:off x="11516051" y="4686545"/>
            <a:ext cx="1001818" cy="1001798"/>
            <a:chOff x="4820425" y="1329900"/>
            <a:chExt cx="70175" cy="70350"/>
          </a:xfrm>
        </p:grpSpPr>
        <p:sp>
          <p:nvSpPr>
            <p:cNvPr id="1960" name="Google Shape;1960;p137"/>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1961" name="Google Shape;1961;p137"/>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1962" name="Google Shape;1962;p137"/>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182850" tIns="182850" rIns="182850" bIns="182850" anchor="ctr" anchorCtr="0">
              <a:noAutofit/>
            </a:bodyPr>
            <a:lstStyle/>
            <a:p>
              <a:endParaRPr sz="3600"/>
            </a:p>
          </p:txBody>
        </p:sp>
        <p:sp>
          <p:nvSpPr>
            <p:cNvPr id="1963" name="Google Shape;1963;p137"/>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1964" name="Google Shape;1964;p137"/>
          <p:cNvGrpSpPr/>
          <p:nvPr/>
        </p:nvGrpSpPr>
        <p:grpSpPr>
          <a:xfrm>
            <a:off x="12821297" y="4710125"/>
            <a:ext cx="1076270" cy="986238"/>
            <a:chOff x="4903200" y="1331525"/>
            <a:chExt cx="73575" cy="67425"/>
          </a:xfrm>
        </p:grpSpPr>
        <p:sp>
          <p:nvSpPr>
            <p:cNvPr id="1965" name="Google Shape;1965;p137"/>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endParaRPr sz="3600"/>
            </a:p>
          </p:txBody>
        </p:sp>
        <p:sp>
          <p:nvSpPr>
            <p:cNvPr id="1966" name="Google Shape;1966;p137"/>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1967" name="Google Shape;1967;p137"/>
          <p:cNvGrpSpPr/>
          <p:nvPr/>
        </p:nvGrpSpPr>
        <p:grpSpPr>
          <a:xfrm>
            <a:off x="11341199" y="6194081"/>
            <a:ext cx="1089126" cy="1023790"/>
            <a:chOff x="4815575" y="1416800"/>
            <a:chExt cx="73750" cy="71400"/>
          </a:xfrm>
        </p:grpSpPr>
        <p:sp>
          <p:nvSpPr>
            <p:cNvPr id="1968" name="Google Shape;1968;p137"/>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1969" name="Google Shape;1969;p137"/>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1970" name="Google Shape;1970;p137"/>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1971" name="Google Shape;1971;p137"/>
          <p:cNvGrpSpPr/>
          <p:nvPr/>
        </p:nvGrpSpPr>
        <p:grpSpPr>
          <a:xfrm>
            <a:off x="12734448" y="6193493"/>
            <a:ext cx="1205828" cy="1024954"/>
            <a:chOff x="4902475" y="1418875"/>
            <a:chExt cx="74500" cy="63775"/>
          </a:xfrm>
        </p:grpSpPr>
        <p:sp>
          <p:nvSpPr>
            <p:cNvPr id="1972" name="Google Shape;1972;p137"/>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182850" tIns="182850" rIns="182850" bIns="182850" anchor="ctr" anchorCtr="0">
              <a:noAutofit/>
            </a:bodyPr>
            <a:lstStyle/>
            <a:p>
              <a:endParaRPr sz="3600"/>
            </a:p>
          </p:txBody>
        </p:sp>
        <p:sp>
          <p:nvSpPr>
            <p:cNvPr id="1973" name="Google Shape;1973;p137"/>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grpSp>
      <p:grpSp>
        <p:nvGrpSpPr>
          <p:cNvPr id="1974" name="Google Shape;1974;p137"/>
          <p:cNvGrpSpPr/>
          <p:nvPr/>
        </p:nvGrpSpPr>
        <p:grpSpPr>
          <a:xfrm>
            <a:off x="11566193" y="7671971"/>
            <a:ext cx="1030782" cy="1051398"/>
            <a:chOff x="4818100" y="1507675"/>
            <a:chExt cx="71225" cy="71625"/>
          </a:xfrm>
        </p:grpSpPr>
        <p:sp>
          <p:nvSpPr>
            <p:cNvPr id="1975" name="Google Shape;1975;p137"/>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1976" name="Google Shape;1976;p137"/>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1977" name="Google Shape;1977;p137"/>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1978" name="Google Shape;1978;p137"/>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1979" name="Google Shape;1979;p137"/>
          <p:cNvGrpSpPr/>
          <p:nvPr/>
        </p:nvGrpSpPr>
        <p:grpSpPr>
          <a:xfrm>
            <a:off x="10242398" y="7715035"/>
            <a:ext cx="1045912" cy="979738"/>
            <a:chOff x="4721450" y="1509475"/>
            <a:chExt cx="79350" cy="74325"/>
          </a:xfrm>
        </p:grpSpPr>
        <p:sp>
          <p:nvSpPr>
            <p:cNvPr id="1980" name="Google Shape;1980;p137"/>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182850" tIns="182850" rIns="182850" bIns="182850" anchor="ctr" anchorCtr="0">
              <a:noAutofit/>
            </a:bodyPr>
            <a:lstStyle/>
            <a:p>
              <a:endParaRPr sz="3600"/>
            </a:p>
          </p:txBody>
        </p:sp>
        <p:sp>
          <p:nvSpPr>
            <p:cNvPr id="1981" name="Google Shape;1981;p137"/>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1982" name="Google Shape;1982;p137"/>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1983" name="Google Shape;1983;p137"/>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grpSp>
      <p:grpSp>
        <p:nvGrpSpPr>
          <p:cNvPr id="1984" name="Google Shape;1984;p137"/>
          <p:cNvGrpSpPr/>
          <p:nvPr/>
        </p:nvGrpSpPr>
        <p:grpSpPr>
          <a:xfrm>
            <a:off x="12888882" y="7674538"/>
            <a:ext cx="1051408" cy="1070872"/>
            <a:chOff x="4906800" y="1507500"/>
            <a:chExt cx="70350" cy="71075"/>
          </a:xfrm>
        </p:grpSpPr>
        <p:sp>
          <p:nvSpPr>
            <p:cNvPr id="1985" name="Google Shape;1985;p137"/>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1986" name="Google Shape;1986;p137"/>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1987" name="Google Shape;1987;p137"/>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1988" name="Google Shape;1988;p137"/>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1989" name="Google Shape;1989;p137"/>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182850" tIns="182850" rIns="182850" bIns="182850" anchor="ctr" anchorCtr="0">
              <a:noAutofit/>
            </a:bodyPr>
            <a:lstStyle/>
            <a:p>
              <a:endParaRPr sz="3600"/>
            </a:p>
          </p:txBody>
        </p:sp>
      </p:grpSp>
      <p:grpSp>
        <p:nvGrpSpPr>
          <p:cNvPr id="1990" name="Google Shape;1990;p137"/>
          <p:cNvGrpSpPr/>
          <p:nvPr/>
        </p:nvGrpSpPr>
        <p:grpSpPr>
          <a:xfrm>
            <a:off x="8954526" y="4686501"/>
            <a:ext cx="1016108" cy="1016190"/>
            <a:chOff x="3736598" y="2170606"/>
            <a:chExt cx="404889" cy="404889"/>
          </a:xfrm>
        </p:grpSpPr>
        <p:sp>
          <p:nvSpPr>
            <p:cNvPr id="1991" name="Google Shape;1991;p137"/>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182850" tIns="182850" rIns="182850" bIns="182850" anchor="ctr" anchorCtr="0">
              <a:noAutofit/>
            </a:bodyPr>
            <a:lstStyle/>
            <a:p>
              <a:endParaRPr sz="3600"/>
            </a:p>
          </p:txBody>
        </p:sp>
        <p:sp>
          <p:nvSpPr>
            <p:cNvPr id="1992" name="Google Shape;1992;p137"/>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182850" tIns="182850" rIns="182850" bIns="182850" anchor="ctr" anchorCtr="0">
              <a:noAutofit/>
            </a:bodyPr>
            <a:lstStyle/>
            <a:p>
              <a:endParaRPr sz="3600"/>
            </a:p>
          </p:txBody>
        </p:sp>
        <p:sp>
          <p:nvSpPr>
            <p:cNvPr id="1993" name="Google Shape;1993;p137"/>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1994" name="Google Shape;1994;p137"/>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1995" name="Google Shape;1995;p137"/>
          <p:cNvGrpSpPr/>
          <p:nvPr/>
        </p:nvGrpSpPr>
        <p:grpSpPr>
          <a:xfrm>
            <a:off x="7530606" y="4686690"/>
            <a:ext cx="1151580" cy="1015808"/>
            <a:chOff x="3161917" y="2170682"/>
            <a:chExt cx="458870" cy="404737"/>
          </a:xfrm>
        </p:grpSpPr>
        <p:sp>
          <p:nvSpPr>
            <p:cNvPr id="1996" name="Google Shape;1996;p137"/>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endParaRPr sz="3600"/>
            </a:p>
          </p:txBody>
        </p:sp>
        <p:sp>
          <p:nvSpPr>
            <p:cNvPr id="1997" name="Google Shape;1997;p137"/>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182850" tIns="182850" rIns="182850" bIns="182850" anchor="ctr" anchorCtr="0">
              <a:noAutofit/>
            </a:bodyPr>
            <a:lstStyle/>
            <a:p>
              <a:endParaRPr sz="3600"/>
            </a:p>
          </p:txBody>
        </p:sp>
        <p:sp>
          <p:nvSpPr>
            <p:cNvPr id="1998" name="Google Shape;1998;p137"/>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1999" name="Google Shape;1999;p137"/>
          <p:cNvGrpSpPr/>
          <p:nvPr/>
        </p:nvGrpSpPr>
        <p:grpSpPr>
          <a:xfrm>
            <a:off x="7585666" y="6207435"/>
            <a:ext cx="1041460" cy="997134"/>
            <a:chOff x="3179914" y="2889488"/>
            <a:chExt cx="422876" cy="404911"/>
          </a:xfrm>
        </p:grpSpPr>
        <p:sp>
          <p:nvSpPr>
            <p:cNvPr id="2000" name="Google Shape;2000;p137"/>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001" name="Google Shape;2001;p137"/>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2002" name="Google Shape;2002;p137"/>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182850" tIns="182850" rIns="182850" bIns="182850" anchor="ctr" anchorCtr="0">
              <a:noAutofit/>
            </a:bodyPr>
            <a:lstStyle/>
            <a:p>
              <a:endParaRPr sz="3600"/>
            </a:p>
          </p:txBody>
        </p:sp>
        <p:sp>
          <p:nvSpPr>
            <p:cNvPr id="2003" name="Google Shape;2003;p137"/>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182850" tIns="182850" rIns="182850" bIns="182850" anchor="ctr" anchorCtr="0">
              <a:noAutofit/>
            </a:bodyPr>
            <a:lstStyle/>
            <a:p>
              <a:endParaRPr sz="3600"/>
            </a:p>
          </p:txBody>
        </p:sp>
        <p:sp>
          <p:nvSpPr>
            <p:cNvPr id="2004" name="Google Shape;2004;p137"/>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005" name="Google Shape;2005;p137"/>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06" name="Google Shape;2006;p137"/>
          <p:cNvGrpSpPr/>
          <p:nvPr/>
        </p:nvGrpSpPr>
        <p:grpSpPr>
          <a:xfrm>
            <a:off x="8843027" y="6207354"/>
            <a:ext cx="1032290" cy="997296"/>
            <a:chOff x="3729467" y="2889422"/>
            <a:chExt cx="419153" cy="404977"/>
          </a:xfrm>
        </p:grpSpPr>
        <p:sp>
          <p:nvSpPr>
            <p:cNvPr id="2007" name="Google Shape;2007;p137"/>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008" name="Google Shape;2008;p137"/>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2009" name="Google Shape;2009;p137"/>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10" name="Google Shape;2010;p137"/>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182850" tIns="182850" rIns="182850" bIns="182850" anchor="ctr" anchorCtr="0">
              <a:noAutofit/>
            </a:bodyPr>
            <a:lstStyle/>
            <a:p>
              <a:endParaRPr sz="3600"/>
            </a:p>
          </p:txBody>
        </p:sp>
        <p:sp>
          <p:nvSpPr>
            <p:cNvPr id="2011" name="Google Shape;2011;p137"/>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182850" tIns="182850" rIns="182850" bIns="182850" anchor="ctr" anchorCtr="0">
              <a:noAutofit/>
            </a:bodyPr>
            <a:lstStyle/>
            <a:p>
              <a:endParaRPr sz="3600"/>
            </a:p>
          </p:txBody>
        </p:sp>
        <p:sp>
          <p:nvSpPr>
            <p:cNvPr id="2012" name="Google Shape;2012;p137"/>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013" name="Google Shape;2013;p137"/>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grpSp>
      <p:sp>
        <p:nvSpPr>
          <p:cNvPr id="2014" name="Google Shape;2014;p137"/>
          <p:cNvSpPr/>
          <p:nvPr/>
        </p:nvSpPr>
        <p:spPr>
          <a:xfrm>
            <a:off x="14879476" y="4701344"/>
            <a:ext cx="370820" cy="188012"/>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15" name="Google Shape;2015;p137"/>
          <p:cNvSpPr/>
          <p:nvPr/>
        </p:nvSpPr>
        <p:spPr>
          <a:xfrm>
            <a:off x="14278387" y="4666150"/>
            <a:ext cx="343542" cy="258396"/>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16" name="Google Shape;2016;p137"/>
          <p:cNvSpPr/>
          <p:nvPr/>
        </p:nvSpPr>
        <p:spPr>
          <a:xfrm>
            <a:off x="15522965" y="4679059"/>
            <a:ext cx="335626" cy="233554"/>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17" name="Google Shape;2017;p137"/>
          <p:cNvSpPr/>
          <p:nvPr/>
        </p:nvSpPr>
        <p:spPr>
          <a:xfrm>
            <a:off x="16112375" y="4666150"/>
            <a:ext cx="327710" cy="258396"/>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nvGrpSpPr>
          <p:cNvPr id="2018" name="Google Shape;2018;p137"/>
          <p:cNvGrpSpPr/>
          <p:nvPr/>
        </p:nvGrpSpPr>
        <p:grpSpPr>
          <a:xfrm>
            <a:off x="14283683" y="5101125"/>
            <a:ext cx="332946" cy="282994"/>
            <a:chOff x="4660325" y="1866850"/>
            <a:chExt cx="68350" cy="58100"/>
          </a:xfrm>
        </p:grpSpPr>
        <p:sp>
          <p:nvSpPr>
            <p:cNvPr id="2019" name="Google Shape;2019;p137"/>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20" name="Google Shape;2020;p137"/>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21" name="Google Shape;2021;p137"/>
          <p:cNvGrpSpPr/>
          <p:nvPr/>
        </p:nvGrpSpPr>
        <p:grpSpPr>
          <a:xfrm>
            <a:off x="14902373" y="5152573"/>
            <a:ext cx="325030" cy="180098"/>
            <a:chOff x="4791775" y="1877500"/>
            <a:chExt cx="66725" cy="36975"/>
          </a:xfrm>
        </p:grpSpPr>
        <p:sp>
          <p:nvSpPr>
            <p:cNvPr id="2022" name="Google Shape;2022;p137"/>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23" name="Google Shape;2023;p137"/>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24" name="Google Shape;2024;p137"/>
          <p:cNvGrpSpPr/>
          <p:nvPr/>
        </p:nvGrpSpPr>
        <p:grpSpPr>
          <a:xfrm>
            <a:off x="15545799" y="5152573"/>
            <a:ext cx="289958" cy="180098"/>
            <a:chOff x="4923925" y="1877500"/>
            <a:chExt cx="59525" cy="36975"/>
          </a:xfrm>
        </p:grpSpPr>
        <p:sp>
          <p:nvSpPr>
            <p:cNvPr id="2025" name="Google Shape;2025;p137"/>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26" name="Google Shape;2026;p137"/>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27" name="Google Shape;2027;p137"/>
          <p:cNvGrpSpPr/>
          <p:nvPr/>
        </p:nvGrpSpPr>
        <p:grpSpPr>
          <a:xfrm>
            <a:off x="16134781" y="5116955"/>
            <a:ext cx="282894" cy="251334"/>
            <a:chOff x="5058450" y="1870100"/>
            <a:chExt cx="58075" cy="51600"/>
          </a:xfrm>
        </p:grpSpPr>
        <p:sp>
          <p:nvSpPr>
            <p:cNvPr id="2028" name="Google Shape;2028;p137"/>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29" name="Google Shape;2029;p137"/>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30" name="Google Shape;2030;p137"/>
          <p:cNvGrpSpPr/>
          <p:nvPr/>
        </p:nvGrpSpPr>
        <p:grpSpPr>
          <a:xfrm>
            <a:off x="14963811" y="5961771"/>
            <a:ext cx="202154" cy="215290"/>
            <a:chOff x="4811425" y="2065025"/>
            <a:chExt cx="41500" cy="44200"/>
          </a:xfrm>
        </p:grpSpPr>
        <p:sp>
          <p:nvSpPr>
            <p:cNvPr id="2031" name="Google Shape;2031;p137"/>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32" name="Google Shape;2032;p137"/>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33" name="Google Shape;2033;p137"/>
          <p:cNvGrpSpPr/>
          <p:nvPr/>
        </p:nvGrpSpPr>
        <p:grpSpPr>
          <a:xfrm>
            <a:off x="15548685" y="5962196"/>
            <a:ext cx="241734" cy="214436"/>
            <a:chOff x="4929875" y="2065025"/>
            <a:chExt cx="49625" cy="44025"/>
          </a:xfrm>
        </p:grpSpPr>
        <p:sp>
          <p:nvSpPr>
            <p:cNvPr id="2034" name="Google Shape;2034;p137"/>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35" name="Google Shape;2035;p137"/>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36" name="Google Shape;2036;p137"/>
          <p:cNvGrpSpPr/>
          <p:nvPr/>
        </p:nvGrpSpPr>
        <p:grpSpPr>
          <a:xfrm>
            <a:off x="16206022" y="5968225"/>
            <a:ext cx="140412" cy="202382"/>
            <a:chOff x="5083925" y="2066350"/>
            <a:chExt cx="28825" cy="41550"/>
          </a:xfrm>
        </p:grpSpPr>
        <p:sp>
          <p:nvSpPr>
            <p:cNvPr id="2037" name="Google Shape;2037;p137"/>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38" name="Google Shape;2038;p137"/>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39" name="Google Shape;2039;p137"/>
          <p:cNvGrpSpPr/>
          <p:nvPr/>
        </p:nvGrpSpPr>
        <p:grpSpPr>
          <a:xfrm>
            <a:off x="14269130" y="5999518"/>
            <a:ext cx="362052" cy="139792"/>
            <a:chOff x="4659775" y="2072775"/>
            <a:chExt cx="74325" cy="28700"/>
          </a:xfrm>
        </p:grpSpPr>
        <p:sp>
          <p:nvSpPr>
            <p:cNvPr id="2040" name="Google Shape;2040;p137"/>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41" name="Google Shape;2041;p137"/>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42" name="Google Shape;2042;p137"/>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43" name="Google Shape;2043;p137"/>
          <p:cNvGrpSpPr/>
          <p:nvPr/>
        </p:nvGrpSpPr>
        <p:grpSpPr>
          <a:xfrm>
            <a:off x="16108843" y="5580649"/>
            <a:ext cx="334774" cy="178394"/>
            <a:chOff x="4662475" y="1976500"/>
            <a:chExt cx="68725" cy="36625"/>
          </a:xfrm>
        </p:grpSpPr>
        <p:sp>
          <p:nvSpPr>
            <p:cNvPr id="2044" name="Google Shape;2044;p137"/>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45" name="Google Shape;2045;p137"/>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46" name="Google Shape;2046;p137"/>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47" name="Google Shape;2047;p137"/>
          <p:cNvGrpSpPr/>
          <p:nvPr/>
        </p:nvGrpSpPr>
        <p:grpSpPr>
          <a:xfrm>
            <a:off x="15502653" y="5587529"/>
            <a:ext cx="333798" cy="164634"/>
            <a:chOff x="4920150" y="1977875"/>
            <a:chExt cx="68525" cy="33800"/>
          </a:xfrm>
        </p:grpSpPr>
        <p:sp>
          <p:nvSpPr>
            <p:cNvPr id="2048" name="Google Shape;2048;p137"/>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49" name="Google Shape;2049;p137"/>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50" name="Google Shape;2050;p137"/>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51" name="Google Shape;2051;p137"/>
          <p:cNvGrpSpPr/>
          <p:nvPr/>
        </p:nvGrpSpPr>
        <p:grpSpPr>
          <a:xfrm>
            <a:off x="14324966" y="6395365"/>
            <a:ext cx="250380" cy="255718"/>
            <a:chOff x="4676550" y="2160575"/>
            <a:chExt cx="51400" cy="52500"/>
          </a:xfrm>
        </p:grpSpPr>
        <p:sp>
          <p:nvSpPr>
            <p:cNvPr id="2052" name="Google Shape;2052;p137"/>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53" name="Google Shape;2053;p137"/>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54" name="Google Shape;2054;p137"/>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55" name="Google Shape;2055;p137"/>
          <p:cNvGrpSpPr/>
          <p:nvPr/>
        </p:nvGrpSpPr>
        <p:grpSpPr>
          <a:xfrm>
            <a:off x="14919483" y="6409428"/>
            <a:ext cx="290810" cy="227588"/>
            <a:chOff x="4768325" y="2163475"/>
            <a:chExt cx="59700" cy="46725"/>
          </a:xfrm>
        </p:grpSpPr>
        <p:sp>
          <p:nvSpPr>
            <p:cNvPr id="2056" name="Google Shape;2056;p137"/>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57" name="Google Shape;2057;p137"/>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sp>
        <p:nvSpPr>
          <p:cNvPr id="2058" name="Google Shape;2058;p137"/>
          <p:cNvSpPr/>
          <p:nvPr/>
        </p:nvSpPr>
        <p:spPr>
          <a:xfrm>
            <a:off x="15583393" y="6392443"/>
            <a:ext cx="172318" cy="261562"/>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59" name="Google Shape;2059;p137"/>
          <p:cNvSpPr/>
          <p:nvPr/>
        </p:nvSpPr>
        <p:spPr>
          <a:xfrm>
            <a:off x="16128144" y="8406613"/>
            <a:ext cx="296168" cy="325978"/>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60" name="Google Shape;2060;p137"/>
          <p:cNvSpPr/>
          <p:nvPr/>
        </p:nvSpPr>
        <p:spPr>
          <a:xfrm>
            <a:off x="14331057" y="6863055"/>
            <a:ext cx="238202" cy="326830"/>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61" name="Google Shape;2061;p137"/>
          <p:cNvSpPr/>
          <p:nvPr/>
        </p:nvSpPr>
        <p:spPr>
          <a:xfrm>
            <a:off x="14266999" y="8438273"/>
            <a:ext cx="366314" cy="262658"/>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62" name="Google Shape;2062;p137"/>
          <p:cNvSpPr/>
          <p:nvPr/>
        </p:nvSpPr>
        <p:spPr>
          <a:xfrm>
            <a:off x="14301647" y="7401561"/>
            <a:ext cx="297022" cy="225030"/>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63" name="Google Shape;2063;p137"/>
          <p:cNvSpPr/>
          <p:nvPr/>
        </p:nvSpPr>
        <p:spPr>
          <a:xfrm>
            <a:off x="15569144" y="7365395"/>
            <a:ext cx="200816" cy="297362"/>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nvGrpSpPr>
          <p:cNvPr id="2064" name="Google Shape;2064;p137"/>
          <p:cNvGrpSpPr/>
          <p:nvPr/>
        </p:nvGrpSpPr>
        <p:grpSpPr>
          <a:xfrm>
            <a:off x="14952118" y="6919617"/>
            <a:ext cx="225536" cy="213706"/>
            <a:chOff x="4768575" y="2253950"/>
            <a:chExt cx="46300" cy="43875"/>
          </a:xfrm>
        </p:grpSpPr>
        <p:sp>
          <p:nvSpPr>
            <p:cNvPr id="2065" name="Google Shape;2065;p137"/>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66" name="Google Shape;2066;p137"/>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67" name="Google Shape;2067;p137"/>
          <p:cNvGrpSpPr/>
          <p:nvPr/>
        </p:nvGrpSpPr>
        <p:grpSpPr>
          <a:xfrm>
            <a:off x="15551365" y="7897668"/>
            <a:ext cx="236374" cy="292492"/>
            <a:chOff x="4960900" y="2433225"/>
            <a:chExt cx="48525" cy="60050"/>
          </a:xfrm>
        </p:grpSpPr>
        <p:sp>
          <p:nvSpPr>
            <p:cNvPr id="2068" name="Google Shape;2068;p137"/>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69" name="Google Shape;2069;p137"/>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70" name="Google Shape;2070;p137"/>
          <p:cNvGrpSpPr/>
          <p:nvPr/>
        </p:nvGrpSpPr>
        <p:grpSpPr>
          <a:xfrm>
            <a:off x="14928494" y="8425790"/>
            <a:ext cx="272788" cy="287620"/>
            <a:chOff x="4854075" y="2527625"/>
            <a:chExt cx="56000" cy="59050"/>
          </a:xfrm>
        </p:grpSpPr>
        <p:sp>
          <p:nvSpPr>
            <p:cNvPr id="2071" name="Google Shape;2071;p137"/>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72" name="Google Shape;2072;p137"/>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sp>
        <p:nvSpPr>
          <p:cNvPr id="2073" name="Google Shape;2073;p137"/>
          <p:cNvSpPr/>
          <p:nvPr/>
        </p:nvSpPr>
        <p:spPr>
          <a:xfrm>
            <a:off x="14959000" y="7911246"/>
            <a:ext cx="211776" cy="265336"/>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74" name="Google Shape;2074;p137"/>
          <p:cNvSpPr/>
          <p:nvPr/>
        </p:nvSpPr>
        <p:spPr>
          <a:xfrm>
            <a:off x="16116333" y="6390554"/>
            <a:ext cx="319794" cy="265336"/>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75" name="Google Shape;2075;p137"/>
          <p:cNvSpPr/>
          <p:nvPr/>
        </p:nvSpPr>
        <p:spPr>
          <a:xfrm>
            <a:off x="14314858" y="7911246"/>
            <a:ext cx="270596" cy="265336"/>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nvGrpSpPr>
          <p:cNvPr id="2076" name="Google Shape;2076;p137"/>
          <p:cNvGrpSpPr/>
          <p:nvPr/>
        </p:nvGrpSpPr>
        <p:grpSpPr>
          <a:xfrm>
            <a:off x="16176916" y="7353279"/>
            <a:ext cx="198624" cy="321594"/>
            <a:chOff x="5059700" y="2334775"/>
            <a:chExt cx="40775" cy="66025"/>
          </a:xfrm>
        </p:grpSpPr>
        <p:sp>
          <p:nvSpPr>
            <p:cNvPr id="2077" name="Google Shape;2077;p137"/>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78" name="Google Shape;2078;p137"/>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79" name="Google Shape;2079;p137"/>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80" name="Google Shape;2080;p137"/>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81" name="Google Shape;2081;p137"/>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82" name="Google Shape;2082;p137"/>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83" name="Google Shape;2083;p137"/>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84" name="Google Shape;2084;p137"/>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85" name="Google Shape;2085;p137"/>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86" name="Google Shape;2086;p137"/>
          <p:cNvGrpSpPr/>
          <p:nvPr/>
        </p:nvGrpSpPr>
        <p:grpSpPr>
          <a:xfrm>
            <a:off x="16091244" y="7883543"/>
            <a:ext cx="369968" cy="320742"/>
            <a:chOff x="5037700" y="2430325"/>
            <a:chExt cx="75950" cy="65850"/>
          </a:xfrm>
        </p:grpSpPr>
        <p:sp>
          <p:nvSpPr>
            <p:cNvPr id="2087" name="Google Shape;2087;p137"/>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88" name="Google Shape;2088;p137"/>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089" name="Google Shape;2089;p137"/>
          <p:cNvGrpSpPr/>
          <p:nvPr/>
        </p:nvGrpSpPr>
        <p:grpSpPr>
          <a:xfrm>
            <a:off x="14930256" y="7416447"/>
            <a:ext cx="346028" cy="195258"/>
            <a:chOff x="4756975" y="2341800"/>
            <a:chExt cx="91975" cy="51925"/>
          </a:xfrm>
        </p:grpSpPr>
        <p:sp>
          <p:nvSpPr>
            <p:cNvPr id="2090" name="Google Shape;2090;p137"/>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91" name="Google Shape;2091;p137"/>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92" name="Google Shape;2092;p137"/>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93" name="Google Shape;2093;p137"/>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94" name="Google Shape;2094;p137"/>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95" name="Google Shape;2095;p137"/>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96" name="Google Shape;2096;p137"/>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97" name="Google Shape;2097;p137"/>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98" name="Google Shape;2098;p137"/>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099" name="Google Shape;2099;p137"/>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0" name="Google Shape;2100;p137"/>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1" name="Google Shape;2101;p137"/>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2" name="Google Shape;2102;p137"/>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3" name="Google Shape;2103;p137"/>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4" name="Google Shape;2104;p137"/>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5" name="Google Shape;2105;p137"/>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6" name="Google Shape;2106;p137"/>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7" name="Google Shape;2107;p137"/>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8" name="Google Shape;2108;p137"/>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09" name="Google Shape;2109;p137"/>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110" name="Google Shape;2110;p137"/>
          <p:cNvGrpSpPr/>
          <p:nvPr/>
        </p:nvGrpSpPr>
        <p:grpSpPr>
          <a:xfrm>
            <a:off x="15464131" y="8393841"/>
            <a:ext cx="424994" cy="351522"/>
            <a:chOff x="4943575" y="2516350"/>
            <a:chExt cx="98675" cy="81700"/>
          </a:xfrm>
        </p:grpSpPr>
        <p:sp>
          <p:nvSpPr>
            <p:cNvPr id="2111" name="Google Shape;2111;p137"/>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12" name="Google Shape;2112;p137"/>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13" name="Google Shape;2113;p137"/>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14" name="Google Shape;2114;p137"/>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15" name="Google Shape;2115;p137"/>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16" name="Google Shape;2116;p137"/>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17" name="Google Shape;2117;p137"/>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18" name="Google Shape;2118;p137"/>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19" name="Google Shape;2119;p137"/>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0" name="Google Shape;2120;p137"/>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1" name="Google Shape;2121;p137"/>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2" name="Google Shape;2122;p137"/>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3" name="Google Shape;2123;p137"/>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4" name="Google Shape;2124;p137"/>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5" name="Google Shape;2125;p137"/>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6" name="Google Shape;2126;p137"/>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7" name="Google Shape;2127;p137"/>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8" name="Google Shape;2128;p137"/>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29" name="Google Shape;2129;p137"/>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0" name="Google Shape;2130;p137"/>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1" name="Google Shape;2131;p137"/>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2" name="Google Shape;2132;p137"/>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3" name="Google Shape;2133;p137"/>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4" name="Google Shape;2134;p137"/>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5" name="Google Shape;2135;p137"/>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6" name="Google Shape;2136;p137"/>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7" name="Google Shape;2137;p137"/>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8" name="Google Shape;2138;p137"/>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39" name="Google Shape;2139;p137"/>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0" name="Google Shape;2140;p137"/>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1" name="Google Shape;2141;p137"/>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2" name="Google Shape;2142;p137"/>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3" name="Google Shape;2143;p137"/>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4" name="Google Shape;2144;p137"/>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5" name="Google Shape;2145;p137"/>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6" name="Google Shape;2146;p137"/>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7" name="Google Shape;2147;p137"/>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8" name="Google Shape;2148;p137"/>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49" name="Google Shape;2149;p137"/>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0" name="Google Shape;2150;p137"/>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1" name="Google Shape;2151;p137"/>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2" name="Google Shape;2152;p137"/>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3" name="Google Shape;2153;p137"/>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4" name="Google Shape;2154;p137"/>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5" name="Google Shape;2155;p137"/>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6" name="Google Shape;2156;p137"/>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7" name="Google Shape;2157;p137"/>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8" name="Google Shape;2158;p137"/>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59" name="Google Shape;2159;p137"/>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0" name="Google Shape;2160;p137"/>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1" name="Google Shape;2161;p137"/>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2" name="Google Shape;2162;p137"/>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3" name="Google Shape;2163;p137"/>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4" name="Google Shape;2164;p137"/>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5" name="Google Shape;2165;p137"/>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6" name="Google Shape;2166;p137"/>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7" name="Google Shape;2167;p137"/>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8" name="Google Shape;2168;p137"/>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69" name="Google Shape;2169;p137"/>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0" name="Google Shape;2170;p137"/>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1" name="Google Shape;2171;p137"/>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2" name="Google Shape;2172;p137"/>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3" name="Google Shape;2173;p137"/>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4" name="Google Shape;2174;p137"/>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5" name="Google Shape;2175;p137"/>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6" name="Google Shape;2176;p137"/>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7" name="Google Shape;2177;p137"/>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8" name="Google Shape;2178;p137"/>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79" name="Google Shape;2179;p137"/>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80" name="Google Shape;2180;p137"/>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81" name="Google Shape;2181;p137"/>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82" name="Google Shape;2182;p137"/>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83" name="Google Shape;2183;p137"/>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84" name="Google Shape;2184;p137"/>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85" name="Google Shape;2185;p137"/>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86" name="Google Shape;2186;p137"/>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87" name="Google Shape;2187;p137"/>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188" name="Google Shape;2188;p137"/>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189" name="Google Shape;2189;p137"/>
          <p:cNvGrpSpPr/>
          <p:nvPr/>
        </p:nvGrpSpPr>
        <p:grpSpPr>
          <a:xfrm>
            <a:off x="3980253" y="6846327"/>
            <a:ext cx="1930702" cy="269222"/>
            <a:chOff x="4411970" y="2962952"/>
            <a:chExt cx="706544" cy="104212"/>
          </a:xfrm>
        </p:grpSpPr>
        <p:sp>
          <p:nvSpPr>
            <p:cNvPr id="2190" name="Google Shape;2190;p137"/>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182850" tIns="182850" rIns="182850" bIns="182850" anchor="ctr" anchorCtr="0">
              <a:noAutofit/>
            </a:bodyPr>
            <a:lstStyle/>
            <a:p>
              <a:endParaRPr sz="3600"/>
            </a:p>
          </p:txBody>
        </p:sp>
        <p:sp>
          <p:nvSpPr>
            <p:cNvPr id="2191" name="Google Shape;2191;p137"/>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182850" tIns="182850" rIns="182850" bIns="182850" anchor="ctr" anchorCtr="0">
              <a:noAutofit/>
            </a:bodyPr>
            <a:lstStyle/>
            <a:p>
              <a:endParaRPr sz="3600"/>
            </a:p>
          </p:txBody>
        </p:sp>
        <p:sp>
          <p:nvSpPr>
            <p:cNvPr id="2192" name="Google Shape;2192;p137"/>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182850" tIns="182850" rIns="182850" bIns="182850" anchor="ctr" anchorCtr="0">
              <a:noAutofit/>
            </a:bodyPr>
            <a:lstStyle/>
            <a:p>
              <a:endParaRPr sz="3600"/>
            </a:p>
          </p:txBody>
        </p:sp>
        <p:sp>
          <p:nvSpPr>
            <p:cNvPr id="2193" name="Google Shape;2193;p137"/>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182850" tIns="182850" rIns="182850" bIns="182850" anchor="ctr" anchorCtr="0">
              <a:noAutofit/>
            </a:bodyPr>
            <a:lstStyle/>
            <a:p>
              <a:endParaRPr sz="3600"/>
            </a:p>
          </p:txBody>
        </p:sp>
      </p:grpSp>
      <p:grpSp>
        <p:nvGrpSpPr>
          <p:cNvPr id="2194" name="Google Shape;2194;p137"/>
          <p:cNvGrpSpPr/>
          <p:nvPr/>
        </p:nvGrpSpPr>
        <p:grpSpPr>
          <a:xfrm>
            <a:off x="3980252" y="6024154"/>
            <a:ext cx="1920316" cy="578344"/>
            <a:chOff x="4411970" y="2726085"/>
            <a:chExt cx="643107" cy="193659"/>
          </a:xfrm>
        </p:grpSpPr>
        <p:sp>
          <p:nvSpPr>
            <p:cNvPr id="2195" name="Google Shape;2195;p137"/>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196" name="Google Shape;2196;p137"/>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197" name="Google Shape;2197;p137"/>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2198" name="Google Shape;2198;p137"/>
          <p:cNvGrpSpPr/>
          <p:nvPr/>
        </p:nvGrpSpPr>
        <p:grpSpPr>
          <a:xfrm>
            <a:off x="1986037" y="6556375"/>
            <a:ext cx="1666346" cy="518418"/>
            <a:chOff x="4411970" y="4340222"/>
            <a:chExt cx="779467" cy="242683"/>
          </a:xfrm>
        </p:grpSpPr>
        <p:sp>
          <p:nvSpPr>
            <p:cNvPr id="2199" name="Google Shape;2199;p137"/>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2200" name="Google Shape;2200;p137"/>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2201" name="Google Shape;2201;p137"/>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grpSp>
        <p:nvGrpSpPr>
          <p:cNvPr id="2202" name="Google Shape;2202;p137"/>
          <p:cNvGrpSpPr/>
          <p:nvPr/>
        </p:nvGrpSpPr>
        <p:grpSpPr>
          <a:xfrm>
            <a:off x="3980252" y="5347866"/>
            <a:ext cx="1930320" cy="432460"/>
            <a:chOff x="4411970" y="2468674"/>
            <a:chExt cx="747317" cy="167425"/>
          </a:xfrm>
        </p:grpSpPr>
        <p:sp>
          <p:nvSpPr>
            <p:cNvPr id="2203" name="Google Shape;2203;p137"/>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2204" name="Google Shape;2204;p137"/>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2205" name="Google Shape;2205;p137"/>
          <p:cNvGrpSpPr/>
          <p:nvPr/>
        </p:nvGrpSpPr>
        <p:grpSpPr>
          <a:xfrm>
            <a:off x="1977747" y="5157300"/>
            <a:ext cx="1620902" cy="638296"/>
            <a:chOff x="4411970" y="3686602"/>
            <a:chExt cx="797845" cy="314215"/>
          </a:xfrm>
        </p:grpSpPr>
        <p:sp>
          <p:nvSpPr>
            <p:cNvPr id="2206" name="Google Shape;2206;p137"/>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2207" name="Google Shape;2207;p137"/>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2208" name="Google Shape;2208;p137"/>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2209" name="Google Shape;2209;p137"/>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182850" tIns="182850" rIns="182850" bIns="182850" anchor="ctr" anchorCtr="0">
              <a:noAutofit/>
            </a:bodyPr>
            <a:lstStyle/>
            <a:p>
              <a:endParaRPr sz="3600"/>
            </a:p>
          </p:txBody>
        </p:sp>
        <p:sp>
          <p:nvSpPr>
            <p:cNvPr id="2210" name="Google Shape;2210;p137"/>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sp>
        <p:nvSpPr>
          <p:cNvPr id="2211" name="Google Shape;2211;p137"/>
          <p:cNvSpPr/>
          <p:nvPr/>
        </p:nvSpPr>
        <p:spPr>
          <a:xfrm>
            <a:off x="1963445" y="5974475"/>
            <a:ext cx="1645090" cy="391666"/>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nvGrpSpPr>
          <p:cNvPr id="2212" name="Google Shape;2212;p137"/>
          <p:cNvGrpSpPr/>
          <p:nvPr/>
        </p:nvGrpSpPr>
        <p:grpSpPr>
          <a:xfrm>
            <a:off x="1977941" y="4666348"/>
            <a:ext cx="3940666" cy="417568"/>
            <a:chOff x="6336019" y="3733725"/>
            <a:chExt cx="2566206" cy="351310"/>
          </a:xfrm>
        </p:grpSpPr>
        <p:sp>
          <p:nvSpPr>
            <p:cNvPr id="2213" name="Google Shape;2213;p137"/>
            <p:cNvSpPr/>
            <p:nvPr/>
          </p:nvSpPr>
          <p:spPr>
            <a:xfrm>
              <a:off x="6336019" y="3733735"/>
              <a:ext cx="1881300" cy="351300"/>
            </a:xfrm>
            <a:prstGeom prst="homePlate">
              <a:avLst>
                <a:gd name="adj" fmla="val 50000"/>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14" name="Google Shape;2214;p137"/>
            <p:cNvSpPr/>
            <p:nvPr/>
          </p:nvSpPr>
          <p:spPr>
            <a:xfrm>
              <a:off x="8098525" y="3733725"/>
              <a:ext cx="346500" cy="351300"/>
            </a:xfrm>
            <a:prstGeom prst="chevron">
              <a:avLst>
                <a:gd name="adj" fmla="val 50000"/>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15" name="Google Shape;2215;p137"/>
            <p:cNvSpPr/>
            <p:nvPr/>
          </p:nvSpPr>
          <p:spPr>
            <a:xfrm>
              <a:off x="8327125" y="3733725"/>
              <a:ext cx="346500" cy="351300"/>
            </a:xfrm>
            <a:prstGeom prst="chevron">
              <a:avLst>
                <a:gd name="adj" fmla="val 50000"/>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16" name="Google Shape;2216;p137"/>
            <p:cNvSpPr/>
            <p:nvPr/>
          </p:nvSpPr>
          <p:spPr>
            <a:xfrm>
              <a:off x="8555725" y="3733725"/>
              <a:ext cx="346500" cy="351300"/>
            </a:xfrm>
            <a:prstGeom prst="chevron">
              <a:avLst>
                <a:gd name="adj" fmla="val 50000"/>
              </a:avLst>
            </a:pr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217" name="Google Shape;2217;p137"/>
          <p:cNvGrpSpPr/>
          <p:nvPr/>
        </p:nvGrpSpPr>
        <p:grpSpPr>
          <a:xfrm>
            <a:off x="3980253" y="7881458"/>
            <a:ext cx="1893102" cy="306400"/>
            <a:chOff x="4404545" y="3301592"/>
            <a:chExt cx="782403" cy="129272"/>
          </a:xfrm>
        </p:grpSpPr>
        <p:sp>
          <p:nvSpPr>
            <p:cNvPr id="2218" name="Google Shape;2218;p137"/>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2219" name="Google Shape;2219;p137"/>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2220" name="Google Shape;2220;p137"/>
          <p:cNvGrpSpPr/>
          <p:nvPr/>
        </p:nvGrpSpPr>
        <p:grpSpPr>
          <a:xfrm>
            <a:off x="3980253" y="7359377"/>
            <a:ext cx="1924514" cy="278254"/>
            <a:chOff x="4411970" y="3131459"/>
            <a:chExt cx="710520" cy="117397"/>
          </a:xfrm>
        </p:grpSpPr>
        <p:sp>
          <p:nvSpPr>
            <p:cNvPr id="2221" name="Google Shape;2221;p137"/>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2222" name="Google Shape;2222;p137"/>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sp>
        <p:nvSpPr>
          <p:cNvPr id="2223" name="Google Shape;2223;p137" descr="Timeline background shape"/>
          <p:cNvSpPr/>
          <p:nvPr/>
        </p:nvSpPr>
        <p:spPr>
          <a:xfrm>
            <a:off x="3980252" y="8431686"/>
            <a:ext cx="1920600" cy="306000"/>
          </a:xfrm>
          <a:prstGeom prst="homePlate">
            <a:avLst>
              <a:gd name="adj" fmla="val 50000"/>
            </a:avLst>
          </a:prstGeom>
          <a:solidFill>
            <a:srgbClr val="667E92"/>
          </a:solidFill>
          <a:ln>
            <a:noFill/>
          </a:ln>
        </p:spPr>
        <p:txBody>
          <a:bodyPr spcFirstLastPara="1" wrap="square" lIns="182850" tIns="182850" rIns="182850" bIns="182850" anchor="ctr" anchorCtr="0">
            <a:noAutofit/>
          </a:bodyPr>
          <a:lstStyle/>
          <a:p>
            <a:endParaRPr sz="3600"/>
          </a:p>
        </p:txBody>
      </p:sp>
      <p:grpSp>
        <p:nvGrpSpPr>
          <p:cNvPr id="2224" name="Google Shape;2224;p137"/>
          <p:cNvGrpSpPr/>
          <p:nvPr/>
        </p:nvGrpSpPr>
        <p:grpSpPr>
          <a:xfrm>
            <a:off x="1980542" y="7228964"/>
            <a:ext cx="1647676" cy="917976"/>
            <a:chOff x="4411970" y="1801825"/>
            <a:chExt cx="734586" cy="409262"/>
          </a:xfrm>
        </p:grpSpPr>
        <p:sp>
          <p:nvSpPr>
            <p:cNvPr id="2225" name="Google Shape;2225;p137"/>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2226" name="Google Shape;2226;p137"/>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2227" name="Google Shape;2227;p137"/>
          <p:cNvGrpSpPr/>
          <p:nvPr/>
        </p:nvGrpSpPr>
        <p:grpSpPr>
          <a:xfrm>
            <a:off x="1980542" y="8325817"/>
            <a:ext cx="1712696" cy="424078"/>
            <a:chOff x="4411970" y="2233974"/>
            <a:chExt cx="763574" cy="189068"/>
          </a:xfrm>
        </p:grpSpPr>
        <p:sp>
          <p:nvSpPr>
            <p:cNvPr id="2228" name="Google Shape;2228;p137"/>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2229" name="Google Shape;2229;p137"/>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2230" name="Google Shape;2230;p137"/>
          <p:cNvGrpSpPr/>
          <p:nvPr/>
        </p:nvGrpSpPr>
        <p:grpSpPr>
          <a:xfrm>
            <a:off x="6200934" y="4676488"/>
            <a:ext cx="1023204" cy="1023204"/>
            <a:chOff x="5681300" y="2527788"/>
            <a:chExt cx="805800" cy="805800"/>
          </a:xfrm>
        </p:grpSpPr>
        <p:sp>
          <p:nvSpPr>
            <p:cNvPr id="2231" name="Google Shape;2231;p137"/>
            <p:cNvSpPr/>
            <p:nvPr/>
          </p:nvSpPr>
          <p:spPr>
            <a:xfrm>
              <a:off x="5681300" y="2527788"/>
              <a:ext cx="805800" cy="805800"/>
            </a:xfrm>
            <a:prstGeom prst="ellipse">
              <a:avLst/>
            </a:prstGeom>
            <a:solidFill>
              <a:srgbClr val="CFD9E0"/>
            </a:solidFill>
            <a:ln>
              <a:noFill/>
            </a:ln>
          </p:spPr>
          <p:txBody>
            <a:bodyPr spcFirstLastPara="1" wrap="square" lIns="182850" tIns="182850" rIns="182850" bIns="182850" anchor="ctr" anchorCtr="0">
              <a:noAutofit/>
            </a:bodyPr>
            <a:lstStyle/>
            <a:p>
              <a:endParaRPr sz="3600"/>
            </a:p>
          </p:txBody>
        </p:sp>
        <p:sp>
          <p:nvSpPr>
            <p:cNvPr id="2232" name="Google Shape;2232;p137"/>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2233" name="Google Shape;2233;p137"/>
          <p:cNvGrpSpPr/>
          <p:nvPr/>
        </p:nvGrpSpPr>
        <p:grpSpPr>
          <a:xfrm>
            <a:off x="6195325" y="6209655"/>
            <a:ext cx="1026042" cy="1025870"/>
            <a:chOff x="4049800" y="640400"/>
            <a:chExt cx="858900" cy="858900"/>
          </a:xfrm>
        </p:grpSpPr>
        <p:sp>
          <p:nvSpPr>
            <p:cNvPr id="2234" name="Google Shape;2234;p137"/>
            <p:cNvSpPr/>
            <p:nvPr/>
          </p:nvSpPr>
          <p:spPr>
            <a:xfrm>
              <a:off x="4049800" y="640400"/>
              <a:ext cx="858900" cy="858900"/>
            </a:xfrm>
            <a:prstGeom prst="donut">
              <a:avLst>
                <a:gd name="adj" fmla="val 25000"/>
              </a:avLst>
            </a:prstGeom>
            <a:solidFill>
              <a:srgbClr val="CFD9E0"/>
            </a:solidFill>
            <a:ln>
              <a:noFill/>
            </a:ln>
          </p:spPr>
          <p:txBody>
            <a:bodyPr spcFirstLastPara="1" wrap="square" lIns="182850" tIns="182850" rIns="182850" bIns="182850" anchor="ctr" anchorCtr="0">
              <a:noAutofit/>
            </a:bodyPr>
            <a:lstStyle/>
            <a:p>
              <a:endParaRPr sz="3600"/>
            </a:p>
          </p:txBody>
        </p:sp>
        <p:sp>
          <p:nvSpPr>
            <p:cNvPr id="2235" name="Google Shape;2235;p137"/>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2236" name="Google Shape;2236;p137"/>
          <p:cNvGrpSpPr/>
          <p:nvPr/>
        </p:nvGrpSpPr>
        <p:grpSpPr>
          <a:xfrm>
            <a:off x="6029723" y="7513439"/>
            <a:ext cx="1372978" cy="1373170"/>
            <a:chOff x="5080188" y="927900"/>
            <a:chExt cx="961200" cy="961200"/>
          </a:xfrm>
        </p:grpSpPr>
        <p:sp>
          <p:nvSpPr>
            <p:cNvPr id="2237" name="Google Shape;2237;p137"/>
            <p:cNvSpPr/>
            <p:nvPr/>
          </p:nvSpPr>
          <p:spPr>
            <a:xfrm>
              <a:off x="5201900" y="1050116"/>
              <a:ext cx="716700" cy="716700"/>
            </a:xfrm>
            <a:prstGeom prst="donut">
              <a:avLst>
                <a:gd name="adj" fmla="val 4716"/>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38" name="Google Shape;2238;p137"/>
            <p:cNvSpPr/>
            <p:nvPr/>
          </p:nvSpPr>
          <p:spPr>
            <a:xfrm>
              <a:off x="5269594" y="1117818"/>
              <a:ext cx="581100" cy="581100"/>
            </a:xfrm>
            <a:prstGeom prst="donut">
              <a:avLst>
                <a:gd name="adj" fmla="val 5814"/>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39" name="Google Shape;2239;p137"/>
            <p:cNvSpPr/>
            <p:nvPr/>
          </p:nvSpPr>
          <p:spPr>
            <a:xfrm>
              <a:off x="5339279" y="1187526"/>
              <a:ext cx="441900" cy="441600"/>
            </a:xfrm>
            <a:prstGeom prst="donut">
              <a:avLst>
                <a:gd name="adj" fmla="val 7648"/>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40" name="Google Shape;2240;p137"/>
            <p:cNvSpPr/>
            <p:nvPr/>
          </p:nvSpPr>
          <p:spPr>
            <a:xfrm>
              <a:off x="5414892" y="1263155"/>
              <a:ext cx="290700" cy="290700"/>
            </a:xfrm>
            <a:prstGeom prst="donut">
              <a:avLst>
                <a:gd name="adj" fmla="val 10182"/>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41" name="Google Shape;2241;p137"/>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182850" tIns="182850" rIns="182850" bIns="182850" anchor="ctr" anchorCtr="0">
              <a:noAutofit/>
            </a:bodyPr>
            <a:lstStyle/>
            <a:p>
              <a:endParaRPr sz="3600"/>
            </a:p>
          </p:txBody>
        </p:sp>
        <p:sp>
          <p:nvSpPr>
            <p:cNvPr id="2242" name="Google Shape;2242;p137"/>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182850" tIns="182850" rIns="182850" bIns="182850" anchor="ctr" anchorCtr="0">
              <a:noAutofit/>
            </a:bodyPr>
            <a:lstStyle/>
            <a:p>
              <a:endParaRPr sz="3600"/>
            </a:p>
          </p:txBody>
        </p:sp>
        <p:sp>
          <p:nvSpPr>
            <p:cNvPr id="2243" name="Google Shape;2243;p137"/>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182850" tIns="182850" rIns="182850" bIns="182850" anchor="ctr" anchorCtr="0">
              <a:noAutofit/>
            </a:bodyPr>
            <a:lstStyle/>
            <a:p>
              <a:endParaRPr sz="3600"/>
            </a:p>
          </p:txBody>
        </p:sp>
        <p:sp>
          <p:nvSpPr>
            <p:cNvPr id="2244" name="Google Shape;2244;p137"/>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2245" name="Google Shape;2245;p137"/>
          <p:cNvGrpSpPr/>
          <p:nvPr/>
        </p:nvGrpSpPr>
        <p:grpSpPr>
          <a:xfrm>
            <a:off x="7596025" y="7698897"/>
            <a:ext cx="1020746" cy="1021874"/>
            <a:chOff x="7508249" y="1522825"/>
            <a:chExt cx="1326332" cy="1322987"/>
          </a:xfrm>
        </p:grpSpPr>
        <p:sp>
          <p:nvSpPr>
            <p:cNvPr id="2246" name="Google Shape;2246;p137"/>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247" name="Google Shape;2247;p137"/>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248" name="Google Shape;2248;p137"/>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249" name="Google Shape;2249;p137"/>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250" name="Google Shape;2250;p137"/>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251" name="Google Shape;2251;p137"/>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252" name="Google Shape;2252;p137"/>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253" name="Google Shape;2253;p137"/>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254" name="Google Shape;2254;p137"/>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255" name="Google Shape;2255;p137"/>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2256" name="Google Shape;2256;p137"/>
          <p:cNvGrpSpPr/>
          <p:nvPr/>
        </p:nvGrpSpPr>
        <p:grpSpPr>
          <a:xfrm>
            <a:off x="8979210" y="7701706"/>
            <a:ext cx="985304" cy="1006696"/>
            <a:chOff x="6039282" y="1042577"/>
            <a:chExt cx="734315" cy="731929"/>
          </a:xfrm>
        </p:grpSpPr>
        <p:sp>
          <p:nvSpPr>
            <p:cNvPr id="2257" name="Google Shape;2257;p137"/>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58" name="Google Shape;2258;p137"/>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59" name="Google Shape;2259;p137"/>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60" name="Google Shape;2260;p137"/>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61" name="Google Shape;2261;p137"/>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62" name="Google Shape;2262;p137"/>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63" name="Google Shape;2263;p137"/>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64" name="Google Shape;2264;p137"/>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65" name="Google Shape;2265;p137"/>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66" name="Google Shape;2266;p137"/>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67" name="Google Shape;2267;p137"/>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68" name="Google Shape;2268;p137"/>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69" name="Google Shape;2269;p137"/>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70" name="Google Shape;2270;p137"/>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71" name="Google Shape;2271;p137"/>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72" name="Google Shape;2272;p137"/>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73" name="Google Shape;2273;p137"/>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74" name="Google Shape;2274;p137"/>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75" name="Google Shape;2275;p137"/>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76" name="Google Shape;2276;p137"/>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277" name="Google Shape;2277;p137"/>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2278" name="Google Shape;2278;p137"/>
          <p:cNvGrpSpPr/>
          <p:nvPr/>
        </p:nvGrpSpPr>
        <p:grpSpPr>
          <a:xfrm>
            <a:off x="10260038" y="4693788"/>
            <a:ext cx="966608" cy="1009804"/>
            <a:chOff x="1825800" y="1651625"/>
            <a:chExt cx="568125" cy="591775"/>
          </a:xfrm>
        </p:grpSpPr>
        <p:sp>
          <p:nvSpPr>
            <p:cNvPr id="2279" name="Google Shape;2279;p137"/>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2280" name="Google Shape;2280;p137"/>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2281" name="Google Shape;2281;p137"/>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2282" name="Google Shape;2282;p137"/>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2283" name="Google Shape;2283;p137"/>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2284" name="Google Shape;2284;p137"/>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182850" tIns="182850" rIns="182850" bIns="182850" anchor="ctr" anchorCtr="0">
              <a:noAutofit/>
            </a:bodyPr>
            <a:lstStyle/>
            <a:p>
              <a:endParaRPr sz="3600"/>
            </a:p>
          </p:txBody>
        </p:sp>
      </p:grpSp>
      <p:sp>
        <p:nvSpPr>
          <p:cNvPr id="2285" name="Google Shape;2285;p137"/>
          <p:cNvSpPr/>
          <p:nvPr/>
        </p:nvSpPr>
        <p:spPr>
          <a:xfrm>
            <a:off x="15495215" y="6852133"/>
            <a:ext cx="348674" cy="348674"/>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2286" name="Google Shape;2286;p137"/>
          <p:cNvSpPr/>
          <p:nvPr/>
        </p:nvSpPr>
        <p:spPr>
          <a:xfrm>
            <a:off x="16127728" y="6909770"/>
            <a:ext cx="297000" cy="233400"/>
          </a:xfrm>
          <a:prstGeom prst="stripedRightArrow">
            <a:avLst>
              <a:gd name="adj1" fmla="val 50000"/>
              <a:gd name="adj2" fmla="val 50000"/>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87" name="Google Shape;2287;p137"/>
          <p:cNvSpPr/>
          <p:nvPr/>
        </p:nvSpPr>
        <p:spPr>
          <a:xfrm>
            <a:off x="14331956" y="5551644"/>
            <a:ext cx="236400" cy="236400"/>
          </a:xfrm>
          <a:prstGeom prst="curvedRightArrow">
            <a:avLst>
              <a:gd name="adj1" fmla="val 25000"/>
              <a:gd name="adj2" fmla="val 50000"/>
              <a:gd name="adj3" fmla="val 25000"/>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88" name="Google Shape;2288;p137"/>
          <p:cNvSpPr/>
          <p:nvPr/>
        </p:nvSpPr>
        <p:spPr>
          <a:xfrm flipH="1">
            <a:off x="14946688" y="5551644"/>
            <a:ext cx="236400" cy="236400"/>
          </a:xfrm>
          <a:prstGeom prst="curvedRightArrow">
            <a:avLst>
              <a:gd name="adj1" fmla="val 25000"/>
              <a:gd name="adj2" fmla="val 50000"/>
              <a:gd name="adj3" fmla="val 25000"/>
            </a:avLst>
          </a:prstGeom>
          <a:solidFill>
            <a:srgbClr val="869FB2"/>
          </a:solidFill>
          <a:ln>
            <a:noFill/>
          </a:ln>
        </p:spPr>
        <p:txBody>
          <a:bodyPr spcFirstLastPara="1" wrap="square" lIns="182850" tIns="182850" rIns="182850" bIns="182850" anchor="ctr" anchorCtr="0">
            <a:noAutofit/>
          </a:bodyPr>
          <a:lstStyle/>
          <a:p>
            <a:endParaRPr sz="3600"/>
          </a:p>
        </p:txBody>
      </p:sp>
      <p:sp>
        <p:nvSpPr>
          <p:cNvPr id="2289" name="Google Shape;2289;p137"/>
          <p:cNvSpPr txBox="1">
            <a:spLocks noGrp="1"/>
          </p:cNvSpPr>
          <p:nvPr>
            <p:ph type="title" idx="4294967295"/>
          </p:nvPr>
        </p:nvSpPr>
        <p:spPr>
          <a:xfrm>
            <a:off x="2136200" y="1858258"/>
            <a:ext cx="14094600" cy="964800"/>
          </a:xfrm>
          <a:prstGeom prst="rect">
            <a:avLst/>
          </a:prstGeom>
        </p:spPr>
        <p:txBody>
          <a:bodyPr spcFirstLastPara="1" vert="horz" wrap="square" lIns="182850" tIns="182850" rIns="182850" bIns="182850" rtlCol="0" anchor="t" anchorCtr="0">
            <a:noAutofit/>
          </a:bodyPr>
          <a:lstStyle/>
          <a:p>
            <a:pPr algn="ctr">
              <a:spcBef>
                <a:spcPts val="0"/>
              </a:spcBef>
              <a:buClr>
                <a:schemeClr val="dk1"/>
              </a:buClr>
              <a:buSzPts val="1100"/>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algn="ctr">
              <a:spcBef>
                <a:spcPts val="0"/>
              </a:spcBef>
              <a:buClr>
                <a:srgbClr val="000000"/>
              </a:buClr>
              <a:buSzPts val="1100"/>
            </a:pPr>
            <a:endParaRPr>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93"/>
        <p:cNvGrpSpPr/>
        <p:nvPr/>
      </p:nvGrpSpPr>
      <p:grpSpPr>
        <a:xfrm>
          <a:off x="0" y="0"/>
          <a:ext cx="0" cy="0"/>
          <a:chOff x="0" y="0"/>
          <a:chExt cx="0" cy="0"/>
        </a:xfrm>
      </p:grpSpPr>
      <p:grpSp>
        <p:nvGrpSpPr>
          <p:cNvPr id="2294" name="Google Shape;2294;p138"/>
          <p:cNvGrpSpPr/>
          <p:nvPr/>
        </p:nvGrpSpPr>
        <p:grpSpPr>
          <a:xfrm>
            <a:off x="1491142" y="2337332"/>
            <a:ext cx="4985736" cy="2759752"/>
            <a:chOff x="2654821" y="2311071"/>
            <a:chExt cx="2279715" cy="1262120"/>
          </a:xfrm>
        </p:grpSpPr>
        <p:grpSp>
          <p:nvGrpSpPr>
            <p:cNvPr id="2295" name="Google Shape;2295;p138"/>
            <p:cNvGrpSpPr/>
            <p:nvPr/>
          </p:nvGrpSpPr>
          <p:grpSpPr>
            <a:xfrm>
              <a:off x="4034269" y="2840745"/>
              <a:ext cx="40212" cy="36437"/>
              <a:chOff x="4293400" y="2574725"/>
              <a:chExt cx="84425" cy="80100"/>
            </a:xfrm>
          </p:grpSpPr>
          <p:sp>
            <p:nvSpPr>
              <p:cNvPr id="2296" name="Google Shape;2296;p138"/>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sp>
          <p:sp>
            <p:nvSpPr>
              <p:cNvPr id="2297" name="Google Shape;2297;p138"/>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2298" name="Google Shape;2298;p138"/>
            <p:cNvGrpSpPr/>
            <p:nvPr/>
          </p:nvGrpSpPr>
          <p:grpSpPr>
            <a:xfrm>
              <a:off x="3894606" y="2334874"/>
              <a:ext cx="913198" cy="518984"/>
              <a:chOff x="4000175" y="1462675"/>
              <a:chExt cx="1917275" cy="1140875"/>
            </a:xfrm>
          </p:grpSpPr>
          <p:sp>
            <p:nvSpPr>
              <p:cNvPr id="2299" name="Google Shape;2299;p138"/>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sp>
          <p:grpSp>
            <p:nvGrpSpPr>
              <p:cNvPr id="2300" name="Google Shape;2300;p138"/>
              <p:cNvGrpSpPr/>
              <p:nvPr/>
            </p:nvGrpSpPr>
            <p:grpSpPr>
              <a:xfrm>
                <a:off x="4000175" y="1462675"/>
                <a:ext cx="1917275" cy="1140875"/>
                <a:chOff x="4000175" y="1462675"/>
                <a:chExt cx="1917275" cy="1140875"/>
              </a:xfrm>
            </p:grpSpPr>
            <p:sp>
              <p:nvSpPr>
                <p:cNvPr id="2301" name="Google Shape;2301;p138"/>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sp>
            <p:sp>
              <p:nvSpPr>
                <p:cNvPr id="2302" name="Google Shape;2302;p138"/>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03" name="Google Shape;2303;p138"/>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04" name="Google Shape;2304;p138"/>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05" name="Google Shape;2305;p138"/>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A6CBC2"/>
                    </a:solidFill>
                  </a:endParaRPr>
                </a:p>
              </p:txBody>
            </p:sp>
            <p:sp>
              <p:nvSpPr>
                <p:cNvPr id="2306" name="Google Shape;2306;p138"/>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grpSp>
          <p:nvGrpSpPr>
            <p:cNvPr id="2307" name="Google Shape;2307;p138"/>
            <p:cNvGrpSpPr/>
            <p:nvPr/>
          </p:nvGrpSpPr>
          <p:grpSpPr>
            <a:xfrm>
              <a:off x="3875768" y="2846704"/>
              <a:ext cx="44796" cy="47366"/>
              <a:chOff x="3960625" y="2587825"/>
              <a:chExt cx="94050" cy="104125"/>
            </a:xfrm>
          </p:grpSpPr>
          <p:sp>
            <p:nvSpPr>
              <p:cNvPr id="2308" name="Google Shape;2308;p138"/>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sp>
          <p:sp>
            <p:nvSpPr>
              <p:cNvPr id="2309" name="Google Shape;2309;p138"/>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2310" name="Google Shape;2310;p138"/>
            <p:cNvGrpSpPr/>
            <p:nvPr/>
          </p:nvGrpSpPr>
          <p:grpSpPr>
            <a:xfrm>
              <a:off x="3782759" y="2807162"/>
              <a:ext cx="82686" cy="85487"/>
              <a:chOff x="3765350" y="2500900"/>
              <a:chExt cx="173600" cy="187925"/>
            </a:xfrm>
          </p:grpSpPr>
          <p:sp>
            <p:nvSpPr>
              <p:cNvPr id="2311" name="Google Shape;2311;p138"/>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sp>
          <p:sp>
            <p:nvSpPr>
              <p:cNvPr id="2312" name="Google Shape;2312;p138"/>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13" name="Google Shape;2313;p138"/>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14" name="Google Shape;2314;p138"/>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15" name="Google Shape;2315;p138"/>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16" name="Google Shape;2316;p138"/>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2317" name="Google Shape;2317;p138"/>
            <p:cNvGrpSpPr/>
            <p:nvPr/>
          </p:nvGrpSpPr>
          <p:grpSpPr>
            <a:xfrm>
              <a:off x="3775674" y="2798496"/>
              <a:ext cx="40545" cy="23564"/>
              <a:chOff x="3750475" y="2481850"/>
              <a:chExt cx="85125" cy="51800"/>
            </a:xfrm>
          </p:grpSpPr>
          <p:sp>
            <p:nvSpPr>
              <p:cNvPr id="2318" name="Google Shape;2318;p138"/>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19" name="Google Shape;2319;p138"/>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sp>
        </p:grpSp>
        <p:grpSp>
          <p:nvGrpSpPr>
            <p:cNvPr id="2320" name="Google Shape;2320;p138"/>
            <p:cNvGrpSpPr/>
            <p:nvPr/>
          </p:nvGrpSpPr>
          <p:grpSpPr>
            <a:xfrm>
              <a:off x="3716946" y="2776024"/>
              <a:ext cx="81971" cy="76912"/>
              <a:chOff x="3627175" y="2432450"/>
              <a:chExt cx="172100" cy="169075"/>
            </a:xfrm>
          </p:grpSpPr>
          <p:sp>
            <p:nvSpPr>
              <p:cNvPr id="2321" name="Google Shape;2321;p138"/>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22" name="Google Shape;2322;p138"/>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sp>
          <p:sp>
            <p:nvSpPr>
              <p:cNvPr id="2323" name="Google Shape;2323;p138"/>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sp>
        </p:grpSp>
        <p:grpSp>
          <p:nvGrpSpPr>
            <p:cNvPr id="2324" name="Google Shape;2324;p138"/>
            <p:cNvGrpSpPr/>
            <p:nvPr/>
          </p:nvGrpSpPr>
          <p:grpSpPr>
            <a:xfrm>
              <a:off x="3685682" y="2845624"/>
              <a:ext cx="29311" cy="45055"/>
              <a:chOff x="3561536" y="2585450"/>
              <a:chExt cx="61539" cy="99045"/>
            </a:xfrm>
          </p:grpSpPr>
          <p:sp>
            <p:nvSpPr>
              <p:cNvPr id="2325" name="Google Shape;2325;p138"/>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26" name="Google Shape;2326;p138"/>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sp>
        </p:grpSp>
        <p:grpSp>
          <p:nvGrpSpPr>
            <p:cNvPr id="2327" name="Google Shape;2327;p138"/>
            <p:cNvGrpSpPr/>
            <p:nvPr/>
          </p:nvGrpSpPr>
          <p:grpSpPr>
            <a:xfrm>
              <a:off x="3849905" y="2572252"/>
              <a:ext cx="74339" cy="119559"/>
              <a:chOff x="3906325" y="1984500"/>
              <a:chExt cx="156075" cy="262825"/>
            </a:xfrm>
          </p:grpSpPr>
          <p:sp>
            <p:nvSpPr>
              <p:cNvPr id="2328" name="Google Shape;2328;p138"/>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sp>
          <p:sp>
            <p:nvSpPr>
              <p:cNvPr id="2329" name="Google Shape;2329;p138"/>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2330" name="Google Shape;2330;p138"/>
            <p:cNvGrpSpPr/>
            <p:nvPr/>
          </p:nvGrpSpPr>
          <p:grpSpPr>
            <a:xfrm>
              <a:off x="2654821" y="2414345"/>
              <a:ext cx="667570" cy="558731"/>
              <a:chOff x="1397225" y="1637375"/>
              <a:chExt cx="1401575" cy="1228250"/>
            </a:xfrm>
          </p:grpSpPr>
          <p:sp>
            <p:nvSpPr>
              <p:cNvPr id="2331" name="Google Shape;2331;p138"/>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sp>
          <p:grpSp>
            <p:nvGrpSpPr>
              <p:cNvPr id="2332" name="Google Shape;2332;p138"/>
              <p:cNvGrpSpPr/>
              <p:nvPr/>
            </p:nvGrpSpPr>
            <p:grpSpPr>
              <a:xfrm>
                <a:off x="1397225" y="1637375"/>
                <a:ext cx="1398775" cy="1228250"/>
                <a:chOff x="1397225" y="1637375"/>
                <a:chExt cx="1398775" cy="1228250"/>
              </a:xfrm>
            </p:grpSpPr>
            <p:sp>
              <p:nvSpPr>
                <p:cNvPr id="2333" name="Google Shape;2333;p138"/>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34" name="Google Shape;2334;p138"/>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grpSp>
          <p:nvGrpSpPr>
            <p:cNvPr id="2335" name="Google Shape;2335;p138"/>
            <p:cNvGrpSpPr/>
            <p:nvPr/>
          </p:nvGrpSpPr>
          <p:grpSpPr>
            <a:xfrm>
              <a:off x="3230417" y="3103734"/>
              <a:ext cx="282982" cy="280332"/>
              <a:chOff x="2605700" y="3152850"/>
              <a:chExt cx="594125" cy="616250"/>
            </a:xfrm>
          </p:grpSpPr>
          <p:sp>
            <p:nvSpPr>
              <p:cNvPr id="2336" name="Google Shape;2336;p138"/>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sp>
          <p:sp>
            <p:nvSpPr>
              <p:cNvPr id="2337" name="Google Shape;2337;p138"/>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FF6B65"/>
                  </a:solidFill>
                </a:endParaRPr>
              </a:p>
            </p:txBody>
          </p:sp>
        </p:grpSp>
        <p:grpSp>
          <p:nvGrpSpPr>
            <p:cNvPr id="2338" name="Google Shape;2338;p138"/>
            <p:cNvGrpSpPr/>
            <p:nvPr/>
          </p:nvGrpSpPr>
          <p:grpSpPr>
            <a:xfrm>
              <a:off x="3265985" y="3226989"/>
              <a:ext cx="87151" cy="346202"/>
              <a:chOff x="2680375" y="3423800"/>
              <a:chExt cx="182975" cy="761050"/>
            </a:xfrm>
          </p:grpSpPr>
          <p:sp>
            <p:nvSpPr>
              <p:cNvPr id="2339" name="Google Shape;2339;p138"/>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sp>
          <p:sp>
            <p:nvSpPr>
              <p:cNvPr id="2340" name="Google Shape;2340;p138"/>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2341" name="Google Shape;2341;p138"/>
            <p:cNvGrpSpPr/>
            <p:nvPr/>
          </p:nvGrpSpPr>
          <p:grpSpPr>
            <a:xfrm>
              <a:off x="3855466" y="3289811"/>
              <a:ext cx="112514" cy="94210"/>
              <a:chOff x="3918000" y="3561900"/>
              <a:chExt cx="236225" cy="207100"/>
            </a:xfrm>
          </p:grpSpPr>
          <p:sp>
            <p:nvSpPr>
              <p:cNvPr id="2342" name="Google Shape;2342;p138"/>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sp>
          <p:sp>
            <p:nvSpPr>
              <p:cNvPr id="2343" name="Google Shape;2343;p138"/>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2344" name="Google Shape;2344;p138"/>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45" name="Google Shape;2345;p138"/>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46" name="Google Shape;2346;p138"/>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FF6B65"/>
                </a:solidFill>
              </a:endParaRPr>
            </a:p>
          </p:txBody>
        </p:sp>
        <p:grpSp>
          <p:nvGrpSpPr>
            <p:cNvPr id="2347" name="Google Shape;2347;p138"/>
            <p:cNvGrpSpPr/>
            <p:nvPr/>
          </p:nvGrpSpPr>
          <p:grpSpPr>
            <a:xfrm>
              <a:off x="2905224" y="2311071"/>
              <a:ext cx="596721" cy="528992"/>
              <a:chOff x="1922950" y="1410350"/>
              <a:chExt cx="1252825" cy="1162875"/>
            </a:xfrm>
          </p:grpSpPr>
          <p:sp>
            <p:nvSpPr>
              <p:cNvPr id="2348" name="Google Shape;2348;p138"/>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49" name="Google Shape;2349;p138"/>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0" name="Google Shape;2350;p138"/>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1" name="Google Shape;2351;p138"/>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2" name="Google Shape;2352;p138"/>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3" name="Google Shape;2353;p138"/>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4" name="Google Shape;2354;p138"/>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5" name="Google Shape;2355;p138"/>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6" name="Google Shape;2356;p138"/>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7" name="Google Shape;2357;p138"/>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8" name="Google Shape;2358;p138"/>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59" name="Google Shape;2359;p138"/>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60" name="Google Shape;2360;p138"/>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61" name="Google Shape;2361;p138"/>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62" name="Google Shape;2362;p138"/>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63" name="Google Shape;2363;p138"/>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A6CBC2"/>
                  </a:solidFill>
                </a:endParaRPr>
              </a:p>
            </p:txBody>
          </p:sp>
        </p:grpSp>
        <p:sp>
          <p:nvSpPr>
            <p:cNvPr id="2364" name="Google Shape;2364;p138"/>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65" name="Google Shape;2365;p138"/>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66" name="Google Shape;2366;p138"/>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67" name="Google Shape;2367;p138"/>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68" name="Google Shape;2368;p138"/>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69" name="Google Shape;2369;p138"/>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0" name="Google Shape;2370;p138"/>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1" name="Google Shape;2371;p138"/>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2" name="Google Shape;2372;p138"/>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3" name="Google Shape;2373;p138"/>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4" name="Google Shape;2374;p138"/>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5" name="Google Shape;2375;p138"/>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6" name="Google Shape;2376;p138"/>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7" name="Google Shape;2377;p138"/>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8" name="Google Shape;2378;p138"/>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79" name="Google Shape;2379;p138"/>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80" name="Google Shape;2380;p138"/>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81" name="Google Shape;2381;p138"/>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82" name="Google Shape;2382;p138"/>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83" name="Google Shape;2383;p138"/>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FF6B65"/>
                </a:solidFill>
              </a:endParaRPr>
            </a:p>
          </p:txBody>
        </p:sp>
        <p:sp>
          <p:nvSpPr>
            <p:cNvPr id="2384" name="Google Shape;2384;p138"/>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A6CBC2"/>
                </a:solidFill>
              </a:endParaRPr>
            </a:p>
          </p:txBody>
        </p:sp>
        <p:sp>
          <p:nvSpPr>
            <p:cNvPr id="2385" name="Google Shape;2385;p138"/>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2386" name="Google Shape;2386;p138"/>
            <p:cNvGrpSpPr/>
            <p:nvPr/>
          </p:nvGrpSpPr>
          <p:grpSpPr>
            <a:xfrm>
              <a:off x="3280929" y="3294542"/>
              <a:ext cx="109894" cy="272224"/>
              <a:chOff x="2711750" y="3572300"/>
              <a:chExt cx="230725" cy="598425"/>
            </a:xfrm>
          </p:grpSpPr>
          <p:sp>
            <p:nvSpPr>
              <p:cNvPr id="2387" name="Google Shape;2387;p138"/>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88" name="Google Shape;2388;p138"/>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2389" name="Google Shape;2389;p138"/>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2390" name="Google Shape;2390;p138"/>
            <p:cNvGrpSpPr/>
            <p:nvPr/>
          </p:nvGrpSpPr>
          <p:grpSpPr>
            <a:xfrm>
              <a:off x="3790439" y="2408636"/>
              <a:ext cx="73017" cy="75684"/>
              <a:chOff x="3781475" y="1624825"/>
              <a:chExt cx="153300" cy="166375"/>
            </a:xfrm>
          </p:grpSpPr>
          <p:sp>
            <p:nvSpPr>
              <p:cNvPr id="2391" name="Google Shape;2391;p138"/>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92" name="Google Shape;2392;p138"/>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93" name="Google Shape;2393;p138"/>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94" name="Google Shape;2394;p138"/>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2395" name="Google Shape;2395;p138"/>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96" name="Google Shape;2396;p138"/>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97" name="Google Shape;2397;p138"/>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98" name="Google Shape;2398;p138"/>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399" name="Google Shape;2399;p138"/>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00" name="Google Shape;2400;p138"/>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01" name="Google Shape;2401;p138"/>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2402" name="Google Shape;2402;p138"/>
            <p:cNvGrpSpPr/>
            <p:nvPr/>
          </p:nvGrpSpPr>
          <p:grpSpPr>
            <a:xfrm>
              <a:off x="4403342" y="3107749"/>
              <a:ext cx="316680" cy="101374"/>
              <a:chOff x="5068275" y="3161675"/>
              <a:chExt cx="664875" cy="222850"/>
            </a:xfrm>
          </p:grpSpPr>
          <p:sp>
            <p:nvSpPr>
              <p:cNvPr id="2403" name="Google Shape;2403;p138"/>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04" name="Google Shape;2404;p138"/>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05" name="Google Shape;2405;p138"/>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06" name="Google Shape;2406;p138"/>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2407" name="Google Shape;2407;p138"/>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08" name="Google Shape;2408;p138"/>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09" name="Google Shape;2409;p138"/>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0" name="Google Shape;2410;p138"/>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1" name="Google Shape;2411;p138"/>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2" name="Google Shape;2412;p138"/>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3" name="Google Shape;2413;p138"/>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4" name="Google Shape;2414;p138"/>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5" name="Google Shape;2415;p138"/>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6" name="Google Shape;2416;p138"/>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7" name="Google Shape;2417;p138"/>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8" name="Google Shape;2418;p138"/>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19" name="Google Shape;2419;p138"/>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0" name="Google Shape;2420;p138"/>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1" name="Google Shape;2421;p138"/>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2" name="Google Shape;2422;p138"/>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3" name="Google Shape;2423;p138"/>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4" name="Google Shape;2424;p138"/>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5" name="Google Shape;2425;p138"/>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6" name="Google Shape;2426;p138"/>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7" name="Google Shape;2427;p138"/>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8" name="Google Shape;2428;p138"/>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29" name="Google Shape;2429;p138"/>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30" name="Google Shape;2430;p138"/>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31" name="Google Shape;2431;p138"/>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32" name="Google Shape;2432;p138"/>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33" name="Google Shape;2433;p138"/>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34" name="Google Shape;2434;p138"/>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35" name="Google Shape;2435;p138"/>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2436" name="Google Shape;2436;p138"/>
            <p:cNvGrpSpPr/>
            <p:nvPr/>
          </p:nvGrpSpPr>
          <p:grpSpPr>
            <a:xfrm>
              <a:off x="3697513" y="2707266"/>
              <a:ext cx="59549" cy="79733"/>
              <a:chOff x="3586375" y="2281300"/>
              <a:chExt cx="125025" cy="175275"/>
            </a:xfrm>
          </p:grpSpPr>
          <p:sp>
            <p:nvSpPr>
              <p:cNvPr id="2437" name="Google Shape;2437;p138"/>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38" name="Google Shape;2438;p138"/>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2439" name="Google Shape;2439;p138"/>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2440" name="Google Shape;2440;p138"/>
            <p:cNvGrpSpPr/>
            <p:nvPr/>
          </p:nvGrpSpPr>
          <p:grpSpPr>
            <a:xfrm>
              <a:off x="4513224" y="3221724"/>
              <a:ext cx="274563" cy="280321"/>
              <a:chOff x="5298975" y="3412225"/>
              <a:chExt cx="576450" cy="616225"/>
            </a:xfrm>
          </p:grpSpPr>
          <p:sp>
            <p:nvSpPr>
              <p:cNvPr id="2441" name="Google Shape;2441;p138"/>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A6CBC2"/>
                  </a:solidFill>
                </a:endParaRPr>
              </a:p>
            </p:txBody>
          </p:sp>
          <p:sp>
            <p:nvSpPr>
              <p:cNvPr id="2442" name="Google Shape;2442;p138"/>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2443" name="Google Shape;2443;p138"/>
            <p:cNvGrpSpPr/>
            <p:nvPr/>
          </p:nvGrpSpPr>
          <p:grpSpPr>
            <a:xfrm>
              <a:off x="4824403" y="3421846"/>
              <a:ext cx="110132" cy="130647"/>
              <a:chOff x="5952300" y="3852150"/>
              <a:chExt cx="231225" cy="287200"/>
            </a:xfrm>
          </p:grpSpPr>
          <p:sp>
            <p:nvSpPr>
              <p:cNvPr id="2444" name="Google Shape;2444;p138"/>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45" name="Google Shape;2445;p138"/>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2446" name="Google Shape;2446;p138"/>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47" name="Google Shape;2447;p138"/>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48" name="Google Shape;2448;p138"/>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49" name="Google Shape;2449;p138"/>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50" name="Google Shape;2450;p138"/>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51" name="Google Shape;2451;p138"/>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52" name="Google Shape;2452;p138"/>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53" name="Google Shape;2453;p138"/>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2454" name="Google Shape;2454;p138"/>
            <p:cNvGrpSpPr/>
            <p:nvPr/>
          </p:nvGrpSpPr>
          <p:grpSpPr>
            <a:xfrm>
              <a:off x="4295710" y="3079670"/>
              <a:ext cx="14968" cy="27135"/>
              <a:chOff x="4842300" y="3099950"/>
              <a:chExt cx="31425" cy="59650"/>
            </a:xfrm>
          </p:grpSpPr>
          <p:sp>
            <p:nvSpPr>
              <p:cNvPr id="2455" name="Google Shape;2455;p138"/>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56" name="Google Shape;2456;p138"/>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57" name="Google Shape;2457;p138"/>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58" name="Google Shape;2458;p138"/>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2459" name="Google Shape;2459;p138"/>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60" name="Google Shape;2460;p138"/>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61" name="Google Shape;2461;p138"/>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62" name="Google Shape;2462;p138"/>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63" name="Google Shape;2463;p138"/>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64" name="Google Shape;2464;p138"/>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65" name="Google Shape;2465;p138"/>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66" name="Google Shape;2466;p138"/>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2467" name="Google Shape;2467;p138"/>
            <p:cNvGrpSpPr/>
            <p:nvPr/>
          </p:nvGrpSpPr>
          <p:grpSpPr>
            <a:xfrm>
              <a:off x="3831056" y="2816010"/>
              <a:ext cx="37378" cy="27612"/>
              <a:chOff x="3866750" y="2520350"/>
              <a:chExt cx="78475" cy="60700"/>
            </a:xfrm>
          </p:grpSpPr>
          <p:sp>
            <p:nvSpPr>
              <p:cNvPr id="2468" name="Google Shape;2468;p138"/>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69" name="Google Shape;2469;p138"/>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70" name="Google Shape;2470;p138"/>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71" name="Google Shape;2471;p138"/>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2472" name="Google Shape;2472;p138"/>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73" name="Google Shape;2473;p138"/>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74" name="Google Shape;2474;p138"/>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75" name="Google Shape;2475;p138"/>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76" name="Google Shape;2476;p138"/>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77" name="Google Shape;2477;p138"/>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78" name="Google Shape;2478;p138"/>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79" name="Google Shape;2479;p138"/>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80" name="Google Shape;2480;p138"/>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81" name="Google Shape;2481;p138"/>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82" name="Google Shape;2482;p138"/>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83" name="Google Shape;2483;p138"/>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84" name="Google Shape;2484;p138"/>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85" name="Google Shape;2485;p138"/>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86" name="Google Shape;2486;p138"/>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87" name="Google Shape;2487;p138"/>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88" name="Google Shape;2488;p138"/>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FF6B65"/>
                </a:solidFill>
              </a:endParaRPr>
            </a:p>
          </p:txBody>
        </p:sp>
        <p:sp>
          <p:nvSpPr>
            <p:cNvPr id="2489" name="Google Shape;2489;p138"/>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0" name="Google Shape;2490;p138"/>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1" name="Google Shape;2491;p138"/>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2" name="Google Shape;2492;p138"/>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3" name="Google Shape;2493;p138"/>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4" name="Google Shape;2494;p138"/>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5" name="Google Shape;2495;p138"/>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6" name="Google Shape;2496;p138"/>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7" name="Google Shape;2497;p138"/>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8" name="Google Shape;2498;p138"/>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499" name="Google Shape;2499;p138"/>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00" name="Google Shape;2500;p138"/>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FF6B65"/>
                </a:solidFill>
              </a:endParaRPr>
            </a:p>
          </p:txBody>
        </p:sp>
        <p:sp>
          <p:nvSpPr>
            <p:cNvPr id="2501" name="Google Shape;2501;p138"/>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02" name="Google Shape;2502;p138"/>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03" name="Google Shape;2503;p138"/>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04" name="Google Shape;2504;p138"/>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05" name="Google Shape;2505;p138"/>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06" name="Google Shape;2506;p138"/>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07" name="Google Shape;2507;p138"/>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08" name="Google Shape;2508;p138"/>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09" name="Google Shape;2509;p138"/>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10" name="Google Shape;2510;p138"/>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11" name="Google Shape;2511;p138"/>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12" name="Google Shape;2512;p138"/>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13" name="Google Shape;2513;p138"/>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2514" name="Google Shape;2514;p138"/>
            <p:cNvGrpSpPr/>
            <p:nvPr/>
          </p:nvGrpSpPr>
          <p:grpSpPr>
            <a:xfrm>
              <a:off x="3632736" y="3051591"/>
              <a:ext cx="63288" cy="45217"/>
              <a:chOff x="3450375" y="3038225"/>
              <a:chExt cx="132875" cy="99400"/>
            </a:xfrm>
          </p:grpSpPr>
          <p:sp>
            <p:nvSpPr>
              <p:cNvPr id="2515" name="Google Shape;2515;p138"/>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16" name="Google Shape;2516;p138"/>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2517" name="Google Shape;2517;p138"/>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18" name="Google Shape;2518;p138"/>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19" name="Google Shape;2519;p138"/>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20" name="Google Shape;2520;p138"/>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21" name="Google Shape;2521;p138"/>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22" name="Google Shape;2522;p138"/>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23" name="Google Shape;2523;p138"/>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24" name="Google Shape;2524;p138"/>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25" name="Google Shape;2525;p138"/>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A6CBC2"/>
                </a:solidFill>
              </a:endParaRPr>
            </a:p>
          </p:txBody>
        </p:sp>
        <p:sp>
          <p:nvSpPr>
            <p:cNvPr id="2526" name="Google Shape;2526;p138"/>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27" name="Google Shape;2527;p138"/>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28" name="Google Shape;2528;p138"/>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29" name="Google Shape;2529;p138"/>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30" name="Google Shape;2530;p138"/>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31" name="Google Shape;2531;p138"/>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32" name="Google Shape;2532;p138"/>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33" name="Google Shape;2533;p138"/>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34" name="Google Shape;2534;p138"/>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35" name="Google Shape;2535;p138"/>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A6CBC2"/>
                </a:solidFill>
              </a:endParaRPr>
            </a:p>
          </p:txBody>
        </p:sp>
        <p:sp>
          <p:nvSpPr>
            <p:cNvPr id="2536" name="Google Shape;2536;p138"/>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37" name="Google Shape;2537;p138"/>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38" name="Google Shape;2538;p138"/>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39" name="Google Shape;2539;p138"/>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40" name="Google Shape;2540;p138"/>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41" name="Google Shape;2541;p138"/>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FF6B65"/>
                </a:solidFill>
              </a:endParaRPr>
            </a:p>
          </p:txBody>
        </p:sp>
        <p:sp>
          <p:nvSpPr>
            <p:cNvPr id="2542" name="Google Shape;2542;p138"/>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43" name="Google Shape;2543;p138"/>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44" name="Google Shape;2544;p138"/>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45" name="Google Shape;2545;p13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46" name="Google Shape;2546;p13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47" name="Google Shape;2547;p138"/>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48" name="Google Shape;2548;p138"/>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2549" name="Google Shape;2549;p138"/>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50" name="Google Shape;2550;p138"/>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2551" name="Google Shape;2551;p138"/>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2552" name="Google Shape;2552;p138"/>
          <p:cNvGrpSpPr/>
          <p:nvPr/>
        </p:nvGrpSpPr>
        <p:grpSpPr>
          <a:xfrm>
            <a:off x="7108262" y="2466680"/>
            <a:ext cx="4156364" cy="2733116"/>
            <a:chOff x="235800" y="830650"/>
            <a:chExt cx="6978450" cy="4588844"/>
          </a:xfrm>
        </p:grpSpPr>
        <p:sp>
          <p:nvSpPr>
            <p:cNvPr id="2553" name="Google Shape;2553;p138"/>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554" name="Google Shape;2554;p138"/>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555" name="Google Shape;2555;p138"/>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556" name="Google Shape;2556;p138"/>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557" name="Google Shape;2557;p138"/>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2558" name="Google Shape;2558;p138"/>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grpSp>
      <p:grpSp>
        <p:nvGrpSpPr>
          <p:cNvPr id="2559" name="Google Shape;2559;p138"/>
          <p:cNvGrpSpPr/>
          <p:nvPr/>
        </p:nvGrpSpPr>
        <p:grpSpPr>
          <a:xfrm>
            <a:off x="1485256" y="6128884"/>
            <a:ext cx="5245752" cy="2667080"/>
            <a:chOff x="238125" y="1038125"/>
            <a:chExt cx="7146800" cy="3633625"/>
          </a:xfrm>
        </p:grpSpPr>
        <p:sp>
          <p:nvSpPr>
            <p:cNvPr id="2560" name="Google Shape;2560;p138"/>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61" name="Google Shape;2561;p138"/>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62" name="Google Shape;2562;p138"/>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63" name="Google Shape;2563;p138"/>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64" name="Google Shape;2564;p138"/>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65" name="Google Shape;2565;p138"/>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66" name="Google Shape;2566;p138"/>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67" name="Google Shape;2567;p138"/>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68" name="Google Shape;2568;p138"/>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69" name="Google Shape;2569;p138"/>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0" name="Google Shape;2570;p138"/>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1" name="Google Shape;2571;p138"/>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2" name="Google Shape;2572;p138"/>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3" name="Google Shape;2573;p138"/>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4" name="Google Shape;2574;p138"/>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5" name="Google Shape;2575;p138"/>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6" name="Google Shape;2576;p138"/>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7" name="Google Shape;2577;p138"/>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8" name="Google Shape;2578;p138"/>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79" name="Google Shape;2579;p138"/>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0" name="Google Shape;2580;p138"/>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1" name="Google Shape;2581;p138"/>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2" name="Google Shape;2582;p138"/>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3" name="Google Shape;2583;p138"/>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4" name="Google Shape;2584;p138"/>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5" name="Google Shape;2585;p138"/>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6" name="Google Shape;2586;p138"/>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7" name="Google Shape;2587;p138"/>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8" name="Google Shape;2588;p138"/>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89" name="Google Shape;2589;p138"/>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0" name="Google Shape;2590;p138"/>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1" name="Google Shape;2591;p138"/>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2" name="Google Shape;2592;p138"/>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3" name="Google Shape;2593;p138"/>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4" name="Google Shape;2594;p138"/>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5" name="Google Shape;2595;p138"/>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6" name="Google Shape;2596;p138"/>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7" name="Google Shape;2597;p138"/>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8" name="Google Shape;2598;p138"/>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599" name="Google Shape;2599;p138"/>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0" name="Google Shape;2600;p138"/>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1" name="Google Shape;2601;p138"/>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2" name="Google Shape;2602;p138"/>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3" name="Google Shape;2603;p138"/>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4" name="Google Shape;2604;p138"/>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5" name="Google Shape;2605;p138"/>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6" name="Google Shape;2606;p138"/>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7" name="Google Shape;2607;p138"/>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8" name="Google Shape;2608;p138"/>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09" name="Google Shape;2609;p138"/>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0" name="Google Shape;2610;p138"/>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1" name="Google Shape;2611;p138"/>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2" name="Google Shape;2612;p138"/>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3" name="Google Shape;2613;p138"/>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4" name="Google Shape;2614;p138"/>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5" name="Google Shape;2615;p138"/>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6" name="Google Shape;2616;p138"/>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7" name="Google Shape;2617;p138"/>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8" name="Google Shape;2618;p138"/>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19" name="Google Shape;2619;p138"/>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0" name="Google Shape;2620;p138"/>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1" name="Google Shape;2621;p138"/>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2" name="Google Shape;2622;p138"/>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3" name="Google Shape;2623;p138"/>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4" name="Google Shape;2624;p138"/>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5" name="Google Shape;2625;p138"/>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6" name="Google Shape;2626;p138"/>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7" name="Google Shape;2627;p138"/>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8" name="Google Shape;2628;p138"/>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29" name="Google Shape;2629;p138"/>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0" name="Google Shape;2630;p138"/>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1" name="Google Shape;2631;p138"/>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2" name="Google Shape;2632;p138"/>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3" name="Google Shape;2633;p138"/>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4" name="Google Shape;2634;p138"/>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5" name="Google Shape;2635;p138"/>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6" name="Google Shape;2636;p138"/>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7" name="Google Shape;2637;p138"/>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8" name="Google Shape;2638;p138"/>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39" name="Google Shape;2639;p138"/>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0" name="Google Shape;2640;p138"/>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1" name="Google Shape;2641;p138"/>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2" name="Google Shape;2642;p138"/>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3" name="Google Shape;2643;p138"/>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4" name="Google Shape;2644;p138"/>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5" name="Google Shape;2645;p138"/>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6" name="Google Shape;2646;p138"/>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7" name="Google Shape;2647;p138"/>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8" name="Google Shape;2648;p138"/>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49" name="Google Shape;2649;p138"/>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0" name="Google Shape;2650;p138"/>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1" name="Google Shape;2651;p138"/>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2" name="Google Shape;2652;p138"/>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3" name="Google Shape;2653;p138"/>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4" name="Google Shape;2654;p138"/>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5" name="Google Shape;2655;p138"/>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6" name="Google Shape;2656;p138"/>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7" name="Google Shape;2657;p138"/>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8" name="Google Shape;2658;p138"/>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59" name="Google Shape;2659;p138"/>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0" name="Google Shape;2660;p138"/>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1" name="Google Shape;2661;p138"/>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2" name="Google Shape;2662;p138"/>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3" name="Google Shape;2663;p138"/>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4" name="Google Shape;2664;p138"/>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5" name="Google Shape;2665;p138"/>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6" name="Google Shape;2666;p138"/>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7" name="Google Shape;2667;p138"/>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8" name="Google Shape;2668;p138"/>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69" name="Google Shape;2669;p138"/>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0" name="Google Shape;2670;p138"/>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1" name="Google Shape;2671;p138"/>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2" name="Google Shape;2672;p138"/>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3" name="Google Shape;2673;p138"/>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4" name="Google Shape;2674;p138"/>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5" name="Google Shape;2675;p138"/>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6" name="Google Shape;2676;p138"/>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7" name="Google Shape;2677;p138"/>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8" name="Google Shape;2678;p138"/>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79" name="Google Shape;2679;p138"/>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0" name="Google Shape;2680;p138"/>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1" name="Google Shape;2681;p138"/>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2" name="Google Shape;2682;p138"/>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3" name="Google Shape;2683;p138"/>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4" name="Google Shape;2684;p138"/>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5" name="Google Shape;2685;p138"/>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6" name="Google Shape;2686;p138"/>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7" name="Google Shape;2687;p138"/>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8" name="Google Shape;2688;p138"/>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89" name="Google Shape;2689;p138"/>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0" name="Google Shape;2690;p138"/>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1" name="Google Shape;2691;p138"/>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2" name="Google Shape;2692;p138"/>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3" name="Google Shape;2693;p138"/>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4" name="Google Shape;2694;p138"/>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5" name="Google Shape;2695;p138"/>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6" name="Google Shape;2696;p138"/>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7" name="Google Shape;2697;p138"/>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8" name="Google Shape;2698;p138"/>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699" name="Google Shape;2699;p138"/>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0" name="Google Shape;2700;p138"/>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1" name="Google Shape;2701;p138"/>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2" name="Google Shape;2702;p138"/>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3" name="Google Shape;2703;p138"/>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4" name="Google Shape;2704;p138"/>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5" name="Google Shape;2705;p138"/>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6" name="Google Shape;2706;p138"/>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7" name="Google Shape;2707;p138"/>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8" name="Google Shape;2708;p138"/>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09" name="Google Shape;2709;p138"/>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0" name="Google Shape;2710;p138"/>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1" name="Google Shape;2711;p138"/>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2" name="Google Shape;2712;p138"/>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3" name="Google Shape;2713;p138"/>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4" name="Google Shape;2714;p138"/>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5" name="Google Shape;2715;p138"/>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6" name="Google Shape;2716;p138"/>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7" name="Google Shape;2717;p138"/>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8" name="Google Shape;2718;p138"/>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19" name="Google Shape;2719;p138"/>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0" name="Google Shape;2720;p138"/>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1" name="Google Shape;2721;p138"/>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2" name="Google Shape;2722;p138"/>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3" name="Google Shape;2723;p138"/>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4" name="Google Shape;2724;p138"/>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5" name="Google Shape;2725;p138"/>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6" name="Google Shape;2726;p138"/>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7" name="Google Shape;2727;p138"/>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8" name="Google Shape;2728;p138"/>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29" name="Google Shape;2729;p138"/>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0" name="Google Shape;2730;p138"/>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1" name="Google Shape;2731;p138"/>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2" name="Google Shape;2732;p138"/>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3" name="Google Shape;2733;p138"/>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4" name="Google Shape;2734;p138"/>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5" name="Google Shape;2735;p138"/>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6" name="Google Shape;2736;p138"/>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7" name="Google Shape;2737;p138"/>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8" name="Google Shape;2738;p138"/>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39" name="Google Shape;2739;p138"/>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0" name="Google Shape;2740;p138"/>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1" name="Google Shape;2741;p138"/>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2" name="Google Shape;2742;p138"/>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3" name="Google Shape;2743;p138"/>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4" name="Google Shape;2744;p138"/>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5" name="Google Shape;2745;p138"/>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6" name="Google Shape;2746;p138"/>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7" name="Google Shape;2747;p138"/>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8" name="Google Shape;2748;p138"/>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49" name="Google Shape;2749;p138"/>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0" name="Google Shape;2750;p138"/>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1" name="Google Shape;2751;p138"/>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2" name="Google Shape;2752;p138"/>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3" name="Google Shape;2753;p138"/>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4" name="Google Shape;2754;p138"/>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5" name="Google Shape;2755;p138"/>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6" name="Google Shape;2756;p138"/>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7" name="Google Shape;2757;p138"/>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8" name="Google Shape;2758;p138"/>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59" name="Google Shape;2759;p138"/>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0" name="Google Shape;2760;p138"/>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1" name="Google Shape;2761;p138"/>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2" name="Google Shape;2762;p138"/>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3" name="Google Shape;2763;p138"/>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4" name="Google Shape;2764;p138"/>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5" name="Google Shape;2765;p138"/>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6" name="Google Shape;2766;p138"/>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7" name="Google Shape;2767;p138"/>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8" name="Google Shape;2768;p138"/>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69" name="Google Shape;2769;p138"/>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0" name="Google Shape;2770;p138"/>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1" name="Google Shape;2771;p138"/>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2" name="Google Shape;2772;p138"/>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3" name="Google Shape;2773;p138"/>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4" name="Google Shape;2774;p138"/>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5" name="Google Shape;2775;p138"/>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6" name="Google Shape;2776;p138"/>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7" name="Google Shape;2777;p138"/>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8" name="Google Shape;2778;p138"/>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79" name="Google Shape;2779;p138"/>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0" name="Google Shape;2780;p138"/>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1" name="Google Shape;2781;p138"/>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2" name="Google Shape;2782;p138"/>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3" name="Google Shape;2783;p138"/>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4" name="Google Shape;2784;p138"/>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5" name="Google Shape;2785;p138"/>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6" name="Google Shape;2786;p138"/>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7" name="Google Shape;2787;p138"/>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8" name="Google Shape;2788;p138"/>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89" name="Google Shape;2789;p138"/>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0" name="Google Shape;2790;p138"/>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1" name="Google Shape;2791;p138"/>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2" name="Google Shape;2792;p138"/>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3" name="Google Shape;2793;p138"/>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4" name="Google Shape;2794;p138"/>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5" name="Google Shape;2795;p138"/>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6" name="Google Shape;2796;p138"/>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7" name="Google Shape;2797;p138"/>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8" name="Google Shape;2798;p138"/>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799" name="Google Shape;2799;p138"/>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0" name="Google Shape;2800;p138"/>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1" name="Google Shape;2801;p138"/>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2" name="Google Shape;2802;p138"/>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3" name="Google Shape;2803;p138"/>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4" name="Google Shape;2804;p138"/>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5" name="Google Shape;2805;p138"/>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6" name="Google Shape;2806;p138"/>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7" name="Google Shape;2807;p138"/>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8" name="Google Shape;2808;p138"/>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09" name="Google Shape;2809;p138"/>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0" name="Google Shape;2810;p138"/>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1" name="Google Shape;2811;p138"/>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2" name="Google Shape;2812;p138"/>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3" name="Google Shape;2813;p138"/>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4" name="Google Shape;2814;p138"/>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5" name="Google Shape;2815;p138"/>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6" name="Google Shape;2816;p138"/>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7" name="Google Shape;2817;p138"/>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8" name="Google Shape;2818;p138"/>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19" name="Google Shape;2819;p138"/>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0" name="Google Shape;2820;p138"/>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1" name="Google Shape;2821;p138"/>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2" name="Google Shape;2822;p138"/>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3" name="Google Shape;2823;p138"/>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4" name="Google Shape;2824;p138"/>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5" name="Google Shape;2825;p138"/>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6" name="Google Shape;2826;p138"/>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7" name="Google Shape;2827;p138"/>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8" name="Google Shape;2828;p138"/>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29" name="Google Shape;2829;p138"/>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0" name="Google Shape;2830;p138"/>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1" name="Google Shape;2831;p138"/>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2" name="Google Shape;2832;p138"/>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3" name="Google Shape;2833;p138"/>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4" name="Google Shape;2834;p138"/>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5" name="Google Shape;2835;p138"/>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6" name="Google Shape;2836;p138"/>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7" name="Google Shape;2837;p138"/>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8" name="Google Shape;2838;p138"/>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39" name="Google Shape;2839;p138"/>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0" name="Google Shape;2840;p138"/>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1" name="Google Shape;2841;p138"/>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2" name="Google Shape;2842;p138"/>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3" name="Google Shape;2843;p138"/>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4" name="Google Shape;2844;p138"/>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5" name="Google Shape;2845;p138"/>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6" name="Google Shape;2846;p138"/>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7" name="Google Shape;2847;p138"/>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8" name="Google Shape;2848;p138"/>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49" name="Google Shape;2849;p138"/>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0" name="Google Shape;2850;p138"/>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1" name="Google Shape;2851;p138"/>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2" name="Google Shape;2852;p138"/>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3" name="Google Shape;2853;p138"/>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4" name="Google Shape;2854;p138"/>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5" name="Google Shape;2855;p138"/>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6" name="Google Shape;2856;p138"/>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7" name="Google Shape;2857;p138"/>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8" name="Google Shape;2858;p138"/>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59" name="Google Shape;2859;p138"/>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0" name="Google Shape;2860;p138"/>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1" name="Google Shape;2861;p138"/>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2" name="Google Shape;2862;p138"/>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3" name="Google Shape;2863;p138"/>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4" name="Google Shape;2864;p138"/>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5" name="Google Shape;2865;p138"/>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6" name="Google Shape;2866;p138"/>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7" name="Google Shape;2867;p138"/>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8" name="Google Shape;2868;p138"/>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69" name="Google Shape;2869;p138"/>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0" name="Google Shape;2870;p138"/>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1" name="Google Shape;2871;p138"/>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2" name="Google Shape;2872;p138"/>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3" name="Google Shape;2873;p138"/>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4" name="Google Shape;2874;p138"/>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5" name="Google Shape;2875;p138"/>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6" name="Google Shape;2876;p138"/>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7" name="Google Shape;2877;p138"/>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8" name="Google Shape;2878;p138"/>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79" name="Google Shape;2879;p138"/>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0" name="Google Shape;2880;p138"/>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1" name="Google Shape;2881;p138"/>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2" name="Google Shape;2882;p138"/>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3" name="Google Shape;2883;p138"/>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4" name="Google Shape;2884;p138"/>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5" name="Google Shape;2885;p138"/>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6" name="Google Shape;2886;p138"/>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7" name="Google Shape;2887;p138"/>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8" name="Google Shape;2888;p138"/>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89" name="Google Shape;2889;p138"/>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0" name="Google Shape;2890;p138"/>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1" name="Google Shape;2891;p138"/>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2" name="Google Shape;2892;p138"/>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3" name="Google Shape;2893;p138"/>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4" name="Google Shape;2894;p138"/>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5" name="Google Shape;2895;p138"/>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6" name="Google Shape;2896;p138"/>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7" name="Google Shape;2897;p138"/>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8" name="Google Shape;2898;p138"/>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899" name="Google Shape;2899;p138"/>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0" name="Google Shape;2900;p138"/>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1" name="Google Shape;2901;p138"/>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2" name="Google Shape;2902;p138"/>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3" name="Google Shape;2903;p138"/>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4" name="Google Shape;2904;p138"/>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5" name="Google Shape;2905;p138"/>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6" name="Google Shape;2906;p138"/>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7" name="Google Shape;2907;p138"/>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8" name="Google Shape;2908;p138"/>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09" name="Google Shape;2909;p138"/>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0" name="Google Shape;2910;p138"/>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1" name="Google Shape;2911;p138"/>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2" name="Google Shape;2912;p138"/>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3" name="Google Shape;2913;p138"/>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4" name="Google Shape;2914;p138"/>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5" name="Google Shape;2915;p138"/>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6" name="Google Shape;2916;p138"/>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7" name="Google Shape;2917;p138"/>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8" name="Google Shape;2918;p138"/>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19" name="Google Shape;2919;p138"/>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0" name="Google Shape;2920;p138"/>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1" name="Google Shape;2921;p138"/>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2" name="Google Shape;2922;p138"/>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3" name="Google Shape;2923;p138"/>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4" name="Google Shape;2924;p138"/>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5" name="Google Shape;2925;p138"/>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6" name="Google Shape;2926;p138"/>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7" name="Google Shape;2927;p138"/>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8" name="Google Shape;2928;p138"/>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29" name="Google Shape;2929;p138"/>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0" name="Google Shape;2930;p138"/>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1" name="Google Shape;2931;p138"/>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2" name="Google Shape;2932;p138"/>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3" name="Google Shape;2933;p138"/>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4" name="Google Shape;2934;p138"/>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5" name="Google Shape;2935;p138"/>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6" name="Google Shape;2936;p138"/>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7" name="Google Shape;2937;p138"/>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8" name="Google Shape;2938;p138"/>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39" name="Google Shape;2939;p138"/>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0" name="Google Shape;2940;p138"/>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1" name="Google Shape;2941;p138"/>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2" name="Google Shape;2942;p138"/>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3" name="Google Shape;2943;p138"/>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4" name="Google Shape;2944;p138"/>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5" name="Google Shape;2945;p138"/>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6" name="Google Shape;2946;p138"/>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7" name="Google Shape;2947;p138"/>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8" name="Google Shape;2948;p138"/>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49" name="Google Shape;2949;p138"/>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0" name="Google Shape;2950;p138"/>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1" name="Google Shape;2951;p138"/>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2" name="Google Shape;2952;p138"/>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3" name="Google Shape;2953;p138"/>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4" name="Google Shape;2954;p138"/>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5" name="Google Shape;2955;p138"/>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6" name="Google Shape;2956;p138"/>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7" name="Google Shape;2957;p138"/>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8" name="Google Shape;2958;p138"/>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59" name="Google Shape;2959;p138"/>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0" name="Google Shape;2960;p138"/>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1" name="Google Shape;2961;p138"/>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2" name="Google Shape;2962;p138"/>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3" name="Google Shape;2963;p138"/>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4" name="Google Shape;2964;p138"/>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5" name="Google Shape;2965;p138"/>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6" name="Google Shape;2966;p138"/>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7" name="Google Shape;2967;p138"/>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8" name="Google Shape;2968;p138"/>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69" name="Google Shape;2969;p138"/>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0" name="Google Shape;2970;p138"/>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1" name="Google Shape;2971;p138"/>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2" name="Google Shape;2972;p138"/>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3" name="Google Shape;2973;p138"/>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4" name="Google Shape;2974;p138"/>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5" name="Google Shape;2975;p138"/>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6" name="Google Shape;2976;p138"/>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7" name="Google Shape;2977;p138"/>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8" name="Google Shape;2978;p138"/>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79" name="Google Shape;2979;p138"/>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0" name="Google Shape;2980;p138"/>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1" name="Google Shape;2981;p138"/>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2" name="Google Shape;2982;p138"/>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3" name="Google Shape;2983;p138"/>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4" name="Google Shape;2984;p138"/>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5" name="Google Shape;2985;p138"/>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6" name="Google Shape;2986;p138"/>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7" name="Google Shape;2987;p138"/>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8" name="Google Shape;2988;p138"/>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89" name="Google Shape;2989;p138"/>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0" name="Google Shape;2990;p138"/>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1" name="Google Shape;2991;p138"/>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2" name="Google Shape;2992;p138"/>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3" name="Google Shape;2993;p138"/>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4" name="Google Shape;2994;p138"/>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5" name="Google Shape;2995;p138"/>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6" name="Google Shape;2996;p138"/>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7" name="Google Shape;2997;p138"/>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8" name="Google Shape;2998;p138"/>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2999" name="Google Shape;2999;p138"/>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0" name="Google Shape;3000;p138"/>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1" name="Google Shape;3001;p138"/>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2" name="Google Shape;3002;p138"/>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3" name="Google Shape;3003;p138"/>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4" name="Google Shape;3004;p138"/>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5" name="Google Shape;3005;p138"/>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6" name="Google Shape;3006;p138"/>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7" name="Google Shape;3007;p138"/>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8" name="Google Shape;3008;p138"/>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09" name="Google Shape;3009;p138"/>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0" name="Google Shape;3010;p138"/>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1" name="Google Shape;3011;p138"/>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2" name="Google Shape;3012;p138"/>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3" name="Google Shape;3013;p138"/>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4" name="Google Shape;3014;p138"/>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5" name="Google Shape;3015;p138"/>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6" name="Google Shape;3016;p138"/>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7" name="Google Shape;3017;p138"/>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8" name="Google Shape;3018;p138"/>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19" name="Google Shape;3019;p138"/>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0" name="Google Shape;3020;p138"/>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1" name="Google Shape;3021;p138"/>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2" name="Google Shape;3022;p138"/>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3" name="Google Shape;3023;p138"/>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4" name="Google Shape;3024;p138"/>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5" name="Google Shape;3025;p138"/>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6" name="Google Shape;3026;p138"/>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7" name="Google Shape;3027;p138"/>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8" name="Google Shape;3028;p138"/>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29" name="Google Shape;3029;p138"/>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0" name="Google Shape;3030;p138"/>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1" name="Google Shape;3031;p138"/>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2" name="Google Shape;3032;p138"/>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3" name="Google Shape;3033;p138"/>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4" name="Google Shape;3034;p138"/>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5" name="Google Shape;3035;p138"/>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6" name="Google Shape;3036;p138"/>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7" name="Google Shape;3037;p138"/>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8" name="Google Shape;3038;p138"/>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39" name="Google Shape;3039;p138"/>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0" name="Google Shape;3040;p138"/>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1" name="Google Shape;3041;p138"/>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2" name="Google Shape;3042;p138"/>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3" name="Google Shape;3043;p138"/>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4" name="Google Shape;3044;p138"/>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5" name="Google Shape;3045;p138"/>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6" name="Google Shape;3046;p138"/>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7" name="Google Shape;3047;p138"/>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8" name="Google Shape;3048;p138"/>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49" name="Google Shape;3049;p138"/>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0" name="Google Shape;3050;p138"/>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1" name="Google Shape;3051;p138"/>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2" name="Google Shape;3052;p138"/>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3" name="Google Shape;3053;p138"/>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4" name="Google Shape;3054;p138"/>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5" name="Google Shape;3055;p138"/>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6" name="Google Shape;3056;p138"/>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7" name="Google Shape;3057;p138"/>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8" name="Google Shape;3058;p138"/>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59" name="Google Shape;3059;p138"/>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0" name="Google Shape;3060;p138"/>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1" name="Google Shape;3061;p138"/>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2" name="Google Shape;3062;p138"/>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3" name="Google Shape;3063;p138"/>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4" name="Google Shape;3064;p138"/>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5" name="Google Shape;3065;p138"/>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6" name="Google Shape;3066;p138"/>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7" name="Google Shape;3067;p138"/>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8" name="Google Shape;3068;p138"/>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69" name="Google Shape;3069;p138"/>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0" name="Google Shape;3070;p138"/>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1" name="Google Shape;3071;p138"/>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2" name="Google Shape;3072;p138"/>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3" name="Google Shape;3073;p138"/>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4" name="Google Shape;3074;p138"/>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5" name="Google Shape;3075;p138"/>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6" name="Google Shape;3076;p138"/>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7" name="Google Shape;3077;p138"/>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8" name="Google Shape;3078;p138"/>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79" name="Google Shape;3079;p138"/>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0" name="Google Shape;3080;p138"/>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1" name="Google Shape;3081;p138"/>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2" name="Google Shape;3082;p138"/>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3" name="Google Shape;3083;p138"/>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4" name="Google Shape;3084;p138"/>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5" name="Google Shape;3085;p138"/>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6" name="Google Shape;3086;p138"/>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7" name="Google Shape;3087;p138"/>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8" name="Google Shape;3088;p138"/>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89" name="Google Shape;3089;p138"/>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0" name="Google Shape;3090;p138"/>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1" name="Google Shape;3091;p138"/>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2" name="Google Shape;3092;p138"/>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3" name="Google Shape;3093;p138"/>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4" name="Google Shape;3094;p138"/>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5" name="Google Shape;3095;p138"/>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6" name="Google Shape;3096;p138"/>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7" name="Google Shape;3097;p138"/>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8" name="Google Shape;3098;p138"/>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099" name="Google Shape;3099;p138"/>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0" name="Google Shape;3100;p138"/>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1" name="Google Shape;3101;p138"/>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2" name="Google Shape;3102;p138"/>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3" name="Google Shape;3103;p138"/>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4" name="Google Shape;3104;p138"/>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5" name="Google Shape;3105;p138"/>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6" name="Google Shape;3106;p138"/>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7" name="Google Shape;3107;p138"/>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8" name="Google Shape;3108;p138"/>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09" name="Google Shape;3109;p138"/>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0" name="Google Shape;3110;p138"/>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1" name="Google Shape;3111;p138"/>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2" name="Google Shape;3112;p138"/>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3" name="Google Shape;3113;p138"/>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4" name="Google Shape;3114;p138"/>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5" name="Google Shape;3115;p138"/>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6" name="Google Shape;3116;p138"/>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7" name="Google Shape;3117;p138"/>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8" name="Google Shape;3118;p138"/>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19" name="Google Shape;3119;p138"/>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0" name="Google Shape;3120;p138"/>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1" name="Google Shape;3121;p138"/>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2" name="Google Shape;3122;p138"/>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3" name="Google Shape;3123;p138"/>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4" name="Google Shape;3124;p138"/>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5" name="Google Shape;3125;p138"/>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6" name="Google Shape;3126;p138"/>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7" name="Google Shape;3127;p138"/>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8" name="Google Shape;3128;p138"/>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29" name="Google Shape;3129;p138"/>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0" name="Google Shape;3130;p138"/>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1" name="Google Shape;3131;p138"/>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2" name="Google Shape;3132;p138"/>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3" name="Google Shape;3133;p138"/>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4" name="Google Shape;3134;p138"/>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5" name="Google Shape;3135;p138"/>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6" name="Google Shape;3136;p138"/>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7" name="Google Shape;3137;p138"/>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8" name="Google Shape;3138;p138"/>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39" name="Google Shape;3139;p138"/>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0" name="Google Shape;3140;p138"/>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1" name="Google Shape;3141;p138"/>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2" name="Google Shape;3142;p138"/>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3" name="Google Shape;3143;p138"/>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4" name="Google Shape;3144;p138"/>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5" name="Google Shape;3145;p138"/>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6" name="Google Shape;3146;p138"/>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7" name="Google Shape;3147;p138"/>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8" name="Google Shape;3148;p138"/>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49" name="Google Shape;3149;p138"/>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0" name="Google Shape;3150;p138"/>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1" name="Google Shape;3151;p138"/>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2" name="Google Shape;3152;p138"/>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3" name="Google Shape;3153;p138"/>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4" name="Google Shape;3154;p138"/>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5" name="Google Shape;3155;p138"/>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6" name="Google Shape;3156;p138"/>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7" name="Google Shape;3157;p138"/>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8" name="Google Shape;3158;p138"/>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59" name="Google Shape;3159;p138"/>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0" name="Google Shape;3160;p138"/>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1" name="Google Shape;3161;p138"/>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2" name="Google Shape;3162;p138"/>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3" name="Google Shape;3163;p138"/>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4" name="Google Shape;3164;p138"/>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5" name="Google Shape;3165;p138"/>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6" name="Google Shape;3166;p138"/>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7" name="Google Shape;3167;p138"/>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8" name="Google Shape;3168;p138"/>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69" name="Google Shape;3169;p138"/>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0" name="Google Shape;3170;p138"/>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1" name="Google Shape;3171;p138"/>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2" name="Google Shape;3172;p138"/>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3" name="Google Shape;3173;p138"/>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4" name="Google Shape;3174;p138"/>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5" name="Google Shape;3175;p138"/>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6" name="Google Shape;3176;p138"/>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7" name="Google Shape;3177;p138"/>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8" name="Google Shape;3178;p138"/>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79" name="Google Shape;3179;p138"/>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0" name="Google Shape;3180;p138"/>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1" name="Google Shape;3181;p138"/>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2" name="Google Shape;3182;p138"/>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3" name="Google Shape;3183;p138"/>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4" name="Google Shape;3184;p138"/>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5" name="Google Shape;3185;p138"/>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6" name="Google Shape;3186;p138"/>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7" name="Google Shape;3187;p138"/>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8" name="Google Shape;3188;p138"/>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89" name="Google Shape;3189;p138"/>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0" name="Google Shape;3190;p138"/>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1" name="Google Shape;3191;p138"/>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2" name="Google Shape;3192;p138"/>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3" name="Google Shape;3193;p138"/>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4" name="Google Shape;3194;p138"/>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5" name="Google Shape;3195;p138"/>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6" name="Google Shape;3196;p138"/>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7" name="Google Shape;3197;p138"/>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8" name="Google Shape;3198;p138"/>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199" name="Google Shape;3199;p138"/>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0" name="Google Shape;3200;p138"/>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1" name="Google Shape;3201;p138"/>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2" name="Google Shape;3202;p138"/>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3" name="Google Shape;3203;p138"/>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4" name="Google Shape;3204;p138"/>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5" name="Google Shape;3205;p138"/>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6" name="Google Shape;3206;p138"/>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7" name="Google Shape;3207;p138"/>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8" name="Google Shape;3208;p138"/>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09" name="Google Shape;3209;p138"/>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0" name="Google Shape;3210;p138"/>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1" name="Google Shape;3211;p138"/>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2" name="Google Shape;3212;p138"/>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3" name="Google Shape;3213;p138"/>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4" name="Google Shape;3214;p138"/>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5" name="Google Shape;3215;p138"/>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6" name="Google Shape;3216;p138"/>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7" name="Google Shape;3217;p138"/>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8" name="Google Shape;3218;p138"/>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19" name="Google Shape;3219;p138"/>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0" name="Google Shape;3220;p138"/>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1" name="Google Shape;3221;p138"/>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2" name="Google Shape;3222;p138"/>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3" name="Google Shape;3223;p138"/>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4" name="Google Shape;3224;p138"/>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5" name="Google Shape;3225;p138"/>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6" name="Google Shape;3226;p138"/>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7" name="Google Shape;3227;p138"/>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8" name="Google Shape;3228;p138"/>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29" name="Google Shape;3229;p138"/>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0" name="Google Shape;3230;p138"/>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1" name="Google Shape;3231;p138"/>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2" name="Google Shape;3232;p138"/>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3" name="Google Shape;3233;p138"/>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4" name="Google Shape;3234;p138"/>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5" name="Google Shape;3235;p138"/>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6" name="Google Shape;3236;p138"/>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7" name="Google Shape;3237;p138"/>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8" name="Google Shape;3238;p138"/>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39" name="Google Shape;3239;p138"/>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0" name="Google Shape;3240;p138"/>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1" name="Google Shape;3241;p138"/>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2" name="Google Shape;3242;p138"/>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3" name="Google Shape;3243;p138"/>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4" name="Google Shape;3244;p138"/>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5" name="Google Shape;3245;p138"/>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6" name="Google Shape;3246;p138"/>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7" name="Google Shape;3247;p138"/>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8" name="Google Shape;3248;p138"/>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49" name="Google Shape;3249;p138"/>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0" name="Google Shape;3250;p138"/>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1" name="Google Shape;3251;p138"/>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2" name="Google Shape;3252;p138"/>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3" name="Google Shape;3253;p138"/>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4" name="Google Shape;3254;p138"/>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5" name="Google Shape;3255;p138"/>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6" name="Google Shape;3256;p138"/>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7" name="Google Shape;3257;p138"/>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8" name="Google Shape;3258;p138"/>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59" name="Google Shape;3259;p138"/>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0" name="Google Shape;3260;p138"/>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1" name="Google Shape;3261;p138"/>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2" name="Google Shape;3262;p138"/>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3" name="Google Shape;3263;p138"/>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4" name="Google Shape;3264;p138"/>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5" name="Google Shape;3265;p138"/>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6" name="Google Shape;3266;p138"/>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7" name="Google Shape;3267;p138"/>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8" name="Google Shape;3268;p138"/>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69" name="Google Shape;3269;p138"/>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0" name="Google Shape;3270;p138"/>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1" name="Google Shape;3271;p138"/>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2" name="Google Shape;3272;p138"/>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3" name="Google Shape;3273;p138"/>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4" name="Google Shape;3274;p138"/>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5" name="Google Shape;3275;p138"/>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6" name="Google Shape;3276;p138"/>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7" name="Google Shape;3277;p138"/>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8" name="Google Shape;3278;p138"/>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79" name="Google Shape;3279;p138"/>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0" name="Google Shape;3280;p138"/>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1" name="Google Shape;3281;p138"/>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2" name="Google Shape;3282;p138"/>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3" name="Google Shape;3283;p138"/>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4" name="Google Shape;3284;p138"/>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5" name="Google Shape;3285;p138"/>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6" name="Google Shape;3286;p138"/>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7" name="Google Shape;3287;p138"/>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8" name="Google Shape;3288;p138"/>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89" name="Google Shape;3289;p138"/>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0" name="Google Shape;3290;p138"/>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1" name="Google Shape;3291;p138"/>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2" name="Google Shape;3292;p138"/>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3" name="Google Shape;3293;p138"/>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4" name="Google Shape;3294;p138"/>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5" name="Google Shape;3295;p138"/>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6" name="Google Shape;3296;p138"/>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7" name="Google Shape;3297;p138"/>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8" name="Google Shape;3298;p138"/>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299" name="Google Shape;3299;p138"/>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0" name="Google Shape;3300;p138"/>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1" name="Google Shape;3301;p138"/>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2" name="Google Shape;3302;p138"/>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3" name="Google Shape;3303;p138"/>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4" name="Google Shape;3304;p138"/>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5" name="Google Shape;3305;p138"/>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6" name="Google Shape;3306;p138"/>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7" name="Google Shape;3307;p138"/>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8" name="Google Shape;3308;p138"/>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09" name="Google Shape;3309;p138"/>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0" name="Google Shape;3310;p138"/>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1" name="Google Shape;3311;p138"/>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2" name="Google Shape;3312;p138"/>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3" name="Google Shape;3313;p138"/>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4" name="Google Shape;3314;p138"/>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5" name="Google Shape;3315;p138"/>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6" name="Google Shape;3316;p138"/>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7" name="Google Shape;3317;p138"/>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8" name="Google Shape;3318;p138"/>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19" name="Google Shape;3319;p138"/>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0" name="Google Shape;3320;p138"/>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1" name="Google Shape;3321;p138"/>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2" name="Google Shape;3322;p138"/>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3" name="Google Shape;3323;p138"/>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4" name="Google Shape;3324;p138"/>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5" name="Google Shape;3325;p138"/>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6" name="Google Shape;3326;p138"/>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7" name="Google Shape;3327;p138"/>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8" name="Google Shape;3328;p138"/>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29" name="Google Shape;3329;p138"/>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0" name="Google Shape;3330;p138"/>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1" name="Google Shape;3331;p138"/>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2" name="Google Shape;3332;p138"/>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3" name="Google Shape;3333;p138"/>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4" name="Google Shape;3334;p138"/>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5" name="Google Shape;3335;p138"/>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6" name="Google Shape;3336;p138"/>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7" name="Google Shape;3337;p138"/>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8" name="Google Shape;3338;p138"/>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39" name="Google Shape;3339;p138"/>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0" name="Google Shape;3340;p138"/>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1" name="Google Shape;3341;p138"/>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2" name="Google Shape;3342;p138"/>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3" name="Google Shape;3343;p138"/>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4" name="Google Shape;3344;p138"/>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5" name="Google Shape;3345;p138"/>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6" name="Google Shape;3346;p138"/>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7" name="Google Shape;3347;p138"/>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8" name="Google Shape;3348;p138"/>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49" name="Google Shape;3349;p138"/>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0" name="Google Shape;3350;p138"/>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1" name="Google Shape;3351;p138"/>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2" name="Google Shape;3352;p138"/>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3" name="Google Shape;3353;p138"/>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4" name="Google Shape;3354;p138"/>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5" name="Google Shape;3355;p138"/>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6" name="Google Shape;3356;p138"/>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7" name="Google Shape;3357;p138"/>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8" name="Google Shape;3358;p138"/>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59" name="Google Shape;3359;p138"/>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0" name="Google Shape;3360;p138"/>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1" name="Google Shape;3361;p138"/>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2" name="Google Shape;3362;p138"/>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3" name="Google Shape;3363;p138"/>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4" name="Google Shape;3364;p138"/>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5" name="Google Shape;3365;p138"/>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6" name="Google Shape;3366;p138"/>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7" name="Google Shape;3367;p138"/>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8" name="Google Shape;3368;p138"/>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69" name="Google Shape;3369;p138"/>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0" name="Google Shape;3370;p138"/>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1" name="Google Shape;3371;p138"/>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2" name="Google Shape;3372;p138"/>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3" name="Google Shape;3373;p138"/>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4" name="Google Shape;3374;p138"/>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5" name="Google Shape;3375;p138"/>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6" name="Google Shape;3376;p138"/>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7" name="Google Shape;3377;p138"/>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8" name="Google Shape;3378;p138"/>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79" name="Google Shape;3379;p138"/>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0" name="Google Shape;3380;p138"/>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1" name="Google Shape;3381;p138"/>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2" name="Google Shape;3382;p138"/>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3" name="Google Shape;3383;p138"/>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4" name="Google Shape;3384;p138"/>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5" name="Google Shape;3385;p138"/>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6" name="Google Shape;3386;p138"/>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7" name="Google Shape;3387;p138"/>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8" name="Google Shape;3388;p138"/>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89" name="Google Shape;3389;p138"/>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0" name="Google Shape;3390;p138"/>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1" name="Google Shape;3391;p138"/>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2" name="Google Shape;3392;p138"/>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3" name="Google Shape;3393;p138"/>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4" name="Google Shape;3394;p138"/>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5" name="Google Shape;3395;p138"/>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6" name="Google Shape;3396;p138"/>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7" name="Google Shape;3397;p138"/>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8" name="Google Shape;3398;p138"/>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399" name="Google Shape;3399;p138"/>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0" name="Google Shape;3400;p138"/>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1" name="Google Shape;3401;p138"/>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2" name="Google Shape;3402;p138"/>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3" name="Google Shape;3403;p138"/>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4" name="Google Shape;3404;p138"/>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5" name="Google Shape;3405;p138"/>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6" name="Google Shape;3406;p138"/>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7" name="Google Shape;3407;p138"/>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8" name="Google Shape;3408;p138"/>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09" name="Google Shape;3409;p138"/>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0" name="Google Shape;3410;p138"/>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1" name="Google Shape;3411;p138"/>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2" name="Google Shape;3412;p138"/>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3" name="Google Shape;3413;p138"/>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4" name="Google Shape;3414;p138"/>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5" name="Google Shape;3415;p138"/>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6" name="Google Shape;3416;p138"/>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7" name="Google Shape;3417;p138"/>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8" name="Google Shape;3418;p138"/>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19" name="Google Shape;3419;p138"/>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0" name="Google Shape;3420;p138"/>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1" name="Google Shape;3421;p138"/>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2" name="Google Shape;3422;p138"/>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3" name="Google Shape;3423;p138"/>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4" name="Google Shape;3424;p138"/>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5" name="Google Shape;3425;p138"/>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6" name="Google Shape;3426;p138"/>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7" name="Google Shape;3427;p138"/>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8" name="Google Shape;3428;p138"/>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29" name="Google Shape;3429;p138"/>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0" name="Google Shape;3430;p138"/>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1" name="Google Shape;3431;p138"/>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2" name="Google Shape;3432;p138"/>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3" name="Google Shape;3433;p138"/>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4" name="Google Shape;3434;p138"/>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5" name="Google Shape;3435;p138"/>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6" name="Google Shape;3436;p138"/>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7" name="Google Shape;3437;p138"/>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8" name="Google Shape;3438;p138"/>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39" name="Google Shape;3439;p138"/>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0" name="Google Shape;3440;p138"/>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1" name="Google Shape;3441;p138"/>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2" name="Google Shape;3442;p138"/>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3" name="Google Shape;3443;p138"/>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4" name="Google Shape;3444;p138"/>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5" name="Google Shape;3445;p138"/>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6" name="Google Shape;3446;p138"/>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7" name="Google Shape;3447;p138"/>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8" name="Google Shape;3448;p138"/>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49" name="Google Shape;3449;p138"/>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0" name="Google Shape;3450;p138"/>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1" name="Google Shape;3451;p138"/>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2" name="Google Shape;3452;p138"/>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3" name="Google Shape;3453;p138"/>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4" name="Google Shape;3454;p138"/>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5" name="Google Shape;3455;p138"/>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6" name="Google Shape;3456;p138"/>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7" name="Google Shape;3457;p138"/>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8" name="Google Shape;3458;p138"/>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59" name="Google Shape;3459;p138"/>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0" name="Google Shape;3460;p138"/>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1" name="Google Shape;3461;p138"/>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2" name="Google Shape;3462;p138"/>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3" name="Google Shape;3463;p138"/>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4" name="Google Shape;3464;p138"/>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5" name="Google Shape;3465;p138"/>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6" name="Google Shape;3466;p138"/>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7" name="Google Shape;3467;p138"/>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8" name="Google Shape;3468;p138"/>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69" name="Google Shape;3469;p138"/>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0" name="Google Shape;3470;p138"/>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1" name="Google Shape;3471;p138"/>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2" name="Google Shape;3472;p138"/>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3" name="Google Shape;3473;p138"/>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4" name="Google Shape;3474;p138"/>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5" name="Google Shape;3475;p138"/>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6" name="Google Shape;3476;p138"/>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7" name="Google Shape;3477;p138"/>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8" name="Google Shape;3478;p138"/>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79" name="Google Shape;3479;p138"/>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0" name="Google Shape;3480;p138"/>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1" name="Google Shape;3481;p138"/>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2" name="Google Shape;3482;p138"/>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3" name="Google Shape;3483;p138"/>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4" name="Google Shape;3484;p138"/>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5" name="Google Shape;3485;p138"/>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6" name="Google Shape;3486;p138"/>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7" name="Google Shape;3487;p138"/>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8" name="Google Shape;3488;p138"/>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89" name="Google Shape;3489;p138"/>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0" name="Google Shape;3490;p138"/>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1" name="Google Shape;3491;p138"/>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2" name="Google Shape;3492;p138"/>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3" name="Google Shape;3493;p138"/>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4" name="Google Shape;3494;p138"/>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5" name="Google Shape;3495;p138"/>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6" name="Google Shape;3496;p138"/>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7" name="Google Shape;3497;p138"/>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8" name="Google Shape;3498;p138"/>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499" name="Google Shape;3499;p138"/>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0" name="Google Shape;3500;p138"/>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1" name="Google Shape;3501;p138"/>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2" name="Google Shape;3502;p138"/>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3" name="Google Shape;3503;p138"/>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4" name="Google Shape;3504;p138"/>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5" name="Google Shape;3505;p138"/>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6" name="Google Shape;3506;p138"/>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7" name="Google Shape;3507;p138"/>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8" name="Google Shape;3508;p138"/>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09" name="Google Shape;3509;p138"/>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0" name="Google Shape;3510;p138"/>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1" name="Google Shape;3511;p138"/>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2" name="Google Shape;3512;p138"/>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3" name="Google Shape;3513;p138"/>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4" name="Google Shape;3514;p138"/>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5" name="Google Shape;3515;p138"/>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6" name="Google Shape;3516;p138"/>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7" name="Google Shape;3517;p138"/>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8" name="Google Shape;3518;p138"/>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19" name="Google Shape;3519;p138"/>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0" name="Google Shape;3520;p138"/>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1" name="Google Shape;3521;p138"/>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2" name="Google Shape;3522;p138"/>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3" name="Google Shape;3523;p138"/>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4" name="Google Shape;3524;p138"/>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5" name="Google Shape;3525;p138"/>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6" name="Google Shape;3526;p138"/>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7" name="Google Shape;3527;p138"/>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8" name="Google Shape;3528;p138"/>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29" name="Google Shape;3529;p138"/>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0" name="Google Shape;3530;p138"/>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1" name="Google Shape;3531;p138"/>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2" name="Google Shape;3532;p138"/>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3" name="Google Shape;3533;p138"/>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4" name="Google Shape;3534;p138"/>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5" name="Google Shape;3535;p138"/>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6" name="Google Shape;3536;p138"/>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7" name="Google Shape;3537;p138"/>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8" name="Google Shape;3538;p138"/>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39" name="Google Shape;3539;p138"/>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0" name="Google Shape;3540;p138"/>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1" name="Google Shape;3541;p138"/>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2" name="Google Shape;3542;p138"/>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3" name="Google Shape;3543;p138"/>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4" name="Google Shape;3544;p138"/>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5" name="Google Shape;3545;p138"/>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6" name="Google Shape;3546;p138"/>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7" name="Google Shape;3547;p138"/>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8" name="Google Shape;3548;p138"/>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49" name="Google Shape;3549;p138"/>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0" name="Google Shape;3550;p138"/>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1" name="Google Shape;3551;p138"/>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2" name="Google Shape;3552;p138"/>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3" name="Google Shape;3553;p138"/>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4" name="Google Shape;3554;p138"/>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5" name="Google Shape;3555;p138"/>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6" name="Google Shape;3556;p138"/>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7" name="Google Shape;3557;p138"/>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8" name="Google Shape;3558;p138"/>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59" name="Google Shape;3559;p138"/>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0" name="Google Shape;3560;p138"/>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1" name="Google Shape;3561;p138"/>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2" name="Google Shape;3562;p138"/>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3" name="Google Shape;3563;p138"/>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4" name="Google Shape;3564;p138"/>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5" name="Google Shape;3565;p138"/>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6" name="Google Shape;3566;p138"/>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7" name="Google Shape;3567;p138"/>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8" name="Google Shape;3568;p138"/>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69" name="Google Shape;3569;p138"/>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0" name="Google Shape;3570;p138"/>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1" name="Google Shape;3571;p138"/>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2" name="Google Shape;3572;p138"/>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3" name="Google Shape;3573;p138"/>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4" name="Google Shape;3574;p138"/>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5" name="Google Shape;3575;p138"/>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6" name="Google Shape;3576;p138"/>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7" name="Google Shape;3577;p138"/>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8" name="Google Shape;3578;p138"/>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79" name="Google Shape;3579;p138"/>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0" name="Google Shape;3580;p138"/>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1" name="Google Shape;3581;p138"/>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2" name="Google Shape;3582;p138"/>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3" name="Google Shape;3583;p138"/>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4" name="Google Shape;3584;p138"/>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5" name="Google Shape;3585;p138"/>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6" name="Google Shape;3586;p138"/>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7" name="Google Shape;3587;p138"/>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8" name="Google Shape;3588;p138"/>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89" name="Google Shape;3589;p138"/>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0" name="Google Shape;3590;p138"/>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1" name="Google Shape;3591;p138"/>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2" name="Google Shape;3592;p138"/>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3" name="Google Shape;3593;p138"/>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4" name="Google Shape;3594;p138"/>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5" name="Google Shape;3595;p138"/>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6" name="Google Shape;3596;p138"/>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7" name="Google Shape;3597;p138"/>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8" name="Google Shape;3598;p138"/>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599" name="Google Shape;3599;p138"/>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0" name="Google Shape;3600;p138"/>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1" name="Google Shape;3601;p138"/>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2" name="Google Shape;3602;p138"/>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3" name="Google Shape;3603;p138"/>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4" name="Google Shape;3604;p138"/>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5" name="Google Shape;3605;p138"/>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6" name="Google Shape;3606;p138"/>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7" name="Google Shape;3607;p138"/>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8" name="Google Shape;3608;p138"/>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09" name="Google Shape;3609;p138"/>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0" name="Google Shape;3610;p138"/>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1" name="Google Shape;3611;p138"/>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2" name="Google Shape;3612;p138"/>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3" name="Google Shape;3613;p138"/>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4" name="Google Shape;3614;p138"/>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5" name="Google Shape;3615;p138"/>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6" name="Google Shape;3616;p138"/>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7" name="Google Shape;3617;p138"/>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8" name="Google Shape;3618;p138"/>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19" name="Google Shape;3619;p138"/>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0" name="Google Shape;3620;p138"/>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1" name="Google Shape;3621;p138"/>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2" name="Google Shape;3622;p138"/>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3" name="Google Shape;3623;p138"/>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4" name="Google Shape;3624;p138"/>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5" name="Google Shape;3625;p138"/>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6" name="Google Shape;3626;p138"/>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7" name="Google Shape;3627;p138"/>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8" name="Google Shape;3628;p138"/>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29" name="Google Shape;3629;p138"/>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0" name="Google Shape;3630;p138"/>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1" name="Google Shape;3631;p138"/>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2" name="Google Shape;3632;p138"/>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3" name="Google Shape;3633;p138"/>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4" name="Google Shape;3634;p138"/>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5" name="Google Shape;3635;p138"/>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6" name="Google Shape;3636;p138"/>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7" name="Google Shape;3637;p138"/>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8" name="Google Shape;3638;p138"/>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39" name="Google Shape;3639;p138"/>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0" name="Google Shape;3640;p138"/>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1" name="Google Shape;3641;p138"/>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2" name="Google Shape;3642;p138"/>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3" name="Google Shape;3643;p138"/>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4" name="Google Shape;3644;p138"/>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5" name="Google Shape;3645;p138"/>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6" name="Google Shape;3646;p138"/>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7" name="Google Shape;3647;p138"/>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8" name="Google Shape;3648;p138"/>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49" name="Google Shape;3649;p138"/>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0" name="Google Shape;3650;p138"/>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1" name="Google Shape;3651;p138"/>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2" name="Google Shape;3652;p138"/>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3" name="Google Shape;3653;p138"/>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4" name="Google Shape;3654;p138"/>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5" name="Google Shape;3655;p138"/>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6" name="Google Shape;3656;p138"/>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7" name="Google Shape;3657;p138"/>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8" name="Google Shape;3658;p138"/>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59" name="Google Shape;3659;p138"/>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0" name="Google Shape;3660;p138"/>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1" name="Google Shape;3661;p138"/>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2" name="Google Shape;3662;p138"/>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3" name="Google Shape;3663;p138"/>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4" name="Google Shape;3664;p138"/>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5" name="Google Shape;3665;p138"/>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6" name="Google Shape;3666;p138"/>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7" name="Google Shape;3667;p138"/>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8" name="Google Shape;3668;p138"/>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69" name="Google Shape;3669;p138"/>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0" name="Google Shape;3670;p138"/>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1" name="Google Shape;3671;p138"/>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2" name="Google Shape;3672;p138"/>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3" name="Google Shape;3673;p138"/>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4" name="Google Shape;3674;p138"/>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5" name="Google Shape;3675;p138"/>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6" name="Google Shape;3676;p138"/>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7" name="Google Shape;3677;p138"/>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8" name="Google Shape;3678;p138"/>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79" name="Google Shape;3679;p138"/>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0" name="Google Shape;3680;p138"/>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1" name="Google Shape;3681;p138"/>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2" name="Google Shape;3682;p138"/>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3" name="Google Shape;3683;p138"/>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4" name="Google Shape;3684;p138"/>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5" name="Google Shape;3685;p138"/>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6" name="Google Shape;3686;p138"/>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7" name="Google Shape;3687;p138"/>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8" name="Google Shape;3688;p138"/>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89" name="Google Shape;3689;p138"/>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0" name="Google Shape;3690;p138"/>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1" name="Google Shape;3691;p138"/>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2" name="Google Shape;3692;p138"/>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3" name="Google Shape;3693;p138"/>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4" name="Google Shape;3694;p138"/>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5" name="Google Shape;3695;p138"/>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6" name="Google Shape;3696;p138"/>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7" name="Google Shape;3697;p138"/>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8" name="Google Shape;3698;p138"/>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699" name="Google Shape;3699;p138"/>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0" name="Google Shape;3700;p138"/>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1" name="Google Shape;3701;p138"/>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2" name="Google Shape;3702;p138"/>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3" name="Google Shape;3703;p138"/>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4" name="Google Shape;3704;p138"/>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5" name="Google Shape;3705;p138"/>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6" name="Google Shape;3706;p138"/>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7" name="Google Shape;3707;p138"/>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8" name="Google Shape;3708;p138"/>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09" name="Google Shape;3709;p138"/>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0" name="Google Shape;3710;p138"/>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1" name="Google Shape;3711;p138"/>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2" name="Google Shape;3712;p138"/>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3" name="Google Shape;3713;p138"/>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4" name="Google Shape;3714;p138"/>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5" name="Google Shape;3715;p138"/>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6" name="Google Shape;3716;p138"/>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7" name="Google Shape;3717;p138"/>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8" name="Google Shape;3718;p138"/>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19" name="Google Shape;3719;p138"/>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0" name="Google Shape;3720;p138"/>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1" name="Google Shape;3721;p138"/>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2" name="Google Shape;3722;p138"/>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3" name="Google Shape;3723;p138"/>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4" name="Google Shape;3724;p138"/>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5" name="Google Shape;3725;p138"/>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6" name="Google Shape;3726;p138"/>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7" name="Google Shape;3727;p138"/>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8" name="Google Shape;3728;p138"/>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29" name="Google Shape;3729;p138"/>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0" name="Google Shape;3730;p138"/>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1" name="Google Shape;3731;p138"/>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2" name="Google Shape;3732;p138"/>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3" name="Google Shape;3733;p138"/>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4" name="Google Shape;3734;p138"/>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5" name="Google Shape;3735;p138"/>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6" name="Google Shape;3736;p138"/>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7" name="Google Shape;3737;p138"/>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8" name="Google Shape;3738;p138"/>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39" name="Google Shape;3739;p138"/>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0" name="Google Shape;3740;p138"/>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1" name="Google Shape;3741;p138"/>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2" name="Google Shape;3742;p138"/>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3" name="Google Shape;3743;p138"/>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4" name="Google Shape;3744;p138"/>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5" name="Google Shape;3745;p138"/>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6" name="Google Shape;3746;p138"/>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7" name="Google Shape;3747;p138"/>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8" name="Google Shape;3748;p138"/>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49" name="Google Shape;3749;p138"/>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0" name="Google Shape;3750;p138"/>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1" name="Google Shape;3751;p138"/>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2" name="Google Shape;3752;p138"/>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3" name="Google Shape;3753;p138"/>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4" name="Google Shape;3754;p138"/>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5" name="Google Shape;3755;p138"/>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6" name="Google Shape;3756;p138"/>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7" name="Google Shape;3757;p138"/>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8" name="Google Shape;3758;p138"/>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59" name="Google Shape;3759;p138"/>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0" name="Google Shape;3760;p138"/>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1" name="Google Shape;3761;p138"/>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2" name="Google Shape;3762;p138"/>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3" name="Google Shape;3763;p138"/>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4" name="Google Shape;3764;p138"/>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5" name="Google Shape;3765;p138"/>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6" name="Google Shape;3766;p138"/>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7" name="Google Shape;3767;p138"/>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8" name="Google Shape;3768;p138"/>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69" name="Google Shape;3769;p138"/>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0" name="Google Shape;3770;p138"/>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1" name="Google Shape;3771;p138"/>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2" name="Google Shape;3772;p138"/>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3" name="Google Shape;3773;p138"/>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4" name="Google Shape;3774;p138"/>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5" name="Google Shape;3775;p138"/>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6" name="Google Shape;3776;p138"/>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7" name="Google Shape;3777;p138"/>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8" name="Google Shape;3778;p138"/>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79" name="Google Shape;3779;p138"/>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0" name="Google Shape;3780;p138"/>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1" name="Google Shape;3781;p138"/>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2" name="Google Shape;3782;p138"/>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3" name="Google Shape;3783;p138"/>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4" name="Google Shape;3784;p138"/>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5" name="Google Shape;3785;p138"/>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6" name="Google Shape;3786;p138"/>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7" name="Google Shape;3787;p138"/>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8" name="Google Shape;3788;p138"/>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89" name="Google Shape;3789;p138"/>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0" name="Google Shape;3790;p138"/>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1" name="Google Shape;3791;p138"/>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2" name="Google Shape;3792;p138"/>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3" name="Google Shape;3793;p138"/>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4" name="Google Shape;3794;p138"/>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5" name="Google Shape;3795;p138"/>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6" name="Google Shape;3796;p138"/>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7" name="Google Shape;3797;p138"/>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8" name="Google Shape;3798;p138"/>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799" name="Google Shape;3799;p138"/>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0" name="Google Shape;3800;p138"/>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1" name="Google Shape;3801;p138"/>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2" name="Google Shape;3802;p138"/>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3" name="Google Shape;3803;p138"/>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4" name="Google Shape;3804;p138"/>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5" name="Google Shape;3805;p138"/>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6" name="Google Shape;3806;p138"/>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7" name="Google Shape;3807;p138"/>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8" name="Google Shape;3808;p138"/>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09" name="Google Shape;3809;p138"/>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0" name="Google Shape;3810;p138"/>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1" name="Google Shape;3811;p138"/>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2" name="Google Shape;3812;p138"/>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3" name="Google Shape;3813;p138"/>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4" name="Google Shape;3814;p138"/>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5" name="Google Shape;3815;p138"/>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6" name="Google Shape;3816;p138"/>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7" name="Google Shape;3817;p138"/>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8" name="Google Shape;3818;p138"/>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19" name="Google Shape;3819;p138"/>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0" name="Google Shape;3820;p138"/>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1" name="Google Shape;3821;p138"/>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2" name="Google Shape;3822;p138"/>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3" name="Google Shape;3823;p138"/>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4" name="Google Shape;3824;p138"/>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5" name="Google Shape;3825;p138"/>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6" name="Google Shape;3826;p138"/>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7" name="Google Shape;3827;p138"/>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8" name="Google Shape;3828;p138"/>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29" name="Google Shape;3829;p138"/>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0" name="Google Shape;3830;p138"/>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1" name="Google Shape;3831;p138"/>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2" name="Google Shape;3832;p138"/>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3" name="Google Shape;3833;p138"/>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4" name="Google Shape;3834;p138"/>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5" name="Google Shape;3835;p138"/>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6" name="Google Shape;3836;p138"/>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7" name="Google Shape;3837;p138"/>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8" name="Google Shape;3838;p138"/>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39" name="Google Shape;3839;p138"/>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0" name="Google Shape;3840;p138"/>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1" name="Google Shape;3841;p138"/>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2" name="Google Shape;3842;p138"/>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3" name="Google Shape;3843;p138"/>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4" name="Google Shape;3844;p138"/>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5" name="Google Shape;3845;p138"/>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6" name="Google Shape;3846;p138"/>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7" name="Google Shape;3847;p138"/>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8" name="Google Shape;3848;p138"/>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49" name="Google Shape;3849;p138"/>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0" name="Google Shape;3850;p138"/>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1" name="Google Shape;3851;p138"/>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2" name="Google Shape;3852;p138"/>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3" name="Google Shape;3853;p138"/>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4" name="Google Shape;3854;p138"/>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5" name="Google Shape;3855;p138"/>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6" name="Google Shape;3856;p138"/>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7" name="Google Shape;3857;p138"/>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8" name="Google Shape;3858;p138"/>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59" name="Google Shape;3859;p138"/>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0" name="Google Shape;3860;p138"/>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1" name="Google Shape;3861;p138"/>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2" name="Google Shape;3862;p138"/>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3" name="Google Shape;3863;p138"/>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4" name="Google Shape;3864;p138"/>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5" name="Google Shape;3865;p138"/>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6" name="Google Shape;3866;p138"/>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7" name="Google Shape;3867;p138"/>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8" name="Google Shape;3868;p138"/>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69" name="Google Shape;3869;p138"/>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0" name="Google Shape;3870;p138"/>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1" name="Google Shape;3871;p138"/>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2" name="Google Shape;3872;p138"/>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3" name="Google Shape;3873;p138"/>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4" name="Google Shape;3874;p138"/>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5" name="Google Shape;3875;p138"/>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6" name="Google Shape;3876;p138"/>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7" name="Google Shape;3877;p138"/>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8" name="Google Shape;3878;p138"/>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79" name="Google Shape;3879;p138"/>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0" name="Google Shape;3880;p138"/>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1" name="Google Shape;3881;p138"/>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2" name="Google Shape;3882;p138"/>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3" name="Google Shape;3883;p138"/>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4" name="Google Shape;3884;p138"/>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5" name="Google Shape;3885;p138"/>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6" name="Google Shape;3886;p138"/>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7" name="Google Shape;3887;p138"/>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8" name="Google Shape;3888;p138"/>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89" name="Google Shape;3889;p138"/>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0" name="Google Shape;3890;p138"/>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1" name="Google Shape;3891;p138"/>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2" name="Google Shape;3892;p138"/>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3" name="Google Shape;3893;p138"/>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4" name="Google Shape;3894;p138"/>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5" name="Google Shape;3895;p138"/>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6" name="Google Shape;3896;p138"/>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7" name="Google Shape;3897;p138"/>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8" name="Google Shape;3898;p138"/>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899" name="Google Shape;3899;p138"/>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0" name="Google Shape;3900;p138"/>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1" name="Google Shape;3901;p138"/>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2" name="Google Shape;3902;p138"/>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3" name="Google Shape;3903;p138"/>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4" name="Google Shape;3904;p138"/>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5" name="Google Shape;3905;p138"/>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6" name="Google Shape;3906;p138"/>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7" name="Google Shape;3907;p138"/>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8" name="Google Shape;3908;p138"/>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09" name="Google Shape;3909;p138"/>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0" name="Google Shape;3910;p138"/>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1" name="Google Shape;3911;p138"/>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2" name="Google Shape;3912;p138"/>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3" name="Google Shape;3913;p138"/>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4" name="Google Shape;3914;p138"/>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5" name="Google Shape;3915;p138"/>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6" name="Google Shape;3916;p138"/>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7" name="Google Shape;3917;p138"/>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8" name="Google Shape;3918;p138"/>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19" name="Google Shape;3919;p138"/>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0" name="Google Shape;3920;p138"/>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1" name="Google Shape;3921;p138"/>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2" name="Google Shape;3922;p138"/>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3" name="Google Shape;3923;p138"/>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4" name="Google Shape;3924;p138"/>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5" name="Google Shape;3925;p138"/>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6" name="Google Shape;3926;p138"/>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7" name="Google Shape;3927;p138"/>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8" name="Google Shape;3928;p138"/>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29" name="Google Shape;3929;p138"/>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0" name="Google Shape;3930;p138"/>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1" name="Google Shape;3931;p138"/>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2" name="Google Shape;3932;p138"/>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3" name="Google Shape;3933;p138"/>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4" name="Google Shape;3934;p138"/>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5" name="Google Shape;3935;p138"/>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6" name="Google Shape;3936;p138"/>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7" name="Google Shape;3937;p138"/>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8" name="Google Shape;3938;p138"/>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39" name="Google Shape;3939;p138"/>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0" name="Google Shape;3940;p138"/>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1" name="Google Shape;3941;p138"/>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2" name="Google Shape;3942;p138"/>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3" name="Google Shape;3943;p138"/>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4" name="Google Shape;3944;p138"/>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5" name="Google Shape;3945;p138"/>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6" name="Google Shape;3946;p138"/>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7" name="Google Shape;3947;p138"/>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8" name="Google Shape;3948;p138"/>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49" name="Google Shape;3949;p138"/>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0" name="Google Shape;3950;p138"/>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1" name="Google Shape;3951;p138"/>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2" name="Google Shape;3952;p138"/>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3" name="Google Shape;3953;p138"/>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4" name="Google Shape;3954;p138"/>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5" name="Google Shape;3955;p138"/>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6" name="Google Shape;3956;p138"/>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7" name="Google Shape;3957;p138"/>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8" name="Google Shape;3958;p138"/>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59" name="Google Shape;3959;p138"/>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0" name="Google Shape;3960;p138"/>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1" name="Google Shape;3961;p138"/>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2" name="Google Shape;3962;p138"/>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3" name="Google Shape;3963;p138"/>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4" name="Google Shape;3964;p138"/>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5" name="Google Shape;3965;p138"/>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6" name="Google Shape;3966;p138"/>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7" name="Google Shape;3967;p138"/>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8" name="Google Shape;3968;p138"/>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69" name="Google Shape;3969;p138"/>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0" name="Google Shape;3970;p138"/>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1" name="Google Shape;3971;p138"/>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2" name="Google Shape;3972;p138"/>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3" name="Google Shape;3973;p138"/>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4" name="Google Shape;3974;p138"/>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5" name="Google Shape;3975;p138"/>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6" name="Google Shape;3976;p138"/>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7" name="Google Shape;3977;p138"/>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8" name="Google Shape;3978;p138"/>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79" name="Google Shape;3979;p138"/>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0" name="Google Shape;3980;p138"/>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1" name="Google Shape;3981;p138"/>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2" name="Google Shape;3982;p138"/>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3" name="Google Shape;3983;p138"/>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4" name="Google Shape;3984;p138"/>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5" name="Google Shape;3985;p138"/>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6" name="Google Shape;3986;p138"/>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7" name="Google Shape;3987;p138"/>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8" name="Google Shape;3988;p138"/>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89" name="Google Shape;3989;p138"/>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0" name="Google Shape;3990;p138"/>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1" name="Google Shape;3991;p138"/>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2" name="Google Shape;3992;p138"/>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3" name="Google Shape;3993;p138"/>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4" name="Google Shape;3994;p138"/>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5" name="Google Shape;3995;p138"/>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6" name="Google Shape;3996;p138"/>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7" name="Google Shape;3997;p138"/>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8" name="Google Shape;3998;p138"/>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3999" name="Google Shape;3999;p138"/>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0" name="Google Shape;4000;p138"/>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1" name="Google Shape;4001;p138"/>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2" name="Google Shape;4002;p138"/>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3" name="Google Shape;4003;p138"/>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4" name="Google Shape;4004;p138"/>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5" name="Google Shape;4005;p138"/>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6" name="Google Shape;4006;p138"/>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7" name="Google Shape;4007;p138"/>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8" name="Google Shape;4008;p138"/>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09" name="Google Shape;4009;p138"/>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0" name="Google Shape;4010;p138"/>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1" name="Google Shape;4011;p138"/>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2" name="Google Shape;4012;p138"/>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3" name="Google Shape;4013;p138"/>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4" name="Google Shape;4014;p138"/>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5" name="Google Shape;4015;p138"/>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6" name="Google Shape;4016;p138"/>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7" name="Google Shape;4017;p138"/>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8" name="Google Shape;4018;p138"/>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19" name="Google Shape;4019;p138"/>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0" name="Google Shape;4020;p138"/>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1" name="Google Shape;4021;p138"/>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2" name="Google Shape;4022;p138"/>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3" name="Google Shape;4023;p138"/>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4" name="Google Shape;4024;p138"/>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5" name="Google Shape;4025;p138"/>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6" name="Google Shape;4026;p138"/>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7" name="Google Shape;4027;p138"/>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8" name="Google Shape;4028;p138"/>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29" name="Google Shape;4029;p138"/>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0" name="Google Shape;4030;p138"/>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1" name="Google Shape;4031;p138"/>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2" name="Google Shape;4032;p138"/>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3" name="Google Shape;4033;p138"/>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4" name="Google Shape;4034;p138"/>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5" name="Google Shape;4035;p138"/>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6" name="Google Shape;4036;p138"/>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7" name="Google Shape;4037;p138"/>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8" name="Google Shape;4038;p138"/>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39" name="Google Shape;4039;p138"/>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0" name="Google Shape;4040;p138"/>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1" name="Google Shape;4041;p138"/>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2" name="Google Shape;4042;p138"/>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3" name="Google Shape;4043;p138"/>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4" name="Google Shape;4044;p138"/>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5" name="Google Shape;4045;p138"/>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6" name="Google Shape;4046;p138"/>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7" name="Google Shape;4047;p138"/>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8" name="Google Shape;4048;p138"/>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49" name="Google Shape;4049;p138"/>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0" name="Google Shape;4050;p138"/>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1" name="Google Shape;4051;p138"/>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2" name="Google Shape;4052;p138"/>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3" name="Google Shape;4053;p138"/>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4" name="Google Shape;4054;p138"/>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5" name="Google Shape;4055;p138"/>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6" name="Google Shape;4056;p138"/>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7" name="Google Shape;4057;p138"/>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8" name="Google Shape;4058;p138"/>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59" name="Google Shape;4059;p138"/>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0" name="Google Shape;4060;p138"/>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1" name="Google Shape;4061;p138"/>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2" name="Google Shape;4062;p138"/>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3" name="Google Shape;4063;p138"/>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4" name="Google Shape;4064;p138"/>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5" name="Google Shape;4065;p138"/>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6" name="Google Shape;4066;p138"/>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7" name="Google Shape;4067;p138"/>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8" name="Google Shape;4068;p138"/>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69" name="Google Shape;4069;p138"/>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0" name="Google Shape;4070;p138"/>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1" name="Google Shape;4071;p138"/>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2" name="Google Shape;4072;p138"/>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3" name="Google Shape;4073;p138"/>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4" name="Google Shape;4074;p138"/>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5" name="Google Shape;4075;p138"/>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6" name="Google Shape;4076;p138"/>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7" name="Google Shape;4077;p138"/>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8" name="Google Shape;4078;p138"/>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79" name="Google Shape;4079;p138"/>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0" name="Google Shape;4080;p138"/>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1" name="Google Shape;4081;p138"/>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2" name="Google Shape;4082;p138"/>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3" name="Google Shape;4083;p138"/>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4" name="Google Shape;4084;p138"/>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5" name="Google Shape;4085;p138"/>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6" name="Google Shape;4086;p138"/>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7" name="Google Shape;4087;p138"/>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8" name="Google Shape;4088;p138"/>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89" name="Google Shape;4089;p138"/>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0" name="Google Shape;4090;p138"/>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1" name="Google Shape;4091;p138"/>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2" name="Google Shape;4092;p138"/>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3" name="Google Shape;4093;p138"/>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4" name="Google Shape;4094;p138"/>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5" name="Google Shape;4095;p138"/>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6" name="Google Shape;4096;p138"/>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7" name="Google Shape;4097;p138"/>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8" name="Google Shape;4098;p138"/>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099" name="Google Shape;4099;p138"/>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0" name="Google Shape;4100;p138"/>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1" name="Google Shape;4101;p138"/>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2" name="Google Shape;4102;p138"/>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3" name="Google Shape;4103;p138"/>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4" name="Google Shape;4104;p138"/>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5" name="Google Shape;4105;p138"/>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6" name="Google Shape;4106;p138"/>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7" name="Google Shape;4107;p138"/>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8" name="Google Shape;4108;p138"/>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09" name="Google Shape;4109;p138"/>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0" name="Google Shape;4110;p138"/>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1" name="Google Shape;4111;p138"/>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2" name="Google Shape;4112;p138"/>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3" name="Google Shape;4113;p138"/>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4" name="Google Shape;4114;p138"/>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5" name="Google Shape;4115;p138"/>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6" name="Google Shape;4116;p138"/>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7" name="Google Shape;4117;p138"/>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8" name="Google Shape;4118;p138"/>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19" name="Google Shape;4119;p138"/>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0" name="Google Shape;4120;p138"/>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1" name="Google Shape;4121;p138"/>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2" name="Google Shape;4122;p138"/>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3" name="Google Shape;4123;p138"/>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4" name="Google Shape;4124;p138"/>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5" name="Google Shape;4125;p138"/>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6" name="Google Shape;4126;p138"/>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7" name="Google Shape;4127;p138"/>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8" name="Google Shape;4128;p138"/>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29" name="Google Shape;4129;p138"/>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30" name="Google Shape;4130;p138"/>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sp>
          <p:nvSpPr>
            <p:cNvPr id="4131" name="Google Shape;4131;p138"/>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182850" tIns="182850" rIns="182850" bIns="182850" anchor="ctr" anchorCtr="0">
              <a:noAutofit/>
            </a:bodyPr>
            <a:lstStyle/>
            <a:p>
              <a:endParaRPr sz="3600"/>
            </a:p>
          </p:txBody>
        </p:sp>
      </p:grpSp>
      <p:grpSp>
        <p:nvGrpSpPr>
          <p:cNvPr id="4132" name="Google Shape;4132;p138"/>
          <p:cNvGrpSpPr/>
          <p:nvPr/>
        </p:nvGrpSpPr>
        <p:grpSpPr>
          <a:xfrm>
            <a:off x="11715112" y="2413105"/>
            <a:ext cx="5181680" cy="2760470"/>
            <a:chOff x="233350" y="949250"/>
            <a:chExt cx="7137300" cy="3802300"/>
          </a:xfrm>
        </p:grpSpPr>
        <p:sp>
          <p:nvSpPr>
            <p:cNvPr id="4133" name="Google Shape;4133;p13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34" name="Google Shape;4134;p13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35" name="Google Shape;4135;p13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36" name="Google Shape;4136;p13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37" name="Google Shape;4137;p13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38" name="Google Shape;4138;p13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39" name="Google Shape;4139;p13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0" name="Google Shape;4140;p13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1" name="Google Shape;4141;p13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2" name="Google Shape;4142;p13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3" name="Google Shape;4143;p13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4" name="Google Shape;4144;p13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5" name="Google Shape;4145;p13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6" name="Google Shape;4146;p13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7" name="Google Shape;4147;p13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8" name="Google Shape;4148;p13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49" name="Google Shape;4149;p13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0" name="Google Shape;4150;p13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1" name="Google Shape;4151;p13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2" name="Google Shape;4152;p13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3" name="Google Shape;4153;p13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4" name="Google Shape;4154;p13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5" name="Google Shape;4155;p13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6" name="Google Shape;4156;p13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7" name="Google Shape;4157;p13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8" name="Google Shape;4158;p13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59" name="Google Shape;4159;p13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0" name="Google Shape;4160;p13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1" name="Google Shape;4161;p13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2" name="Google Shape;4162;p13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3" name="Google Shape;4163;p13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4" name="Google Shape;4164;p13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5" name="Google Shape;4165;p13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6" name="Google Shape;4166;p13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7" name="Google Shape;4167;p13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8" name="Google Shape;4168;p13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69" name="Google Shape;4169;p13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0" name="Google Shape;4170;p13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1" name="Google Shape;4171;p13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2" name="Google Shape;4172;p13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3" name="Google Shape;4173;p13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4" name="Google Shape;4174;p13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5" name="Google Shape;4175;p13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6" name="Google Shape;4176;p13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7" name="Google Shape;4177;p13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8" name="Google Shape;4178;p13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79" name="Google Shape;4179;p13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80" name="Google Shape;4180;p13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81" name="Google Shape;4181;p13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82" name="Google Shape;4182;p13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4183" name="Google Shape;4183;p13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4184" name="Google Shape;4184;p138"/>
          <p:cNvGrpSpPr/>
          <p:nvPr/>
        </p:nvGrpSpPr>
        <p:grpSpPr>
          <a:xfrm>
            <a:off x="15343971" y="6502650"/>
            <a:ext cx="208462" cy="640680"/>
            <a:chOff x="7564426" y="3224343"/>
            <a:chExt cx="119985" cy="368801"/>
          </a:xfrm>
        </p:grpSpPr>
        <p:sp>
          <p:nvSpPr>
            <p:cNvPr id="4185" name="Google Shape;4185;p138"/>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186" name="Google Shape;4186;p138"/>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187" name="Google Shape;4187;p138"/>
          <p:cNvGrpSpPr/>
          <p:nvPr/>
        </p:nvGrpSpPr>
        <p:grpSpPr>
          <a:xfrm>
            <a:off x="14742947" y="6490854"/>
            <a:ext cx="378978" cy="664264"/>
            <a:chOff x="8370831" y="3202002"/>
            <a:chExt cx="218129" cy="382376"/>
          </a:xfrm>
        </p:grpSpPr>
        <p:sp>
          <p:nvSpPr>
            <p:cNvPr id="4188" name="Google Shape;4188;p138"/>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182850" tIns="182850" rIns="182850" bIns="182850" anchor="ctr" anchorCtr="0">
              <a:noAutofit/>
            </a:bodyPr>
            <a:lstStyle/>
            <a:p>
              <a:endParaRPr sz="3600"/>
            </a:p>
          </p:txBody>
        </p:sp>
        <p:sp>
          <p:nvSpPr>
            <p:cNvPr id="4189" name="Google Shape;4189;p138"/>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grpSp>
        <p:nvGrpSpPr>
          <p:cNvPr id="4190" name="Google Shape;4190;p138"/>
          <p:cNvGrpSpPr/>
          <p:nvPr/>
        </p:nvGrpSpPr>
        <p:grpSpPr>
          <a:xfrm>
            <a:off x="16189727" y="7313118"/>
            <a:ext cx="618858" cy="534000"/>
            <a:chOff x="6742064" y="3750480"/>
            <a:chExt cx="399315" cy="344560"/>
          </a:xfrm>
        </p:grpSpPr>
        <p:sp>
          <p:nvSpPr>
            <p:cNvPr id="4191" name="Google Shape;4191;p138"/>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4192" name="Google Shape;4192;p138"/>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grpSp>
        <p:nvGrpSpPr>
          <p:cNvPr id="4193" name="Google Shape;4193;p138"/>
          <p:cNvGrpSpPr/>
          <p:nvPr/>
        </p:nvGrpSpPr>
        <p:grpSpPr>
          <a:xfrm>
            <a:off x="15267765" y="8015212"/>
            <a:ext cx="360874" cy="563216"/>
            <a:chOff x="7248525" y="3739696"/>
            <a:chExt cx="230531" cy="359790"/>
          </a:xfrm>
        </p:grpSpPr>
        <p:sp>
          <p:nvSpPr>
            <p:cNvPr id="4194" name="Google Shape;4194;p138"/>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4195" name="Google Shape;4195;p138"/>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grpSp>
        <p:nvGrpSpPr>
          <p:cNvPr id="4196" name="Google Shape;4196;p138"/>
          <p:cNvGrpSpPr/>
          <p:nvPr/>
        </p:nvGrpSpPr>
        <p:grpSpPr>
          <a:xfrm>
            <a:off x="15759602" y="7301660"/>
            <a:ext cx="325792" cy="557420"/>
            <a:chOff x="7601242" y="3729267"/>
            <a:chExt cx="222566" cy="380803"/>
          </a:xfrm>
        </p:grpSpPr>
        <p:sp>
          <p:nvSpPr>
            <p:cNvPr id="4197" name="Google Shape;4197;p138"/>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4198" name="Google Shape;4198;p138"/>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sp>
        <p:nvSpPr>
          <p:cNvPr id="4199" name="Google Shape;4199;p138"/>
          <p:cNvSpPr/>
          <p:nvPr/>
        </p:nvSpPr>
        <p:spPr>
          <a:xfrm>
            <a:off x="15691654" y="6526375"/>
            <a:ext cx="461688" cy="593150"/>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182850" tIns="182850" rIns="182850" bIns="182850" anchor="ctr" anchorCtr="0">
            <a:noAutofit/>
          </a:bodyPr>
          <a:lstStyle/>
          <a:p>
            <a:endParaRPr sz="3600"/>
          </a:p>
        </p:txBody>
      </p:sp>
      <p:grpSp>
        <p:nvGrpSpPr>
          <p:cNvPr id="4200" name="Google Shape;4200;p138"/>
          <p:cNvGrpSpPr/>
          <p:nvPr/>
        </p:nvGrpSpPr>
        <p:grpSpPr>
          <a:xfrm>
            <a:off x="14738893" y="7303942"/>
            <a:ext cx="387086" cy="551980"/>
            <a:chOff x="8304647" y="3738687"/>
            <a:chExt cx="225076" cy="320956"/>
          </a:xfrm>
        </p:grpSpPr>
        <p:sp>
          <p:nvSpPr>
            <p:cNvPr id="4201" name="Google Shape;4201;p138"/>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182850" tIns="182850" rIns="182850" bIns="182850" anchor="ctr" anchorCtr="0">
              <a:noAutofit/>
            </a:bodyPr>
            <a:lstStyle/>
            <a:p>
              <a:endParaRPr sz="3600"/>
            </a:p>
          </p:txBody>
        </p:sp>
        <p:sp>
          <p:nvSpPr>
            <p:cNvPr id="4202" name="Google Shape;4202;p138"/>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182850" tIns="182850" rIns="182850" bIns="182850" anchor="ctr" anchorCtr="0">
              <a:noAutofit/>
            </a:bodyPr>
            <a:lstStyle/>
            <a:p>
              <a:endParaRPr sz="3600"/>
            </a:p>
          </p:txBody>
        </p:sp>
        <p:sp>
          <p:nvSpPr>
            <p:cNvPr id="4203" name="Google Shape;4203;p138"/>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182850" tIns="182850" rIns="182850" bIns="182850" anchor="ctr" anchorCtr="0">
              <a:noAutofit/>
            </a:bodyPr>
            <a:lstStyle/>
            <a:p>
              <a:endParaRPr sz="3600"/>
            </a:p>
          </p:txBody>
        </p:sp>
      </p:grpSp>
      <p:grpSp>
        <p:nvGrpSpPr>
          <p:cNvPr id="4204" name="Google Shape;4204;p138"/>
          <p:cNvGrpSpPr/>
          <p:nvPr/>
        </p:nvGrpSpPr>
        <p:grpSpPr>
          <a:xfrm>
            <a:off x="15283878" y="7303942"/>
            <a:ext cx="356984" cy="551980"/>
            <a:chOff x="8615101" y="3738687"/>
            <a:chExt cx="207573" cy="320956"/>
          </a:xfrm>
        </p:grpSpPr>
        <p:sp>
          <p:nvSpPr>
            <p:cNvPr id="4205" name="Google Shape;4205;p138"/>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06" name="Google Shape;4206;p138"/>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07" name="Google Shape;4207;p138"/>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
        <p:nvSpPr>
          <p:cNvPr id="4208" name="Google Shape;4208;p138"/>
          <p:cNvSpPr/>
          <p:nvPr/>
        </p:nvSpPr>
        <p:spPr>
          <a:xfrm>
            <a:off x="16276759" y="6483708"/>
            <a:ext cx="444794" cy="577388"/>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nvGrpSpPr>
          <p:cNvPr id="4209" name="Google Shape;4209;p138"/>
          <p:cNvGrpSpPr/>
          <p:nvPr/>
        </p:nvGrpSpPr>
        <p:grpSpPr>
          <a:xfrm>
            <a:off x="12073288" y="7546919"/>
            <a:ext cx="1115340" cy="1022566"/>
            <a:chOff x="6015419" y="3716859"/>
            <a:chExt cx="557671" cy="511283"/>
          </a:xfrm>
        </p:grpSpPr>
        <p:sp>
          <p:nvSpPr>
            <p:cNvPr id="4210" name="Google Shape;4210;p138"/>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nvGrpSpPr>
            <p:cNvPr id="4211" name="Google Shape;4211;p138"/>
            <p:cNvGrpSpPr/>
            <p:nvPr/>
          </p:nvGrpSpPr>
          <p:grpSpPr>
            <a:xfrm>
              <a:off x="6036094" y="3716980"/>
              <a:ext cx="529860" cy="510468"/>
              <a:chOff x="6036094" y="3716980"/>
              <a:chExt cx="529860" cy="510468"/>
            </a:xfrm>
          </p:grpSpPr>
          <p:sp>
            <p:nvSpPr>
              <p:cNvPr id="4212" name="Google Shape;4212;p138"/>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13" name="Google Shape;4213;p138"/>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14" name="Google Shape;4214;p138"/>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15" name="Google Shape;4215;p138"/>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16" name="Google Shape;4216;p138"/>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17" name="Google Shape;4217;p138"/>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18" name="Google Shape;4218;p138"/>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19" name="Google Shape;4219;p138"/>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20" name="Google Shape;4220;p138"/>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21" name="Google Shape;4221;p138"/>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222" name="Google Shape;4222;p138"/>
          <p:cNvGrpSpPr/>
          <p:nvPr/>
        </p:nvGrpSpPr>
        <p:grpSpPr>
          <a:xfrm>
            <a:off x="13331058" y="6260457"/>
            <a:ext cx="1152604" cy="1023742"/>
            <a:chOff x="6644304" y="3073628"/>
            <a:chExt cx="576302" cy="511871"/>
          </a:xfrm>
        </p:grpSpPr>
        <p:sp>
          <p:nvSpPr>
            <p:cNvPr id="4223" name="Google Shape;4223;p138"/>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nvGrpSpPr>
            <p:cNvPr id="4224" name="Google Shape;4224;p138"/>
            <p:cNvGrpSpPr/>
            <p:nvPr/>
          </p:nvGrpSpPr>
          <p:grpSpPr>
            <a:xfrm>
              <a:off x="6712169" y="3085440"/>
              <a:ext cx="481622" cy="494913"/>
              <a:chOff x="6712169" y="3085440"/>
              <a:chExt cx="481622" cy="494913"/>
            </a:xfrm>
          </p:grpSpPr>
          <p:sp>
            <p:nvSpPr>
              <p:cNvPr id="4225" name="Google Shape;4225;p138"/>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26" name="Google Shape;4226;p138"/>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27" name="Google Shape;4227;p138"/>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28" name="Google Shape;4228;p138"/>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29" name="Google Shape;4229;p138"/>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
          <p:nvSpPr>
            <p:cNvPr id="4230" name="Google Shape;4230;p138"/>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31" name="Google Shape;4231;p138"/>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32" name="Google Shape;4232;p138"/>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
        <p:nvSpPr>
          <p:cNvPr id="4233" name="Google Shape;4233;p138"/>
          <p:cNvSpPr/>
          <p:nvPr/>
        </p:nvSpPr>
        <p:spPr>
          <a:xfrm>
            <a:off x="14019127" y="6293712"/>
            <a:ext cx="48538" cy="22008"/>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nvGrpSpPr>
          <p:cNvPr id="4234" name="Google Shape;4234;p138"/>
          <p:cNvGrpSpPr/>
          <p:nvPr/>
        </p:nvGrpSpPr>
        <p:grpSpPr>
          <a:xfrm>
            <a:off x="13346759" y="7546446"/>
            <a:ext cx="1121262" cy="1022704"/>
            <a:chOff x="6652154" y="3716623"/>
            <a:chExt cx="560631" cy="511352"/>
          </a:xfrm>
        </p:grpSpPr>
        <p:sp>
          <p:nvSpPr>
            <p:cNvPr id="4235" name="Google Shape;4235;p138"/>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nvGrpSpPr>
            <p:cNvPr id="4236" name="Google Shape;4236;p138"/>
            <p:cNvGrpSpPr/>
            <p:nvPr/>
          </p:nvGrpSpPr>
          <p:grpSpPr>
            <a:xfrm>
              <a:off x="6669657" y="3716715"/>
              <a:ext cx="466779" cy="464290"/>
              <a:chOff x="6669657" y="3716715"/>
              <a:chExt cx="466779" cy="464290"/>
            </a:xfrm>
          </p:grpSpPr>
          <p:sp>
            <p:nvSpPr>
              <p:cNvPr id="4237" name="Google Shape;4237;p138"/>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38" name="Google Shape;4238;p138"/>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39" name="Google Shape;4239;p138"/>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0" name="Google Shape;4240;p138"/>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1" name="Google Shape;4241;p138"/>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2" name="Google Shape;4242;p138"/>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3" name="Google Shape;4243;p138"/>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4" name="Google Shape;4244;p138"/>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5" name="Google Shape;4245;p138"/>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6" name="Google Shape;4246;p138"/>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7" name="Google Shape;4247;p138"/>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8" name="Google Shape;4248;p138"/>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49" name="Google Shape;4249;p138"/>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250" name="Google Shape;4250;p138"/>
          <p:cNvGrpSpPr/>
          <p:nvPr/>
        </p:nvGrpSpPr>
        <p:grpSpPr>
          <a:xfrm>
            <a:off x="15734941" y="8109263"/>
            <a:ext cx="375114" cy="375114"/>
            <a:chOff x="8565775" y="671075"/>
            <a:chExt cx="441000" cy="441000"/>
          </a:xfrm>
        </p:grpSpPr>
        <p:sp>
          <p:nvSpPr>
            <p:cNvPr id="4251" name="Google Shape;4251;p138"/>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182850" tIns="182850" rIns="182850" bIns="182850" anchor="ctr" anchorCtr="0">
              <a:noAutofit/>
            </a:bodyPr>
            <a:lstStyle/>
            <a:p>
              <a:endParaRPr sz="3600"/>
            </a:p>
          </p:txBody>
        </p:sp>
        <p:sp>
          <p:nvSpPr>
            <p:cNvPr id="4252" name="Google Shape;4252;p138"/>
            <p:cNvSpPr/>
            <p:nvPr/>
          </p:nvSpPr>
          <p:spPr>
            <a:xfrm>
              <a:off x="8706625" y="811925"/>
              <a:ext cx="159300" cy="159300"/>
            </a:xfrm>
            <a:prstGeom prst="ellipse">
              <a:avLst/>
            </a:prstGeom>
            <a:solidFill>
              <a:srgbClr val="D7DFE5"/>
            </a:solidFill>
            <a:ln>
              <a:noFill/>
            </a:ln>
          </p:spPr>
          <p:txBody>
            <a:bodyPr spcFirstLastPara="1" wrap="square" lIns="182850" tIns="182850" rIns="182850" bIns="182850" anchor="ctr" anchorCtr="0">
              <a:noAutofit/>
            </a:bodyPr>
            <a:lstStyle/>
            <a:p>
              <a:endParaRPr sz="3600"/>
            </a:p>
          </p:txBody>
        </p:sp>
      </p:grpSp>
      <p:sp>
        <p:nvSpPr>
          <p:cNvPr id="4253" name="Google Shape;4253;p138"/>
          <p:cNvSpPr/>
          <p:nvPr/>
        </p:nvSpPr>
        <p:spPr>
          <a:xfrm>
            <a:off x="16337371" y="8101104"/>
            <a:ext cx="387366" cy="391432"/>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182850" tIns="182850" rIns="182850" bIns="182850" anchor="ctr" anchorCtr="0">
            <a:noAutofit/>
          </a:bodyPr>
          <a:lstStyle/>
          <a:p>
            <a:endParaRPr sz="3600"/>
          </a:p>
        </p:txBody>
      </p:sp>
      <p:sp>
        <p:nvSpPr>
          <p:cNvPr id="4254" name="Google Shape;4254;p138"/>
          <p:cNvSpPr/>
          <p:nvPr/>
        </p:nvSpPr>
        <p:spPr>
          <a:xfrm flipH="1">
            <a:off x="14753847" y="8034015"/>
            <a:ext cx="357178" cy="525610"/>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182850" tIns="182850" rIns="182850" bIns="182850" anchor="ctr" anchorCtr="0">
            <a:noAutofit/>
          </a:bodyPr>
          <a:lstStyle/>
          <a:p>
            <a:endParaRPr sz="3600"/>
          </a:p>
        </p:txBody>
      </p:sp>
      <p:grpSp>
        <p:nvGrpSpPr>
          <p:cNvPr id="4255" name="Google Shape;4255;p138"/>
          <p:cNvGrpSpPr/>
          <p:nvPr/>
        </p:nvGrpSpPr>
        <p:grpSpPr>
          <a:xfrm>
            <a:off x="12042651" y="6265701"/>
            <a:ext cx="1175742" cy="1024746"/>
            <a:chOff x="6000100" y="3076250"/>
            <a:chExt cx="587871" cy="512373"/>
          </a:xfrm>
        </p:grpSpPr>
        <p:sp>
          <p:nvSpPr>
            <p:cNvPr id="4256" name="Google Shape;4256;p138"/>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nvGrpSpPr>
            <p:cNvPr id="4257" name="Google Shape;4257;p138"/>
            <p:cNvGrpSpPr/>
            <p:nvPr/>
          </p:nvGrpSpPr>
          <p:grpSpPr>
            <a:xfrm>
              <a:off x="6031360" y="3076713"/>
              <a:ext cx="539107" cy="480965"/>
              <a:chOff x="6031360" y="3076713"/>
              <a:chExt cx="539107" cy="480965"/>
            </a:xfrm>
          </p:grpSpPr>
          <p:sp>
            <p:nvSpPr>
              <p:cNvPr id="4258" name="Google Shape;4258;p138"/>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59" name="Google Shape;4259;p138"/>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60" name="Google Shape;4260;p138"/>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61" name="Google Shape;4261;p138"/>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62" name="Google Shape;4262;p138"/>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63" name="Google Shape;4263;p138"/>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4264" name="Google Shape;4264;p138"/>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265" name="Google Shape;4265;p138"/>
          <p:cNvGrpSpPr/>
          <p:nvPr/>
        </p:nvGrpSpPr>
        <p:grpSpPr>
          <a:xfrm>
            <a:off x="7195570" y="6131764"/>
            <a:ext cx="4482688" cy="2661312"/>
            <a:chOff x="3597785" y="3065882"/>
            <a:chExt cx="2241344" cy="1330656"/>
          </a:xfrm>
        </p:grpSpPr>
        <p:grpSp>
          <p:nvGrpSpPr>
            <p:cNvPr id="4266" name="Google Shape;4266;p138"/>
            <p:cNvGrpSpPr/>
            <p:nvPr/>
          </p:nvGrpSpPr>
          <p:grpSpPr>
            <a:xfrm>
              <a:off x="5296908" y="3937355"/>
              <a:ext cx="143198" cy="32380"/>
              <a:chOff x="5296908" y="3937355"/>
              <a:chExt cx="143198" cy="32380"/>
            </a:xfrm>
          </p:grpSpPr>
          <p:sp>
            <p:nvSpPr>
              <p:cNvPr id="4267" name="Google Shape;4267;p138"/>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268" name="Google Shape;4268;p138"/>
              <p:cNvGrpSpPr/>
              <p:nvPr/>
            </p:nvGrpSpPr>
            <p:grpSpPr>
              <a:xfrm>
                <a:off x="5402331" y="3937355"/>
                <a:ext cx="37776" cy="32380"/>
                <a:chOff x="5402331" y="3937355"/>
                <a:chExt cx="37776" cy="32380"/>
              </a:xfrm>
            </p:grpSpPr>
            <p:sp>
              <p:nvSpPr>
                <p:cNvPr id="4269" name="Google Shape;4269;p138"/>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270" name="Google Shape;4270;p138"/>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271" name="Google Shape;4271;p138"/>
              <p:cNvGrpSpPr/>
              <p:nvPr/>
            </p:nvGrpSpPr>
            <p:grpSpPr>
              <a:xfrm>
                <a:off x="5296908" y="3937355"/>
                <a:ext cx="37783" cy="32380"/>
                <a:chOff x="5296908" y="3937355"/>
                <a:chExt cx="37783" cy="32380"/>
              </a:xfrm>
            </p:grpSpPr>
            <p:sp>
              <p:nvSpPr>
                <p:cNvPr id="4272" name="Google Shape;4272;p138"/>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273" name="Google Shape;4273;p138"/>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274" name="Google Shape;4274;p138"/>
            <p:cNvGrpSpPr/>
            <p:nvPr/>
          </p:nvGrpSpPr>
          <p:grpSpPr>
            <a:xfrm>
              <a:off x="4724163" y="3119631"/>
              <a:ext cx="120838" cy="84218"/>
              <a:chOff x="4724163" y="3119631"/>
              <a:chExt cx="120838" cy="84218"/>
            </a:xfrm>
          </p:grpSpPr>
          <p:grpSp>
            <p:nvGrpSpPr>
              <p:cNvPr id="4275" name="Google Shape;4275;p138"/>
              <p:cNvGrpSpPr/>
              <p:nvPr/>
            </p:nvGrpSpPr>
            <p:grpSpPr>
              <a:xfrm>
                <a:off x="4746712" y="3132773"/>
                <a:ext cx="86869" cy="56424"/>
                <a:chOff x="4746712" y="3132773"/>
                <a:chExt cx="86869" cy="56424"/>
              </a:xfrm>
            </p:grpSpPr>
            <p:sp>
              <p:nvSpPr>
                <p:cNvPr id="4276" name="Google Shape;4276;p138"/>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277" name="Google Shape;4277;p138"/>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nvGrpSpPr>
              <p:cNvPr id="4278" name="Google Shape;4278;p138"/>
              <p:cNvGrpSpPr/>
              <p:nvPr/>
            </p:nvGrpSpPr>
            <p:grpSpPr>
              <a:xfrm>
                <a:off x="4773634" y="3143336"/>
                <a:ext cx="37776" cy="32451"/>
                <a:chOff x="4773634" y="3143336"/>
                <a:chExt cx="37776" cy="32451"/>
              </a:xfrm>
            </p:grpSpPr>
            <p:sp>
              <p:nvSpPr>
                <p:cNvPr id="4279" name="Google Shape;4279;p138"/>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280" name="Google Shape;4280;p138"/>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281" name="Google Shape;4281;p138"/>
              <p:cNvGrpSpPr/>
              <p:nvPr/>
            </p:nvGrpSpPr>
            <p:grpSpPr>
              <a:xfrm>
                <a:off x="4724163" y="3131248"/>
                <a:ext cx="37776" cy="32459"/>
                <a:chOff x="4724163" y="3131248"/>
                <a:chExt cx="37776" cy="32459"/>
              </a:xfrm>
            </p:grpSpPr>
            <p:sp>
              <p:nvSpPr>
                <p:cNvPr id="4282" name="Google Shape;4282;p138"/>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283" name="Google Shape;4283;p138"/>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284" name="Google Shape;4284;p138"/>
              <p:cNvGrpSpPr/>
              <p:nvPr/>
            </p:nvGrpSpPr>
            <p:grpSpPr>
              <a:xfrm>
                <a:off x="4755081" y="3176054"/>
                <a:ext cx="32357" cy="27795"/>
                <a:chOff x="4755081" y="3176054"/>
                <a:chExt cx="32357" cy="27795"/>
              </a:xfrm>
            </p:grpSpPr>
            <p:sp>
              <p:nvSpPr>
                <p:cNvPr id="4285" name="Google Shape;4285;p138"/>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286" name="Google Shape;4286;p138"/>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287" name="Google Shape;4287;p138"/>
              <p:cNvGrpSpPr/>
              <p:nvPr/>
            </p:nvGrpSpPr>
            <p:grpSpPr>
              <a:xfrm>
                <a:off x="4812550" y="3119631"/>
                <a:ext cx="32451" cy="27803"/>
                <a:chOff x="4812550" y="3119631"/>
                <a:chExt cx="32451" cy="27803"/>
              </a:xfrm>
            </p:grpSpPr>
            <p:sp>
              <p:nvSpPr>
                <p:cNvPr id="4288" name="Google Shape;4288;p138"/>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289" name="Google Shape;4289;p138"/>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290" name="Google Shape;4290;p138"/>
            <p:cNvGrpSpPr/>
            <p:nvPr/>
          </p:nvGrpSpPr>
          <p:grpSpPr>
            <a:xfrm>
              <a:off x="5382826" y="4027197"/>
              <a:ext cx="268967" cy="250422"/>
              <a:chOff x="5382826" y="4027197"/>
              <a:chExt cx="268967" cy="250422"/>
            </a:xfrm>
          </p:grpSpPr>
          <p:grpSp>
            <p:nvGrpSpPr>
              <p:cNvPr id="4291" name="Google Shape;4291;p138"/>
              <p:cNvGrpSpPr/>
              <p:nvPr/>
            </p:nvGrpSpPr>
            <p:grpSpPr>
              <a:xfrm>
                <a:off x="5405280" y="4042510"/>
                <a:ext cx="237570" cy="218647"/>
                <a:chOff x="5405280" y="4042510"/>
                <a:chExt cx="237570" cy="218647"/>
              </a:xfrm>
            </p:grpSpPr>
            <p:sp>
              <p:nvSpPr>
                <p:cNvPr id="4292" name="Google Shape;4292;p138"/>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293" name="Google Shape;4293;p138"/>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294" name="Google Shape;4294;p138"/>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295" name="Google Shape;4295;p138"/>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296" name="Google Shape;4296;p138"/>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297" name="Google Shape;4297;p138"/>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nvGrpSpPr>
              <p:cNvPr id="4298" name="Google Shape;4298;p138"/>
              <p:cNvGrpSpPr/>
              <p:nvPr/>
            </p:nvGrpSpPr>
            <p:grpSpPr>
              <a:xfrm>
                <a:off x="5382826" y="4125549"/>
                <a:ext cx="37776" cy="32380"/>
                <a:chOff x="5382826" y="4125549"/>
                <a:chExt cx="37776" cy="32380"/>
              </a:xfrm>
            </p:grpSpPr>
            <p:sp>
              <p:nvSpPr>
                <p:cNvPr id="4299" name="Google Shape;4299;p138"/>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00" name="Google Shape;4300;p138"/>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01" name="Google Shape;4301;p138"/>
              <p:cNvGrpSpPr/>
              <p:nvPr/>
            </p:nvGrpSpPr>
            <p:grpSpPr>
              <a:xfrm>
                <a:off x="5475680" y="4195587"/>
                <a:ext cx="37783" cy="32364"/>
                <a:chOff x="5475680" y="4195587"/>
                <a:chExt cx="37783" cy="32364"/>
              </a:xfrm>
            </p:grpSpPr>
            <p:sp>
              <p:nvSpPr>
                <p:cNvPr id="4302" name="Google Shape;4302;p138"/>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03" name="Google Shape;4303;p138"/>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04" name="Google Shape;4304;p138"/>
              <p:cNvGrpSpPr/>
              <p:nvPr/>
            </p:nvGrpSpPr>
            <p:grpSpPr>
              <a:xfrm>
                <a:off x="5532575" y="4027197"/>
                <a:ext cx="33308" cy="32262"/>
                <a:chOff x="5532575" y="4027197"/>
                <a:chExt cx="33308" cy="32262"/>
              </a:xfrm>
            </p:grpSpPr>
            <p:sp>
              <p:nvSpPr>
                <p:cNvPr id="4305" name="Google Shape;4305;p138"/>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06" name="Google Shape;4306;p138"/>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07" name="Google Shape;4307;p138"/>
              <p:cNvGrpSpPr/>
              <p:nvPr/>
            </p:nvGrpSpPr>
            <p:grpSpPr>
              <a:xfrm>
                <a:off x="5590706" y="4245348"/>
                <a:ext cx="33497" cy="32270"/>
                <a:chOff x="5590706" y="4245348"/>
                <a:chExt cx="33497" cy="32270"/>
              </a:xfrm>
            </p:grpSpPr>
            <p:sp>
              <p:nvSpPr>
                <p:cNvPr id="4308" name="Google Shape;4308;p138"/>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09" name="Google Shape;4309;p138"/>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10" name="Google Shape;4310;p138"/>
              <p:cNvGrpSpPr/>
              <p:nvPr/>
            </p:nvGrpSpPr>
            <p:grpSpPr>
              <a:xfrm>
                <a:off x="5618681" y="4109677"/>
                <a:ext cx="33112" cy="32357"/>
                <a:chOff x="5618681" y="4109677"/>
                <a:chExt cx="33112" cy="32357"/>
              </a:xfrm>
            </p:grpSpPr>
            <p:sp>
              <p:nvSpPr>
                <p:cNvPr id="4311" name="Google Shape;4311;p138"/>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12" name="Google Shape;4312;p138"/>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13" name="Google Shape;4313;p138"/>
              <p:cNvGrpSpPr/>
              <p:nvPr/>
            </p:nvGrpSpPr>
            <p:grpSpPr>
              <a:xfrm>
                <a:off x="5479298" y="4128262"/>
                <a:ext cx="31405" cy="26906"/>
                <a:chOff x="5479298" y="4128262"/>
                <a:chExt cx="31405" cy="26906"/>
              </a:xfrm>
            </p:grpSpPr>
            <p:sp>
              <p:nvSpPr>
                <p:cNvPr id="4314" name="Google Shape;4314;p138"/>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15" name="Google Shape;4315;p138"/>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16" name="Google Shape;4316;p138"/>
              <p:cNvGrpSpPr/>
              <p:nvPr/>
            </p:nvGrpSpPr>
            <p:grpSpPr>
              <a:xfrm>
                <a:off x="5582903" y="4180116"/>
                <a:ext cx="31499" cy="26898"/>
                <a:chOff x="5582903" y="4180116"/>
                <a:chExt cx="31499" cy="26898"/>
              </a:xfrm>
            </p:grpSpPr>
            <p:sp>
              <p:nvSpPr>
                <p:cNvPr id="4317" name="Google Shape;4317;p138"/>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18" name="Google Shape;4318;p138"/>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319" name="Google Shape;4319;p138"/>
            <p:cNvGrpSpPr/>
            <p:nvPr/>
          </p:nvGrpSpPr>
          <p:grpSpPr>
            <a:xfrm>
              <a:off x="3977681" y="3230323"/>
              <a:ext cx="94584" cy="84085"/>
              <a:chOff x="3977681" y="3230323"/>
              <a:chExt cx="94584" cy="84085"/>
            </a:xfrm>
          </p:grpSpPr>
          <p:grpSp>
            <p:nvGrpSpPr>
              <p:cNvPr id="4320" name="Google Shape;4320;p138"/>
              <p:cNvGrpSpPr/>
              <p:nvPr/>
            </p:nvGrpSpPr>
            <p:grpSpPr>
              <a:xfrm>
                <a:off x="4000135" y="3243041"/>
                <a:ext cx="59570" cy="57186"/>
                <a:chOff x="4000135" y="3243041"/>
                <a:chExt cx="59570" cy="57186"/>
              </a:xfrm>
            </p:grpSpPr>
            <p:sp>
              <p:nvSpPr>
                <p:cNvPr id="4321" name="Google Shape;4321;p138"/>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22" name="Google Shape;4322;p138"/>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23" name="Google Shape;4323;p138"/>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nvGrpSpPr>
              <p:cNvPr id="4324" name="Google Shape;4324;p138"/>
              <p:cNvGrpSpPr/>
              <p:nvPr/>
            </p:nvGrpSpPr>
            <p:grpSpPr>
              <a:xfrm>
                <a:off x="3977681" y="3245872"/>
                <a:ext cx="37783" cy="32380"/>
                <a:chOff x="3977681" y="3245872"/>
                <a:chExt cx="37783" cy="32380"/>
              </a:xfrm>
            </p:grpSpPr>
            <p:sp>
              <p:nvSpPr>
                <p:cNvPr id="4325" name="Google Shape;4325;p138"/>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26" name="Google Shape;4326;p138"/>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27" name="Google Shape;4327;p138"/>
              <p:cNvGrpSpPr/>
              <p:nvPr/>
            </p:nvGrpSpPr>
            <p:grpSpPr>
              <a:xfrm>
                <a:off x="4040860" y="3262672"/>
                <a:ext cx="31405" cy="27001"/>
                <a:chOff x="4040860" y="3262672"/>
                <a:chExt cx="31405" cy="27001"/>
              </a:xfrm>
            </p:grpSpPr>
            <p:sp>
              <p:nvSpPr>
                <p:cNvPr id="4328" name="Google Shape;4328;p138"/>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29" name="Google Shape;4329;p138"/>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30" name="Google Shape;4330;p138"/>
              <p:cNvGrpSpPr/>
              <p:nvPr/>
            </p:nvGrpSpPr>
            <p:grpSpPr>
              <a:xfrm>
                <a:off x="4021072" y="3230323"/>
                <a:ext cx="31397" cy="26906"/>
                <a:chOff x="4021072" y="3230323"/>
                <a:chExt cx="31397" cy="26906"/>
              </a:xfrm>
            </p:grpSpPr>
            <p:sp>
              <p:nvSpPr>
                <p:cNvPr id="4331" name="Google Shape;4331;p138"/>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32" name="Google Shape;4332;p138"/>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33" name="Google Shape;4333;p138"/>
              <p:cNvGrpSpPr/>
              <p:nvPr/>
            </p:nvGrpSpPr>
            <p:grpSpPr>
              <a:xfrm>
                <a:off x="4001472" y="3287462"/>
                <a:ext cx="31499" cy="26945"/>
                <a:chOff x="4001472" y="3287462"/>
                <a:chExt cx="31499" cy="26945"/>
              </a:xfrm>
            </p:grpSpPr>
            <p:sp>
              <p:nvSpPr>
                <p:cNvPr id="4334" name="Google Shape;4334;p138"/>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35" name="Google Shape;4335;p138"/>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336" name="Google Shape;4336;p138"/>
            <p:cNvGrpSpPr/>
            <p:nvPr/>
          </p:nvGrpSpPr>
          <p:grpSpPr>
            <a:xfrm>
              <a:off x="4084715" y="3258865"/>
              <a:ext cx="184961" cy="137268"/>
              <a:chOff x="4084715" y="3258865"/>
              <a:chExt cx="184961" cy="137268"/>
            </a:xfrm>
          </p:grpSpPr>
          <p:grpSp>
            <p:nvGrpSpPr>
              <p:cNvPr id="4337" name="Google Shape;4337;p138"/>
              <p:cNvGrpSpPr/>
              <p:nvPr/>
            </p:nvGrpSpPr>
            <p:grpSpPr>
              <a:xfrm>
                <a:off x="4107453" y="3271583"/>
                <a:ext cx="153470" cy="110275"/>
                <a:chOff x="4107453" y="3271583"/>
                <a:chExt cx="153470" cy="110275"/>
              </a:xfrm>
            </p:grpSpPr>
            <p:sp>
              <p:nvSpPr>
                <p:cNvPr id="4338" name="Google Shape;4338;p138"/>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39" name="Google Shape;4339;p138"/>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40" name="Google Shape;4340;p138"/>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41" name="Google Shape;4341;p138"/>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nvGrpSpPr>
              <p:cNvPr id="4342" name="Google Shape;4342;p138"/>
              <p:cNvGrpSpPr/>
              <p:nvPr/>
            </p:nvGrpSpPr>
            <p:grpSpPr>
              <a:xfrm>
                <a:off x="4136947" y="3258865"/>
                <a:ext cx="31499" cy="27001"/>
                <a:chOff x="4136947" y="3258865"/>
                <a:chExt cx="31499" cy="27001"/>
              </a:xfrm>
            </p:grpSpPr>
            <p:sp>
              <p:nvSpPr>
                <p:cNvPr id="4343" name="Google Shape;4343;p138"/>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44" name="Google Shape;4344;p138"/>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45" name="Google Shape;4345;p138"/>
              <p:cNvGrpSpPr/>
              <p:nvPr/>
            </p:nvGrpSpPr>
            <p:grpSpPr>
              <a:xfrm>
                <a:off x="4084715" y="3266478"/>
                <a:ext cx="31468" cy="26898"/>
                <a:chOff x="4084715" y="3266478"/>
                <a:chExt cx="31468" cy="26898"/>
              </a:xfrm>
            </p:grpSpPr>
            <p:sp>
              <p:nvSpPr>
                <p:cNvPr id="4346" name="Google Shape;4346;p138"/>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47" name="Google Shape;4347;p138"/>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48" name="Google Shape;4348;p138"/>
              <p:cNvGrpSpPr/>
              <p:nvPr/>
            </p:nvGrpSpPr>
            <p:grpSpPr>
              <a:xfrm>
                <a:off x="4159213" y="3279849"/>
                <a:ext cx="31405" cy="26945"/>
                <a:chOff x="4159213" y="3279849"/>
                <a:chExt cx="31405" cy="26945"/>
              </a:xfrm>
            </p:grpSpPr>
            <p:sp>
              <p:nvSpPr>
                <p:cNvPr id="4349" name="Google Shape;4349;p138"/>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50" name="Google Shape;4350;p138"/>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51" name="Google Shape;4351;p138"/>
              <p:cNvGrpSpPr/>
              <p:nvPr/>
            </p:nvGrpSpPr>
            <p:grpSpPr>
              <a:xfrm>
                <a:off x="4201550" y="3266502"/>
                <a:ext cx="31405" cy="26883"/>
                <a:chOff x="4201550" y="3266502"/>
                <a:chExt cx="31405" cy="26883"/>
              </a:xfrm>
            </p:grpSpPr>
            <p:sp>
              <p:nvSpPr>
                <p:cNvPr id="4352" name="Google Shape;4352;p138"/>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53" name="Google Shape;4353;p138"/>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54" name="Google Shape;4354;p138"/>
              <p:cNvGrpSpPr/>
              <p:nvPr/>
            </p:nvGrpSpPr>
            <p:grpSpPr>
              <a:xfrm>
                <a:off x="4201550" y="3338278"/>
                <a:ext cx="31405" cy="26930"/>
                <a:chOff x="4201550" y="3338278"/>
                <a:chExt cx="31405" cy="26930"/>
              </a:xfrm>
            </p:grpSpPr>
            <p:sp>
              <p:nvSpPr>
                <p:cNvPr id="4355" name="Google Shape;4355;p138"/>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56" name="Google Shape;4356;p138"/>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57" name="Google Shape;4357;p138"/>
              <p:cNvGrpSpPr/>
              <p:nvPr/>
            </p:nvGrpSpPr>
            <p:grpSpPr>
              <a:xfrm>
                <a:off x="4238272" y="3369132"/>
                <a:ext cx="31405" cy="27001"/>
                <a:chOff x="4238272" y="3369132"/>
                <a:chExt cx="31405" cy="27001"/>
              </a:xfrm>
            </p:grpSpPr>
            <p:sp>
              <p:nvSpPr>
                <p:cNvPr id="4358" name="Google Shape;4358;p138"/>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59" name="Google Shape;4359;p138"/>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360" name="Google Shape;4360;p138"/>
            <p:cNvGrpSpPr/>
            <p:nvPr/>
          </p:nvGrpSpPr>
          <p:grpSpPr>
            <a:xfrm>
              <a:off x="4068639" y="3200169"/>
              <a:ext cx="77643" cy="37272"/>
              <a:chOff x="4068639" y="3200169"/>
              <a:chExt cx="77643" cy="37272"/>
            </a:xfrm>
          </p:grpSpPr>
          <p:sp>
            <p:nvSpPr>
              <p:cNvPr id="4361" name="Google Shape;4361;p138"/>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362" name="Google Shape;4362;p138"/>
              <p:cNvGrpSpPr/>
              <p:nvPr/>
            </p:nvGrpSpPr>
            <p:grpSpPr>
              <a:xfrm>
                <a:off x="4114878" y="3200169"/>
                <a:ext cx="31405" cy="26993"/>
                <a:chOff x="4114878" y="3200169"/>
                <a:chExt cx="31405" cy="26993"/>
              </a:xfrm>
            </p:grpSpPr>
            <p:sp>
              <p:nvSpPr>
                <p:cNvPr id="4363" name="Google Shape;4363;p138"/>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64" name="Google Shape;4364;p138"/>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65" name="Google Shape;4365;p138"/>
              <p:cNvGrpSpPr/>
              <p:nvPr/>
            </p:nvGrpSpPr>
            <p:grpSpPr>
              <a:xfrm>
                <a:off x="4068639" y="3210535"/>
                <a:ext cx="31499" cy="26906"/>
                <a:chOff x="4068639" y="3210535"/>
                <a:chExt cx="31499" cy="26906"/>
              </a:xfrm>
            </p:grpSpPr>
            <p:sp>
              <p:nvSpPr>
                <p:cNvPr id="4366" name="Google Shape;4366;p138"/>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67" name="Google Shape;4367;p138"/>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368" name="Google Shape;4368;p138"/>
            <p:cNvGrpSpPr/>
            <p:nvPr/>
          </p:nvGrpSpPr>
          <p:grpSpPr>
            <a:xfrm>
              <a:off x="3869702" y="3066935"/>
              <a:ext cx="382664" cy="190294"/>
              <a:chOff x="3869702" y="3066935"/>
              <a:chExt cx="382664" cy="190294"/>
            </a:xfrm>
          </p:grpSpPr>
          <p:grpSp>
            <p:nvGrpSpPr>
              <p:cNvPr id="4369" name="Google Shape;4369;p138"/>
              <p:cNvGrpSpPr/>
              <p:nvPr/>
            </p:nvGrpSpPr>
            <p:grpSpPr>
              <a:xfrm>
                <a:off x="3888633" y="3082351"/>
                <a:ext cx="351172" cy="160698"/>
                <a:chOff x="3888633" y="3082351"/>
                <a:chExt cx="351172" cy="160698"/>
              </a:xfrm>
            </p:grpSpPr>
            <p:sp>
              <p:nvSpPr>
                <p:cNvPr id="4370" name="Google Shape;4370;p138"/>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71" name="Google Shape;4371;p138"/>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72" name="Google Shape;4372;p138"/>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73" name="Google Shape;4373;p138"/>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74" name="Google Shape;4374;p138"/>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375" name="Google Shape;4375;p138"/>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nvGrpSpPr>
              <p:cNvPr id="4376" name="Google Shape;4376;p138"/>
              <p:cNvGrpSpPr/>
              <p:nvPr/>
            </p:nvGrpSpPr>
            <p:grpSpPr>
              <a:xfrm>
                <a:off x="4143703" y="3066935"/>
                <a:ext cx="37783" cy="32357"/>
                <a:chOff x="4143703" y="3066935"/>
                <a:chExt cx="37783" cy="32357"/>
              </a:xfrm>
            </p:grpSpPr>
            <p:sp>
              <p:nvSpPr>
                <p:cNvPr id="4377" name="Google Shape;4377;p138"/>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78" name="Google Shape;4378;p138"/>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79" name="Google Shape;4379;p138"/>
              <p:cNvGrpSpPr/>
              <p:nvPr/>
            </p:nvGrpSpPr>
            <p:grpSpPr>
              <a:xfrm>
                <a:off x="4044565" y="3103563"/>
                <a:ext cx="37783" cy="32451"/>
                <a:chOff x="4044565" y="3103563"/>
                <a:chExt cx="37783" cy="32451"/>
              </a:xfrm>
            </p:grpSpPr>
            <p:sp>
              <p:nvSpPr>
                <p:cNvPr id="4380" name="Google Shape;4380;p138"/>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81" name="Google Shape;4381;p138"/>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82" name="Google Shape;4382;p138"/>
              <p:cNvGrpSpPr/>
              <p:nvPr/>
            </p:nvGrpSpPr>
            <p:grpSpPr>
              <a:xfrm>
                <a:off x="4017454" y="3188237"/>
                <a:ext cx="37776" cy="32357"/>
                <a:chOff x="4017454" y="3188237"/>
                <a:chExt cx="37776" cy="32357"/>
              </a:xfrm>
            </p:grpSpPr>
            <p:sp>
              <p:nvSpPr>
                <p:cNvPr id="4383" name="Google Shape;4383;p138"/>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84" name="Google Shape;4384;p138"/>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85" name="Google Shape;4385;p138"/>
              <p:cNvGrpSpPr/>
              <p:nvPr/>
            </p:nvGrpSpPr>
            <p:grpSpPr>
              <a:xfrm>
                <a:off x="3921548" y="3157509"/>
                <a:ext cx="37783" cy="32357"/>
                <a:chOff x="3921548" y="3157509"/>
                <a:chExt cx="37783" cy="32357"/>
              </a:xfrm>
            </p:grpSpPr>
            <p:sp>
              <p:nvSpPr>
                <p:cNvPr id="4386" name="Google Shape;4386;p138"/>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87" name="Google Shape;4387;p138"/>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88" name="Google Shape;4388;p138"/>
              <p:cNvGrpSpPr/>
              <p:nvPr/>
            </p:nvGrpSpPr>
            <p:grpSpPr>
              <a:xfrm>
                <a:off x="3939056" y="3211620"/>
                <a:ext cx="37783" cy="32380"/>
                <a:chOff x="3939056" y="3211620"/>
                <a:chExt cx="37783" cy="32380"/>
              </a:xfrm>
            </p:grpSpPr>
            <p:sp>
              <p:nvSpPr>
                <p:cNvPr id="4389" name="Google Shape;4389;p138"/>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90" name="Google Shape;4390;p138"/>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91" name="Google Shape;4391;p138"/>
              <p:cNvGrpSpPr/>
              <p:nvPr/>
            </p:nvGrpSpPr>
            <p:grpSpPr>
              <a:xfrm>
                <a:off x="4176240" y="3136965"/>
                <a:ext cx="31405" cy="26930"/>
                <a:chOff x="4176240" y="3136965"/>
                <a:chExt cx="31405" cy="26930"/>
              </a:xfrm>
            </p:grpSpPr>
            <p:sp>
              <p:nvSpPr>
                <p:cNvPr id="4392" name="Google Shape;4392;p138"/>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93" name="Google Shape;4393;p138"/>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94" name="Google Shape;4394;p138"/>
              <p:cNvGrpSpPr/>
              <p:nvPr/>
            </p:nvGrpSpPr>
            <p:grpSpPr>
              <a:xfrm>
                <a:off x="4133148" y="3152593"/>
                <a:ext cx="31499" cy="27001"/>
                <a:chOff x="4133148" y="3152593"/>
                <a:chExt cx="31499" cy="27001"/>
              </a:xfrm>
            </p:grpSpPr>
            <p:sp>
              <p:nvSpPr>
                <p:cNvPr id="4395" name="Google Shape;4395;p138"/>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96" name="Google Shape;4396;p138"/>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397" name="Google Shape;4397;p138"/>
              <p:cNvGrpSpPr/>
              <p:nvPr/>
            </p:nvGrpSpPr>
            <p:grpSpPr>
              <a:xfrm>
                <a:off x="4220866" y="3073534"/>
                <a:ext cx="31499" cy="26898"/>
                <a:chOff x="4220866" y="3073534"/>
                <a:chExt cx="31499" cy="26898"/>
              </a:xfrm>
            </p:grpSpPr>
            <p:sp>
              <p:nvSpPr>
                <p:cNvPr id="4398" name="Google Shape;4398;p138"/>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399" name="Google Shape;4399;p138"/>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00" name="Google Shape;4400;p138"/>
              <p:cNvGrpSpPr/>
              <p:nvPr/>
            </p:nvGrpSpPr>
            <p:grpSpPr>
              <a:xfrm>
                <a:off x="3869702" y="3230323"/>
                <a:ext cx="31499" cy="26906"/>
                <a:chOff x="3869702" y="3230323"/>
                <a:chExt cx="31499" cy="26906"/>
              </a:xfrm>
            </p:grpSpPr>
            <p:sp>
              <p:nvSpPr>
                <p:cNvPr id="4401" name="Google Shape;4401;p138"/>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02" name="Google Shape;4402;p138"/>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403" name="Google Shape;4403;p138"/>
            <p:cNvGrpSpPr/>
            <p:nvPr/>
          </p:nvGrpSpPr>
          <p:grpSpPr>
            <a:xfrm>
              <a:off x="4271383" y="3065882"/>
              <a:ext cx="304556" cy="341663"/>
              <a:chOff x="4271383" y="3065882"/>
              <a:chExt cx="304556" cy="341663"/>
            </a:xfrm>
          </p:grpSpPr>
          <p:grpSp>
            <p:nvGrpSpPr>
              <p:cNvPr id="4404" name="Google Shape;4404;p138"/>
              <p:cNvGrpSpPr/>
              <p:nvPr/>
            </p:nvGrpSpPr>
            <p:grpSpPr>
              <a:xfrm>
                <a:off x="4293838" y="3078639"/>
                <a:ext cx="269353" cy="311973"/>
                <a:chOff x="4293838" y="3078639"/>
                <a:chExt cx="269353" cy="311973"/>
              </a:xfrm>
            </p:grpSpPr>
            <p:sp>
              <p:nvSpPr>
                <p:cNvPr id="4405" name="Google Shape;4405;p138"/>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06" name="Google Shape;4406;p138"/>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07" name="Google Shape;4407;p138"/>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08" name="Google Shape;4408;p138"/>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09" name="Google Shape;4409;p138"/>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0" name="Google Shape;4410;p138"/>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1" name="Google Shape;4411;p138"/>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2" name="Google Shape;4412;p138"/>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3" name="Google Shape;4413;p138"/>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4" name="Google Shape;4414;p138"/>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5" name="Google Shape;4415;p138"/>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6" name="Google Shape;4416;p138"/>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7" name="Google Shape;4417;p138"/>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8" name="Google Shape;4418;p138"/>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19" name="Google Shape;4419;p138"/>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20" name="Google Shape;4420;p138"/>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21" name="Google Shape;4421;p138"/>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nvGrpSpPr>
              <p:cNvPr id="4422" name="Google Shape;4422;p138"/>
              <p:cNvGrpSpPr/>
              <p:nvPr/>
            </p:nvGrpSpPr>
            <p:grpSpPr>
              <a:xfrm>
                <a:off x="4538164" y="3342061"/>
                <a:ext cx="37776" cy="32380"/>
                <a:chOff x="4538164" y="3342061"/>
                <a:chExt cx="37776" cy="32380"/>
              </a:xfrm>
            </p:grpSpPr>
            <p:sp>
              <p:nvSpPr>
                <p:cNvPr id="4423" name="Google Shape;4423;p138"/>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24" name="Google Shape;4424;p138"/>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25" name="Google Shape;4425;p138"/>
              <p:cNvGrpSpPr/>
              <p:nvPr/>
            </p:nvGrpSpPr>
            <p:grpSpPr>
              <a:xfrm>
                <a:off x="4271383" y="3194742"/>
                <a:ext cx="37783" cy="32420"/>
                <a:chOff x="4271383" y="3194742"/>
                <a:chExt cx="37783" cy="32420"/>
              </a:xfrm>
            </p:grpSpPr>
            <p:sp>
              <p:nvSpPr>
                <p:cNvPr id="4426" name="Google Shape;4426;p138"/>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27" name="Google Shape;4427;p138"/>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28" name="Google Shape;4428;p138"/>
              <p:cNvGrpSpPr/>
              <p:nvPr/>
            </p:nvGrpSpPr>
            <p:grpSpPr>
              <a:xfrm>
                <a:off x="4284416" y="3084058"/>
                <a:ext cx="37783" cy="32357"/>
                <a:chOff x="4284416" y="3084058"/>
                <a:chExt cx="37783" cy="32357"/>
              </a:xfrm>
            </p:grpSpPr>
            <p:sp>
              <p:nvSpPr>
                <p:cNvPr id="4429" name="Google Shape;4429;p138"/>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30" name="Google Shape;4430;p138"/>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31" name="Google Shape;4431;p138"/>
              <p:cNvGrpSpPr/>
              <p:nvPr/>
            </p:nvGrpSpPr>
            <p:grpSpPr>
              <a:xfrm>
                <a:off x="4478697" y="3297561"/>
                <a:ext cx="37776" cy="32451"/>
                <a:chOff x="4478697" y="3297561"/>
                <a:chExt cx="37776" cy="32451"/>
              </a:xfrm>
            </p:grpSpPr>
            <p:sp>
              <p:nvSpPr>
                <p:cNvPr id="4432" name="Google Shape;4432;p138"/>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33" name="Google Shape;4433;p138"/>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34" name="Google Shape;4434;p138"/>
              <p:cNvGrpSpPr/>
              <p:nvPr/>
            </p:nvGrpSpPr>
            <p:grpSpPr>
              <a:xfrm>
                <a:off x="4411813" y="3331711"/>
                <a:ext cx="37776" cy="32451"/>
                <a:chOff x="4411813" y="3331711"/>
                <a:chExt cx="37776" cy="32451"/>
              </a:xfrm>
            </p:grpSpPr>
            <p:sp>
              <p:nvSpPr>
                <p:cNvPr id="4435" name="Google Shape;4435;p138"/>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36" name="Google Shape;4436;p138"/>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37" name="Google Shape;4437;p138"/>
              <p:cNvGrpSpPr/>
              <p:nvPr/>
            </p:nvGrpSpPr>
            <p:grpSpPr>
              <a:xfrm>
                <a:off x="4337984" y="3375188"/>
                <a:ext cx="37776" cy="32357"/>
                <a:chOff x="4337984" y="3375188"/>
                <a:chExt cx="37776" cy="32357"/>
              </a:xfrm>
            </p:grpSpPr>
            <p:sp>
              <p:nvSpPr>
                <p:cNvPr id="4438" name="Google Shape;4438;p138"/>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39" name="Google Shape;4439;p138"/>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40" name="Google Shape;4440;p138"/>
              <p:cNvGrpSpPr/>
              <p:nvPr/>
            </p:nvGrpSpPr>
            <p:grpSpPr>
              <a:xfrm>
                <a:off x="4494867" y="3090530"/>
                <a:ext cx="37878" cy="32451"/>
                <a:chOff x="4494867" y="3090530"/>
                <a:chExt cx="37878" cy="32451"/>
              </a:xfrm>
            </p:grpSpPr>
            <p:sp>
              <p:nvSpPr>
                <p:cNvPr id="4441" name="Google Shape;4441;p138"/>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42" name="Google Shape;4442;p138"/>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43" name="Google Shape;4443;p138"/>
              <p:cNvGrpSpPr/>
              <p:nvPr/>
            </p:nvGrpSpPr>
            <p:grpSpPr>
              <a:xfrm>
                <a:off x="4525124" y="3207774"/>
                <a:ext cx="37783" cy="32420"/>
                <a:chOff x="4525124" y="3207774"/>
                <a:chExt cx="37783" cy="32420"/>
              </a:xfrm>
            </p:grpSpPr>
            <p:sp>
              <p:nvSpPr>
                <p:cNvPr id="4444" name="Google Shape;4444;p138"/>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45" name="Google Shape;4445;p138"/>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46" name="Google Shape;4446;p138"/>
              <p:cNvGrpSpPr/>
              <p:nvPr/>
            </p:nvGrpSpPr>
            <p:grpSpPr>
              <a:xfrm>
                <a:off x="4440544" y="3176479"/>
                <a:ext cx="31499" cy="26898"/>
                <a:chOff x="4440544" y="3176479"/>
                <a:chExt cx="31499" cy="26898"/>
              </a:xfrm>
            </p:grpSpPr>
            <p:sp>
              <p:nvSpPr>
                <p:cNvPr id="4447" name="Google Shape;4447;p138"/>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48" name="Google Shape;4448;p138"/>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49" name="Google Shape;4449;p138"/>
              <p:cNvGrpSpPr/>
              <p:nvPr/>
            </p:nvGrpSpPr>
            <p:grpSpPr>
              <a:xfrm>
                <a:off x="4350545" y="3156400"/>
                <a:ext cx="31405" cy="27001"/>
                <a:chOff x="4350545" y="3156400"/>
                <a:chExt cx="31405" cy="27001"/>
              </a:xfrm>
            </p:grpSpPr>
            <p:sp>
              <p:nvSpPr>
                <p:cNvPr id="4450" name="Google Shape;4450;p138"/>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51" name="Google Shape;4451;p138"/>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52" name="Google Shape;4452;p138"/>
              <p:cNvGrpSpPr/>
              <p:nvPr/>
            </p:nvGrpSpPr>
            <p:grpSpPr>
              <a:xfrm>
                <a:off x="4376703" y="3255058"/>
                <a:ext cx="31405" cy="27001"/>
                <a:chOff x="4376703" y="3255058"/>
                <a:chExt cx="31405" cy="27001"/>
              </a:xfrm>
            </p:grpSpPr>
            <p:sp>
              <p:nvSpPr>
                <p:cNvPr id="4453" name="Google Shape;4453;p138"/>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54" name="Google Shape;4454;p138"/>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55" name="Google Shape;4455;p138"/>
              <p:cNvGrpSpPr/>
              <p:nvPr/>
            </p:nvGrpSpPr>
            <p:grpSpPr>
              <a:xfrm>
                <a:off x="4331322" y="3283656"/>
                <a:ext cx="31405" cy="26945"/>
                <a:chOff x="4331322" y="3283656"/>
                <a:chExt cx="31405" cy="26945"/>
              </a:xfrm>
            </p:grpSpPr>
            <p:sp>
              <p:nvSpPr>
                <p:cNvPr id="4456" name="Google Shape;4456;p138"/>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57" name="Google Shape;4457;p138"/>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458" name="Google Shape;4458;p138"/>
              <p:cNvGrpSpPr/>
              <p:nvPr/>
            </p:nvGrpSpPr>
            <p:grpSpPr>
              <a:xfrm>
                <a:off x="4380510" y="3065882"/>
                <a:ext cx="31405" cy="26938"/>
                <a:chOff x="4380510" y="3065882"/>
                <a:chExt cx="31405" cy="26938"/>
              </a:xfrm>
            </p:grpSpPr>
            <p:sp>
              <p:nvSpPr>
                <p:cNvPr id="4459" name="Google Shape;4459;p138"/>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460" name="Google Shape;4460;p138"/>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461" name="Google Shape;4461;p138"/>
            <p:cNvGrpSpPr/>
            <p:nvPr/>
          </p:nvGrpSpPr>
          <p:grpSpPr>
            <a:xfrm>
              <a:off x="4558998" y="3188237"/>
              <a:ext cx="1280131" cy="1052746"/>
              <a:chOff x="4558998" y="3188237"/>
              <a:chExt cx="1280131" cy="1052746"/>
            </a:xfrm>
          </p:grpSpPr>
          <p:sp>
            <p:nvSpPr>
              <p:cNvPr id="4462" name="Google Shape;4462;p138"/>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463" name="Google Shape;4463;p138"/>
              <p:cNvGrpSpPr/>
              <p:nvPr/>
            </p:nvGrpSpPr>
            <p:grpSpPr>
              <a:xfrm>
                <a:off x="4579164" y="3203653"/>
                <a:ext cx="1244833" cy="1020397"/>
                <a:chOff x="4579164" y="3203653"/>
                <a:chExt cx="1244833" cy="1020397"/>
              </a:xfrm>
            </p:grpSpPr>
            <p:sp>
              <p:nvSpPr>
                <p:cNvPr id="4464" name="Google Shape;4464;p138"/>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65" name="Google Shape;4465;p138"/>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466" name="Google Shape;4466;p138"/>
                <p:cNvGrpSpPr/>
                <p:nvPr/>
              </p:nvGrpSpPr>
              <p:grpSpPr>
                <a:xfrm>
                  <a:off x="4579164" y="3203653"/>
                  <a:ext cx="1244833" cy="1020397"/>
                  <a:chOff x="4579164" y="3203653"/>
                  <a:chExt cx="1244833" cy="1020397"/>
                </a:xfrm>
              </p:grpSpPr>
              <p:sp>
                <p:nvSpPr>
                  <p:cNvPr id="4467" name="Google Shape;4467;p138"/>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68" name="Google Shape;4468;p138"/>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469" name="Google Shape;4469;p138"/>
                  <p:cNvGrpSpPr/>
                  <p:nvPr/>
                </p:nvGrpSpPr>
                <p:grpSpPr>
                  <a:xfrm>
                    <a:off x="4579164" y="3203653"/>
                    <a:ext cx="1244833" cy="1020397"/>
                    <a:chOff x="4579164" y="3203653"/>
                    <a:chExt cx="1244833" cy="1020397"/>
                  </a:xfrm>
                </p:grpSpPr>
                <p:sp>
                  <p:nvSpPr>
                    <p:cNvPr id="4470" name="Google Shape;4470;p138"/>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71" name="Google Shape;4471;p138"/>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72" name="Google Shape;4472;p138"/>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73" name="Google Shape;4473;p138"/>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74" name="Google Shape;4474;p138"/>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75" name="Google Shape;4475;p138"/>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76" name="Google Shape;4476;p138"/>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77" name="Google Shape;4477;p138"/>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478" name="Google Shape;4478;p138"/>
                    <p:cNvGrpSpPr/>
                    <p:nvPr/>
                  </p:nvGrpSpPr>
                  <p:grpSpPr>
                    <a:xfrm>
                      <a:off x="4579164" y="3203653"/>
                      <a:ext cx="1244833" cy="1020397"/>
                      <a:chOff x="4579164" y="3203653"/>
                      <a:chExt cx="1244833" cy="1020397"/>
                    </a:xfrm>
                  </p:grpSpPr>
                  <p:sp>
                    <p:nvSpPr>
                      <p:cNvPr id="4479" name="Google Shape;4479;p138"/>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0" name="Google Shape;4480;p138"/>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1" name="Google Shape;4481;p138"/>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2" name="Google Shape;4482;p138"/>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3" name="Google Shape;4483;p138"/>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4" name="Google Shape;4484;p138"/>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5" name="Google Shape;4485;p138"/>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6" name="Google Shape;4486;p138"/>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7" name="Google Shape;4487;p138"/>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8" name="Google Shape;4488;p138"/>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89" name="Google Shape;4489;p138"/>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90" name="Google Shape;4490;p138"/>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91" name="Google Shape;4491;p138"/>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92" name="Google Shape;4492;p138"/>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493" name="Google Shape;4493;p138"/>
                      <p:cNvGrpSpPr/>
                      <p:nvPr/>
                    </p:nvGrpSpPr>
                    <p:grpSpPr>
                      <a:xfrm>
                        <a:off x="4579164" y="3203653"/>
                        <a:ext cx="1244833" cy="1020397"/>
                        <a:chOff x="4579164" y="3203653"/>
                        <a:chExt cx="1244833" cy="1020397"/>
                      </a:xfrm>
                    </p:grpSpPr>
                    <p:sp>
                      <p:nvSpPr>
                        <p:cNvPr id="4494" name="Google Shape;4494;p138"/>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95" name="Google Shape;4495;p138"/>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96" name="Google Shape;4496;p138"/>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97" name="Google Shape;4497;p138"/>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98" name="Google Shape;4498;p138"/>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499" name="Google Shape;4499;p138"/>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0" name="Google Shape;4500;p138"/>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1" name="Google Shape;4501;p138"/>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2" name="Google Shape;4502;p138"/>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3" name="Google Shape;4503;p138"/>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4" name="Google Shape;4504;p138"/>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5" name="Google Shape;4505;p138"/>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6" name="Google Shape;4506;p138"/>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7" name="Google Shape;4507;p138"/>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8" name="Google Shape;4508;p138"/>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09" name="Google Shape;4509;p138"/>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10" name="Google Shape;4510;p138"/>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11" name="Google Shape;4511;p138"/>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12" name="Google Shape;4512;p138"/>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13" name="Google Shape;4513;p138"/>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14" name="Google Shape;4514;p138"/>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15" name="Google Shape;4515;p138"/>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16" name="Google Shape;4516;p138"/>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17" name="Google Shape;4517;p138"/>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518" name="Google Shape;4518;p138"/>
                        <p:cNvGrpSpPr/>
                        <p:nvPr/>
                      </p:nvGrpSpPr>
                      <p:grpSpPr>
                        <a:xfrm>
                          <a:off x="4579164" y="3203653"/>
                          <a:ext cx="1244833" cy="1020397"/>
                          <a:chOff x="4579164" y="3203653"/>
                          <a:chExt cx="1244833" cy="1020397"/>
                        </a:xfrm>
                      </p:grpSpPr>
                      <p:sp>
                        <p:nvSpPr>
                          <p:cNvPr id="4519" name="Google Shape;4519;p138"/>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520" name="Google Shape;4520;p138"/>
                          <p:cNvGrpSpPr/>
                          <p:nvPr/>
                        </p:nvGrpSpPr>
                        <p:grpSpPr>
                          <a:xfrm>
                            <a:off x="4579164" y="3203653"/>
                            <a:ext cx="1244833" cy="1020397"/>
                            <a:chOff x="4579164" y="3203653"/>
                            <a:chExt cx="1244833" cy="1020397"/>
                          </a:xfrm>
                        </p:grpSpPr>
                        <p:sp>
                          <p:nvSpPr>
                            <p:cNvPr id="4521" name="Google Shape;4521;p138"/>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22" name="Google Shape;4522;p138"/>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23" name="Google Shape;4523;p138"/>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24" name="Google Shape;4524;p138"/>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25" name="Google Shape;4525;p138"/>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26" name="Google Shape;4526;p138"/>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27" name="Google Shape;4527;p138"/>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528" name="Google Shape;4528;p138"/>
                            <p:cNvGrpSpPr/>
                            <p:nvPr/>
                          </p:nvGrpSpPr>
                          <p:grpSpPr>
                            <a:xfrm>
                              <a:off x="4579164" y="3203653"/>
                              <a:ext cx="1244833" cy="1020397"/>
                              <a:chOff x="4579164" y="3203653"/>
                              <a:chExt cx="1244833" cy="1020397"/>
                            </a:xfrm>
                          </p:grpSpPr>
                          <p:sp>
                            <p:nvSpPr>
                              <p:cNvPr id="4529" name="Google Shape;4529;p138"/>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0" name="Google Shape;4530;p138"/>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1" name="Google Shape;4531;p138"/>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2" name="Google Shape;4532;p138"/>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3" name="Google Shape;4533;p138"/>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4" name="Google Shape;4534;p138"/>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5" name="Google Shape;4535;p138"/>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6" name="Google Shape;4536;p138"/>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7" name="Google Shape;4537;p138"/>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8" name="Google Shape;4538;p138"/>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39" name="Google Shape;4539;p138"/>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40" name="Google Shape;4540;p138"/>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41" name="Google Shape;4541;p138"/>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542" name="Google Shape;4542;p138"/>
                              <p:cNvGrpSpPr/>
                              <p:nvPr/>
                            </p:nvGrpSpPr>
                            <p:grpSpPr>
                              <a:xfrm>
                                <a:off x="4579164" y="3203653"/>
                                <a:ext cx="1244833" cy="1020397"/>
                                <a:chOff x="4579164" y="3203653"/>
                                <a:chExt cx="1244833" cy="1020397"/>
                              </a:xfrm>
                            </p:grpSpPr>
                            <p:sp>
                              <p:nvSpPr>
                                <p:cNvPr id="4543" name="Google Shape;4543;p138"/>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44" name="Google Shape;4544;p138"/>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45" name="Google Shape;4545;p138"/>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46" name="Google Shape;4546;p138"/>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47" name="Google Shape;4547;p138"/>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48" name="Google Shape;4548;p138"/>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49" name="Google Shape;4549;p138"/>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550" name="Google Shape;4550;p138"/>
                                <p:cNvGrpSpPr/>
                                <p:nvPr/>
                              </p:nvGrpSpPr>
                              <p:grpSpPr>
                                <a:xfrm>
                                  <a:off x="4579164" y="3203653"/>
                                  <a:ext cx="1244833" cy="1020397"/>
                                  <a:chOff x="4579164" y="3203653"/>
                                  <a:chExt cx="1244833" cy="1020397"/>
                                </a:xfrm>
                              </p:grpSpPr>
                              <p:sp>
                                <p:nvSpPr>
                                  <p:cNvPr id="4551" name="Google Shape;4551;p138"/>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52" name="Google Shape;4552;p138"/>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53" name="Google Shape;4553;p138"/>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54" name="Google Shape;4554;p138"/>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55" name="Google Shape;4555;p138"/>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nvGrpSpPr>
                                  <p:cNvPr id="4556" name="Google Shape;4556;p138"/>
                                  <p:cNvGrpSpPr/>
                                  <p:nvPr/>
                                </p:nvGrpSpPr>
                                <p:grpSpPr>
                                  <a:xfrm>
                                    <a:off x="4579164" y="3203653"/>
                                    <a:ext cx="1244833" cy="1020397"/>
                                    <a:chOff x="4579164" y="3203653"/>
                                    <a:chExt cx="1244833" cy="1020397"/>
                                  </a:xfrm>
                                </p:grpSpPr>
                                <p:sp>
                                  <p:nvSpPr>
                                    <p:cNvPr id="4557" name="Google Shape;4557;p138"/>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58" name="Google Shape;4558;p138"/>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59" name="Google Shape;4559;p138"/>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60" name="Google Shape;4560;p138"/>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grpSp>
                        </p:grpSp>
                        <p:sp>
                          <p:nvSpPr>
                            <p:cNvPr id="4561" name="Google Shape;4561;p138"/>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62" name="Google Shape;4562;p138"/>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563" name="Google Shape;4563;p138"/>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sp>
                      <p:nvSpPr>
                        <p:cNvPr id="4564" name="Google Shape;4564;p138"/>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grpSp>
            </p:grpSp>
          </p:grpSp>
          <p:grpSp>
            <p:nvGrpSpPr>
              <p:cNvPr id="4565" name="Google Shape;4565;p138"/>
              <p:cNvGrpSpPr/>
              <p:nvPr/>
            </p:nvGrpSpPr>
            <p:grpSpPr>
              <a:xfrm>
                <a:off x="4595437" y="3598775"/>
                <a:ext cx="37776" cy="32451"/>
                <a:chOff x="4595437" y="3598775"/>
                <a:chExt cx="37776" cy="32451"/>
              </a:xfrm>
            </p:grpSpPr>
            <p:sp>
              <p:nvSpPr>
                <p:cNvPr id="4566" name="Google Shape;4566;p138"/>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67" name="Google Shape;4567;p138"/>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68" name="Google Shape;4568;p138"/>
              <p:cNvGrpSpPr/>
              <p:nvPr/>
            </p:nvGrpSpPr>
            <p:grpSpPr>
              <a:xfrm>
                <a:off x="4641864" y="3524443"/>
                <a:ext cx="37776" cy="32380"/>
                <a:chOff x="4641864" y="3524443"/>
                <a:chExt cx="37776" cy="32380"/>
              </a:xfrm>
            </p:grpSpPr>
            <p:sp>
              <p:nvSpPr>
                <p:cNvPr id="4569" name="Google Shape;4569;p138"/>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70" name="Google Shape;4570;p138"/>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71" name="Google Shape;4571;p138"/>
              <p:cNvGrpSpPr/>
              <p:nvPr/>
            </p:nvGrpSpPr>
            <p:grpSpPr>
              <a:xfrm>
                <a:off x="4648431" y="3893901"/>
                <a:ext cx="37776" cy="32357"/>
                <a:chOff x="4648431" y="3893901"/>
                <a:chExt cx="37776" cy="32357"/>
              </a:xfrm>
            </p:grpSpPr>
            <p:sp>
              <p:nvSpPr>
                <p:cNvPr id="4572" name="Google Shape;4572;p138"/>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73" name="Google Shape;4573;p138"/>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74" name="Google Shape;4574;p138"/>
              <p:cNvGrpSpPr/>
              <p:nvPr/>
            </p:nvGrpSpPr>
            <p:grpSpPr>
              <a:xfrm>
                <a:off x="4567752" y="3722908"/>
                <a:ext cx="37870" cy="32380"/>
                <a:chOff x="4567752" y="3722908"/>
                <a:chExt cx="37870" cy="32380"/>
              </a:xfrm>
            </p:grpSpPr>
            <p:sp>
              <p:nvSpPr>
                <p:cNvPr id="4575" name="Google Shape;4575;p138"/>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76" name="Google Shape;4576;p138"/>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77" name="Google Shape;4577;p138"/>
              <p:cNvGrpSpPr/>
              <p:nvPr/>
            </p:nvGrpSpPr>
            <p:grpSpPr>
              <a:xfrm>
                <a:off x="4617506" y="3652052"/>
                <a:ext cx="37783" cy="32357"/>
                <a:chOff x="4617506" y="3652052"/>
                <a:chExt cx="37783" cy="32357"/>
              </a:xfrm>
            </p:grpSpPr>
            <p:sp>
              <p:nvSpPr>
                <p:cNvPr id="4578" name="Google Shape;4578;p138"/>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79" name="Google Shape;4579;p138"/>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80" name="Google Shape;4580;p138"/>
              <p:cNvGrpSpPr/>
              <p:nvPr/>
            </p:nvGrpSpPr>
            <p:grpSpPr>
              <a:xfrm>
                <a:off x="4739005" y="3554149"/>
                <a:ext cx="37870" cy="32357"/>
                <a:chOff x="4739005" y="3554149"/>
                <a:chExt cx="37870" cy="32357"/>
              </a:xfrm>
            </p:grpSpPr>
            <p:sp>
              <p:nvSpPr>
                <p:cNvPr id="4581" name="Google Shape;4581;p138"/>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82" name="Google Shape;4582;p138"/>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83" name="Google Shape;4583;p138"/>
              <p:cNvGrpSpPr/>
              <p:nvPr/>
            </p:nvGrpSpPr>
            <p:grpSpPr>
              <a:xfrm>
                <a:off x="4806557" y="3630258"/>
                <a:ext cx="37776" cy="32364"/>
                <a:chOff x="4806557" y="3630258"/>
                <a:chExt cx="37776" cy="32364"/>
              </a:xfrm>
            </p:grpSpPr>
            <p:sp>
              <p:nvSpPr>
                <p:cNvPr id="4584" name="Google Shape;4584;p138"/>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85" name="Google Shape;4585;p138"/>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86" name="Google Shape;4586;p138"/>
              <p:cNvGrpSpPr/>
              <p:nvPr/>
            </p:nvGrpSpPr>
            <p:grpSpPr>
              <a:xfrm>
                <a:off x="4737007" y="4004357"/>
                <a:ext cx="37870" cy="32357"/>
                <a:chOff x="4737007" y="4004357"/>
                <a:chExt cx="37870" cy="32357"/>
              </a:xfrm>
            </p:grpSpPr>
            <p:sp>
              <p:nvSpPr>
                <p:cNvPr id="4587" name="Google Shape;4587;p138"/>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88" name="Google Shape;4588;p138"/>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89" name="Google Shape;4589;p138"/>
              <p:cNvGrpSpPr/>
              <p:nvPr/>
            </p:nvGrpSpPr>
            <p:grpSpPr>
              <a:xfrm>
                <a:off x="4773634" y="4208627"/>
                <a:ext cx="37776" cy="32357"/>
                <a:chOff x="4773634" y="4208627"/>
                <a:chExt cx="37776" cy="32357"/>
              </a:xfrm>
            </p:grpSpPr>
            <p:sp>
              <p:nvSpPr>
                <p:cNvPr id="4590" name="Google Shape;4590;p138"/>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91" name="Google Shape;4591;p138"/>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92" name="Google Shape;4592;p138"/>
              <p:cNvGrpSpPr/>
              <p:nvPr/>
            </p:nvGrpSpPr>
            <p:grpSpPr>
              <a:xfrm>
                <a:off x="4888282" y="4074764"/>
                <a:ext cx="37776" cy="32451"/>
                <a:chOff x="4888282" y="4074764"/>
                <a:chExt cx="37776" cy="32451"/>
              </a:xfrm>
            </p:grpSpPr>
            <p:sp>
              <p:nvSpPr>
                <p:cNvPr id="4593" name="Google Shape;4593;p138"/>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94" name="Google Shape;4594;p138"/>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95" name="Google Shape;4595;p138"/>
              <p:cNvGrpSpPr/>
              <p:nvPr/>
            </p:nvGrpSpPr>
            <p:grpSpPr>
              <a:xfrm>
                <a:off x="4901315" y="3804271"/>
                <a:ext cx="37776" cy="32364"/>
                <a:chOff x="4901315" y="3804271"/>
                <a:chExt cx="37776" cy="32364"/>
              </a:xfrm>
            </p:grpSpPr>
            <p:sp>
              <p:nvSpPr>
                <p:cNvPr id="4596" name="Google Shape;4596;p138"/>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597" name="Google Shape;4597;p138"/>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598" name="Google Shape;4598;p138"/>
              <p:cNvGrpSpPr/>
              <p:nvPr/>
            </p:nvGrpSpPr>
            <p:grpSpPr>
              <a:xfrm>
                <a:off x="4866394" y="3715035"/>
                <a:ext cx="37846" cy="32357"/>
                <a:chOff x="4866394" y="3715035"/>
                <a:chExt cx="37846" cy="32357"/>
              </a:xfrm>
            </p:grpSpPr>
            <p:sp>
              <p:nvSpPr>
                <p:cNvPr id="4599" name="Google Shape;4599;p138"/>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00" name="Google Shape;4600;p138"/>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01" name="Google Shape;4601;p138"/>
              <p:cNvGrpSpPr/>
              <p:nvPr/>
            </p:nvGrpSpPr>
            <p:grpSpPr>
              <a:xfrm>
                <a:off x="4979233" y="3839798"/>
                <a:ext cx="37878" cy="32420"/>
                <a:chOff x="4979233" y="3839798"/>
                <a:chExt cx="37878" cy="32420"/>
              </a:xfrm>
            </p:grpSpPr>
            <p:sp>
              <p:nvSpPr>
                <p:cNvPr id="4602" name="Google Shape;4602;p138"/>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03" name="Google Shape;4603;p138"/>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04" name="Google Shape;4604;p138"/>
              <p:cNvGrpSpPr/>
              <p:nvPr/>
            </p:nvGrpSpPr>
            <p:grpSpPr>
              <a:xfrm>
                <a:off x="4790662" y="3679147"/>
                <a:ext cx="37783" cy="32380"/>
                <a:chOff x="4790662" y="3679147"/>
                <a:chExt cx="37783" cy="32380"/>
              </a:xfrm>
            </p:grpSpPr>
            <p:sp>
              <p:nvSpPr>
                <p:cNvPr id="4605" name="Google Shape;4605;p138"/>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06" name="Google Shape;4606;p138"/>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07" name="Google Shape;4607;p138"/>
              <p:cNvGrpSpPr/>
              <p:nvPr/>
            </p:nvGrpSpPr>
            <p:grpSpPr>
              <a:xfrm>
                <a:off x="4857263" y="3557861"/>
                <a:ext cx="37776" cy="32357"/>
                <a:chOff x="4857263" y="3557861"/>
                <a:chExt cx="37776" cy="32357"/>
              </a:xfrm>
            </p:grpSpPr>
            <p:sp>
              <p:nvSpPr>
                <p:cNvPr id="4608" name="Google Shape;4608;p138"/>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09" name="Google Shape;4609;p138"/>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10" name="Google Shape;4610;p138"/>
              <p:cNvGrpSpPr/>
              <p:nvPr/>
            </p:nvGrpSpPr>
            <p:grpSpPr>
              <a:xfrm>
                <a:off x="4883902" y="3648033"/>
                <a:ext cx="37783" cy="32380"/>
                <a:chOff x="4883902" y="3648033"/>
                <a:chExt cx="37783" cy="32380"/>
              </a:xfrm>
            </p:grpSpPr>
            <p:sp>
              <p:nvSpPr>
                <p:cNvPr id="4611" name="Google Shape;4611;p138"/>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12" name="Google Shape;4612;p138"/>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13" name="Google Shape;4613;p138"/>
              <p:cNvGrpSpPr/>
              <p:nvPr/>
            </p:nvGrpSpPr>
            <p:grpSpPr>
              <a:xfrm>
                <a:off x="4907780" y="3347220"/>
                <a:ext cx="37878" cy="32357"/>
                <a:chOff x="4907780" y="3347220"/>
                <a:chExt cx="37878" cy="32357"/>
              </a:xfrm>
            </p:grpSpPr>
            <p:sp>
              <p:nvSpPr>
                <p:cNvPr id="4614" name="Google Shape;4614;p138"/>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15" name="Google Shape;4615;p138"/>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16" name="Google Shape;4616;p138"/>
              <p:cNvGrpSpPr/>
              <p:nvPr/>
            </p:nvGrpSpPr>
            <p:grpSpPr>
              <a:xfrm>
                <a:off x="5065048" y="3738150"/>
                <a:ext cx="37783" cy="32364"/>
                <a:chOff x="5065048" y="3738150"/>
                <a:chExt cx="37783" cy="32364"/>
              </a:xfrm>
            </p:grpSpPr>
            <p:sp>
              <p:nvSpPr>
                <p:cNvPr id="4617" name="Google Shape;4617;p138"/>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18" name="Google Shape;4618;p138"/>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19" name="Google Shape;4619;p138"/>
              <p:cNvGrpSpPr/>
              <p:nvPr/>
            </p:nvGrpSpPr>
            <p:grpSpPr>
              <a:xfrm>
                <a:off x="5071616" y="3284615"/>
                <a:ext cx="37783" cy="32357"/>
                <a:chOff x="5071616" y="3284615"/>
                <a:chExt cx="37783" cy="32357"/>
              </a:xfrm>
            </p:grpSpPr>
            <p:sp>
              <p:nvSpPr>
                <p:cNvPr id="4620" name="Google Shape;4620;p138"/>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21" name="Google Shape;4621;p138"/>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22" name="Google Shape;4622;p138"/>
              <p:cNvGrpSpPr/>
              <p:nvPr/>
            </p:nvGrpSpPr>
            <p:grpSpPr>
              <a:xfrm>
                <a:off x="5389291" y="3759921"/>
                <a:ext cx="37783" cy="32380"/>
                <a:chOff x="5389291" y="3759921"/>
                <a:chExt cx="37783" cy="32380"/>
              </a:xfrm>
            </p:grpSpPr>
            <p:sp>
              <p:nvSpPr>
                <p:cNvPr id="4623" name="Google Shape;4623;p138"/>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24" name="Google Shape;4624;p138"/>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25" name="Google Shape;4625;p138"/>
              <p:cNvGrpSpPr/>
              <p:nvPr/>
            </p:nvGrpSpPr>
            <p:grpSpPr>
              <a:xfrm>
                <a:off x="5431534" y="3632932"/>
                <a:ext cx="37878" cy="32451"/>
                <a:chOff x="5431534" y="3632932"/>
                <a:chExt cx="37878" cy="32451"/>
              </a:xfrm>
            </p:grpSpPr>
            <p:sp>
              <p:nvSpPr>
                <p:cNvPr id="4626" name="Google Shape;4626;p138"/>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27" name="Google Shape;4627;p138"/>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28" name="Google Shape;4628;p138"/>
              <p:cNvGrpSpPr/>
              <p:nvPr/>
            </p:nvGrpSpPr>
            <p:grpSpPr>
              <a:xfrm>
                <a:off x="5540755" y="3544829"/>
                <a:ext cx="37783" cy="32357"/>
                <a:chOff x="5540755" y="3544829"/>
                <a:chExt cx="37783" cy="32357"/>
              </a:xfrm>
            </p:grpSpPr>
            <p:sp>
              <p:nvSpPr>
                <p:cNvPr id="4629" name="Google Shape;4629;p138"/>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30" name="Google Shape;4630;p138"/>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31" name="Google Shape;4631;p138"/>
              <p:cNvGrpSpPr/>
              <p:nvPr/>
            </p:nvGrpSpPr>
            <p:grpSpPr>
              <a:xfrm>
                <a:off x="5579293" y="3412107"/>
                <a:ext cx="37776" cy="32357"/>
                <a:chOff x="5579293" y="3412107"/>
                <a:chExt cx="37776" cy="32357"/>
              </a:xfrm>
            </p:grpSpPr>
            <p:sp>
              <p:nvSpPr>
                <p:cNvPr id="4632" name="Google Shape;4632;p138"/>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33" name="Google Shape;4633;p138"/>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34" name="Google Shape;4634;p138"/>
              <p:cNvGrpSpPr/>
              <p:nvPr/>
            </p:nvGrpSpPr>
            <p:grpSpPr>
              <a:xfrm>
                <a:off x="5801346" y="3284615"/>
                <a:ext cx="37783" cy="32357"/>
                <a:chOff x="5801346" y="3284615"/>
                <a:chExt cx="37783" cy="32357"/>
              </a:xfrm>
            </p:grpSpPr>
            <p:sp>
              <p:nvSpPr>
                <p:cNvPr id="4635" name="Google Shape;4635;p138"/>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36" name="Google Shape;4636;p138"/>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37" name="Google Shape;4637;p138"/>
              <p:cNvGrpSpPr/>
              <p:nvPr/>
            </p:nvGrpSpPr>
            <p:grpSpPr>
              <a:xfrm>
                <a:off x="5763578" y="3399067"/>
                <a:ext cx="37776" cy="32364"/>
                <a:chOff x="5763578" y="3399067"/>
                <a:chExt cx="37776" cy="32364"/>
              </a:xfrm>
            </p:grpSpPr>
            <p:sp>
              <p:nvSpPr>
                <p:cNvPr id="4638" name="Google Shape;4638;p138"/>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39" name="Google Shape;4639;p138"/>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40" name="Google Shape;4640;p138"/>
              <p:cNvGrpSpPr/>
              <p:nvPr/>
            </p:nvGrpSpPr>
            <p:grpSpPr>
              <a:xfrm>
                <a:off x="5395858" y="3230952"/>
                <a:ext cx="37776" cy="32364"/>
                <a:chOff x="5395858" y="3230952"/>
                <a:chExt cx="37776" cy="32364"/>
              </a:xfrm>
            </p:grpSpPr>
            <p:sp>
              <p:nvSpPr>
                <p:cNvPr id="4641" name="Google Shape;4641;p138"/>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42" name="Google Shape;4642;p138"/>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43" name="Google Shape;4643;p138"/>
              <p:cNvGrpSpPr/>
              <p:nvPr/>
            </p:nvGrpSpPr>
            <p:grpSpPr>
              <a:xfrm>
                <a:off x="5264088" y="3188237"/>
                <a:ext cx="37776" cy="32357"/>
                <a:chOff x="5264088" y="3188237"/>
                <a:chExt cx="37776" cy="32357"/>
              </a:xfrm>
            </p:grpSpPr>
            <p:sp>
              <p:nvSpPr>
                <p:cNvPr id="4644" name="Google Shape;4644;p138"/>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45" name="Google Shape;4645;p138"/>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46" name="Google Shape;4646;p138"/>
              <p:cNvGrpSpPr/>
              <p:nvPr/>
            </p:nvGrpSpPr>
            <p:grpSpPr>
              <a:xfrm>
                <a:off x="5585758" y="3237425"/>
                <a:ext cx="37878" cy="32357"/>
                <a:chOff x="5585758" y="3237425"/>
                <a:chExt cx="37878" cy="32357"/>
              </a:xfrm>
            </p:grpSpPr>
            <p:sp>
              <p:nvSpPr>
                <p:cNvPr id="4647" name="Google Shape;4647;p138"/>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48" name="Google Shape;4648;p138"/>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49" name="Google Shape;4649;p138"/>
              <p:cNvGrpSpPr/>
              <p:nvPr/>
            </p:nvGrpSpPr>
            <p:grpSpPr>
              <a:xfrm>
                <a:off x="4874196" y="3291088"/>
                <a:ext cx="37878" cy="32451"/>
                <a:chOff x="4874196" y="3291088"/>
                <a:chExt cx="37878" cy="32451"/>
              </a:xfrm>
            </p:grpSpPr>
            <p:sp>
              <p:nvSpPr>
                <p:cNvPr id="4650" name="Google Shape;4650;p138"/>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51" name="Google Shape;4651;p138"/>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52" name="Google Shape;4652;p138"/>
              <p:cNvGrpSpPr/>
              <p:nvPr/>
            </p:nvGrpSpPr>
            <p:grpSpPr>
              <a:xfrm>
                <a:off x="5197770" y="3785466"/>
                <a:ext cx="37783" cy="32427"/>
                <a:chOff x="5197770" y="3785466"/>
                <a:chExt cx="37783" cy="32427"/>
              </a:xfrm>
            </p:grpSpPr>
            <p:sp>
              <p:nvSpPr>
                <p:cNvPr id="4653" name="Google Shape;4653;p138"/>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54" name="Google Shape;4654;p138"/>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55" name="Google Shape;4655;p138"/>
              <p:cNvGrpSpPr/>
              <p:nvPr/>
            </p:nvGrpSpPr>
            <p:grpSpPr>
              <a:xfrm>
                <a:off x="5177699" y="3492117"/>
                <a:ext cx="37776" cy="32357"/>
                <a:chOff x="5177699" y="3492117"/>
                <a:chExt cx="37776" cy="32357"/>
              </a:xfrm>
            </p:grpSpPr>
            <p:sp>
              <p:nvSpPr>
                <p:cNvPr id="4656" name="Google Shape;4656;p138"/>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57" name="Google Shape;4657;p138"/>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58" name="Google Shape;4658;p138"/>
              <p:cNvGrpSpPr/>
              <p:nvPr/>
            </p:nvGrpSpPr>
            <p:grpSpPr>
              <a:xfrm>
                <a:off x="5349431" y="3622346"/>
                <a:ext cx="37870" cy="32380"/>
                <a:chOff x="5349431" y="3622346"/>
                <a:chExt cx="37870" cy="32380"/>
              </a:xfrm>
            </p:grpSpPr>
            <p:sp>
              <p:nvSpPr>
                <p:cNvPr id="4659" name="Google Shape;4659;p138"/>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60" name="Google Shape;4660;p138"/>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61" name="Google Shape;4661;p138"/>
              <p:cNvGrpSpPr/>
              <p:nvPr/>
            </p:nvGrpSpPr>
            <p:grpSpPr>
              <a:xfrm>
                <a:off x="5068855" y="3563980"/>
                <a:ext cx="53954" cy="46223"/>
                <a:chOff x="5068855" y="3563980"/>
                <a:chExt cx="53954" cy="46223"/>
              </a:xfrm>
            </p:grpSpPr>
            <p:sp>
              <p:nvSpPr>
                <p:cNvPr id="4662" name="Google Shape;4662;p138"/>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63" name="Google Shape;4663;p138"/>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64" name="Google Shape;4664;p138"/>
              <p:cNvGrpSpPr/>
              <p:nvPr/>
            </p:nvGrpSpPr>
            <p:grpSpPr>
              <a:xfrm>
                <a:off x="5037654" y="3392507"/>
                <a:ext cx="37870" cy="32451"/>
                <a:chOff x="5037654" y="3392507"/>
                <a:chExt cx="37870" cy="32451"/>
              </a:xfrm>
            </p:grpSpPr>
            <p:sp>
              <p:nvSpPr>
                <p:cNvPr id="4665" name="Google Shape;4665;p138"/>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66" name="Google Shape;4666;p138"/>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67" name="Google Shape;4667;p138"/>
              <p:cNvGrpSpPr/>
              <p:nvPr/>
            </p:nvGrpSpPr>
            <p:grpSpPr>
              <a:xfrm>
                <a:off x="5456560" y="3368629"/>
                <a:ext cx="37870" cy="32451"/>
                <a:chOff x="5456560" y="3368629"/>
                <a:chExt cx="37870" cy="32451"/>
              </a:xfrm>
            </p:grpSpPr>
            <p:sp>
              <p:nvSpPr>
                <p:cNvPr id="4668" name="Google Shape;4668;p138"/>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69" name="Google Shape;4669;p138"/>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70" name="Google Shape;4670;p138"/>
              <p:cNvGrpSpPr/>
              <p:nvPr/>
            </p:nvGrpSpPr>
            <p:grpSpPr>
              <a:xfrm>
                <a:off x="4755749" y="3501516"/>
                <a:ext cx="46246" cy="39608"/>
                <a:chOff x="4755749" y="3501516"/>
                <a:chExt cx="46246" cy="39608"/>
              </a:xfrm>
            </p:grpSpPr>
            <p:sp>
              <p:nvSpPr>
                <p:cNvPr id="4671" name="Google Shape;4671;p138"/>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72" name="Google Shape;4672;p138"/>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73" name="Google Shape;4673;p138"/>
              <p:cNvGrpSpPr/>
              <p:nvPr/>
            </p:nvGrpSpPr>
            <p:grpSpPr>
              <a:xfrm>
                <a:off x="4681346" y="3485582"/>
                <a:ext cx="37783" cy="32427"/>
                <a:chOff x="4681346" y="3485582"/>
                <a:chExt cx="37783" cy="32427"/>
              </a:xfrm>
            </p:grpSpPr>
            <p:sp>
              <p:nvSpPr>
                <p:cNvPr id="4674" name="Google Shape;4674;p138"/>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75" name="Google Shape;4675;p138"/>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76" name="Google Shape;4676;p138"/>
              <p:cNvGrpSpPr/>
              <p:nvPr/>
            </p:nvGrpSpPr>
            <p:grpSpPr>
              <a:xfrm>
                <a:off x="4767067" y="3291088"/>
                <a:ext cx="37878" cy="32451"/>
                <a:chOff x="4767067" y="3291088"/>
                <a:chExt cx="37878" cy="32451"/>
              </a:xfrm>
            </p:grpSpPr>
            <p:sp>
              <p:nvSpPr>
                <p:cNvPr id="4677" name="Google Shape;4677;p138"/>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78" name="Google Shape;4678;p138"/>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79" name="Google Shape;4679;p138"/>
              <p:cNvGrpSpPr/>
              <p:nvPr/>
            </p:nvGrpSpPr>
            <p:grpSpPr>
              <a:xfrm>
                <a:off x="4687819" y="3405539"/>
                <a:ext cx="37776" cy="32451"/>
                <a:chOff x="4687819" y="3405539"/>
                <a:chExt cx="37776" cy="32451"/>
              </a:xfrm>
            </p:grpSpPr>
            <p:sp>
              <p:nvSpPr>
                <p:cNvPr id="4680" name="Google Shape;4680;p138"/>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81" name="Google Shape;4681;p138"/>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82" name="Google Shape;4682;p138"/>
              <p:cNvGrpSpPr/>
              <p:nvPr/>
            </p:nvGrpSpPr>
            <p:grpSpPr>
              <a:xfrm>
                <a:off x="4923101" y="3444809"/>
                <a:ext cx="52813" cy="45318"/>
                <a:chOff x="4923101" y="3444809"/>
                <a:chExt cx="52813" cy="45318"/>
              </a:xfrm>
            </p:grpSpPr>
            <p:sp>
              <p:nvSpPr>
                <p:cNvPr id="4683" name="Google Shape;4683;p138"/>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84" name="Google Shape;4684;p138"/>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85" name="Google Shape;4685;p138"/>
              <p:cNvGrpSpPr/>
              <p:nvPr/>
            </p:nvGrpSpPr>
            <p:grpSpPr>
              <a:xfrm>
                <a:off x="4846040" y="3654750"/>
                <a:ext cx="31405" cy="26993"/>
                <a:chOff x="4846040" y="3654750"/>
                <a:chExt cx="31405" cy="26993"/>
              </a:xfrm>
            </p:grpSpPr>
            <p:sp>
              <p:nvSpPr>
                <p:cNvPr id="4686" name="Google Shape;4686;p138"/>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87" name="Google Shape;4687;p138"/>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88" name="Google Shape;4688;p138"/>
              <p:cNvGrpSpPr/>
              <p:nvPr/>
            </p:nvGrpSpPr>
            <p:grpSpPr>
              <a:xfrm>
                <a:off x="4925673" y="3691700"/>
                <a:ext cx="40253" cy="34472"/>
                <a:chOff x="4925673" y="3691700"/>
                <a:chExt cx="40253" cy="34472"/>
              </a:xfrm>
            </p:grpSpPr>
            <p:sp>
              <p:nvSpPr>
                <p:cNvPr id="4689" name="Google Shape;4689;p138"/>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90" name="Google Shape;4690;p138"/>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91" name="Google Shape;4691;p138"/>
              <p:cNvGrpSpPr/>
              <p:nvPr/>
            </p:nvGrpSpPr>
            <p:grpSpPr>
              <a:xfrm>
                <a:off x="4894653" y="3740848"/>
                <a:ext cx="31405" cy="26906"/>
                <a:chOff x="4894653" y="3740848"/>
                <a:chExt cx="31405" cy="26906"/>
              </a:xfrm>
            </p:grpSpPr>
            <p:sp>
              <p:nvSpPr>
                <p:cNvPr id="4692" name="Google Shape;4692;p138"/>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93" name="Google Shape;4693;p138"/>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94" name="Google Shape;4694;p138"/>
              <p:cNvGrpSpPr/>
              <p:nvPr/>
            </p:nvGrpSpPr>
            <p:grpSpPr>
              <a:xfrm>
                <a:off x="4962300" y="3696348"/>
                <a:ext cx="38255" cy="32773"/>
                <a:chOff x="4962300" y="3696348"/>
                <a:chExt cx="38255" cy="32773"/>
              </a:xfrm>
            </p:grpSpPr>
            <p:sp>
              <p:nvSpPr>
                <p:cNvPr id="4695" name="Google Shape;4695;p138"/>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96" name="Google Shape;4696;p138"/>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697" name="Google Shape;4697;p138"/>
              <p:cNvGrpSpPr/>
              <p:nvPr/>
            </p:nvGrpSpPr>
            <p:grpSpPr>
              <a:xfrm>
                <a:off x="4980185" y="3743349"/>
                <a:ext cx="31499" cy="26969"/>
                <a:chOff x="4980185" y="3743349"/>
                <a:chExt cx="31499" cy="26969"/>
              </a:xfrm>
            </p:grpSpPr>
            <p:sp>
              <p:nvSpPr>
                <p:cNvPr id="4698" name="Google Shape;4698;p138"/>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699" name="Google Shape;4699;p138"/>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00" name="Google Shape;4700;p138"/>
              <p:cNvGrpSpPr/>
              <p:nvPr/>
            </p:nvGrpSpPr>
            <p:grpSpPr>
              <a:xfrm>
                <a:off x="5013768" y="3734312"/>
                <a:ext cx="31499" cy="26969"/>
                <a:chOff x="5013768" y="3734312"/>
                <a:chExt cx="31499" cy="26969"/>
              </a:xfrm>
            </p:grpSpPr>
            <p:sp>
              <p:nvSpPr>
                <p:cNvPr id="4701" name="Google Shape;4701;p138"/>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02" name="Google Shape;4702;p138"/>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03" name="Google Shape;4703;p138"/>
              <p:cNvGrpSpPr/>
              <p:nvPr/>
            </p:nvGrpSpPr>
            <p:grpSpPr>
              <a:xfrm>
                <a:off x="5036703" y="3764545"/>
                <a:ext cx="31499" cy="26898"/>
                <a:chOff x="5036703" y="3764545"/>
                <a:chExt cx="31499" cy="26898"/>
              </a:xfrm>
            </p:grpSpPr>
            <p:sp>
              <p:nvSpPr>
                <p:cNvPr id="4704" name="Google Shape;4704;p138"/>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05" name="Google Shape;4705;p138"/>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06" name="Google Shape;4706;p138"/>
              <p:cNvGrpSpPr/>
              <p:nvPr/>
            </p:nvGrpSpPr>
            <p:grpSpPr>
              <a:xfrm>
                <a:off x="4953546" y="3768352"/>
                <a:ext cx="31405" cy="26898"/>
                <a:chOff x="4953546" y="3768352"/>
                <a:chExt cx="31405" cy="26898"/>
              </a:xfrm>
            </p:grpSpPr>
            <p:sp>
              <p:nvSpPr>
                <p:cNvPr id="4707" name="Google Shape;4707;p138"/>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08" name="Google Shape;4708;p138"/>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09" name="Google Shape;4709;p138"/>
              <p:cNvGrpSpPr/>
              <p:nvPr/>
            </p:nvGrpSpPr>
            <p:grpSpPr>
              <a:xfrm>
                <a:off x="4964770" y="3814016"/>
                <a:ext cx="31499" cy="26993"/>
                <a:chOff x="4964770" y="3814016"/>
                <a:chExt cx="31499" cy="26993"/>
              </a:xfrm>
            </p:grpSpPr>
            <p:sp>
              <p:nvSpPr>
                <p:cNvPr id="4710" name="Google Shape;4710;p138"/>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11" name="Google Shape;4711;p138"/>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12" name="Google Shape;4712;p138"/>
              <p:cNvGrpSpPr/>
              <p:nvPr/>
            </p:nvGrpSpPr>
            <p:grpSpPr>
              <a:xfrm>
                <a:off x="4923290" y="3800504"/>
                <a:ext cx="31468" cy="26898"/>
                <a:chOff x="4923290" y="3800504"/>
                <a:chExt cx="31468" cy="26898"/>
              </a:xfrm>
            </p:grpSpPr>
            <p:sp>
              <p:nvSpPr>
                <p:cNvPr id="4713" name="Google Shape;4713;p138"/>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14" name="Google Shape;4714;p138"/>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15" name="Google Shape;4715;p138"/>
              <p:cNvGrpSpPr/>
              <p:nvPr/>
            </p:nvGrpSpPr>
            <p:grpSpPr>
              <a:xfrm>
                <a:off x="5108534" y="3650943"/>
                <a:ext cx="31405" cy="26993"/>
                <a:chOff x="5108534" y="3650943"/>
                <a:chExt cx="31405" cy="26993"/>
              </a:xfrm>
            </p:grpSpPr>
            <p:sp>
              <p:nvSpPr>
                <p:cNvPr id="4716" name="Google Shape;4716;p138"/>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17" name="Google Shape;4717;p138"/>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18" name="Google Shape;4718;p138"/>
              <p:cNvGrpSpPr/>
              <p:nvPr/>
            </p:nvGrpSpPr>
            <p:grpSpPr>
              <a:xfrm>
                <a:off x="5119380" y="3760739"/>
                <a:ext cx="31499" cy="26993"/>
                <a:chOff x="5119380" y="3760739"/>
                <a:chExt cx="31499" cy="26993"/>
              </a:xfrm>
            </p:grpSpPr>
            <p:sp>
              <p:nvSpPr>
                <p:cNvPr id="4719" name="Google Shape;4719;p138"/>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20" name="Google Shape;4720;p138"/>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21" name="Google Shape;4721;p138"/>
              <p:cNvGrpSpPr/>
              <p:nvPr/>
            </p:nvGrpSpPr>
            <p:grpSpPr>
              <a:xfrm>
                <a:off x="5119380" y="3788235"/>
                <a:ext cx="31499" cy="26993"/>
                <a:chOff x="5119380" y="3788235"/>
                <a:chExt cx="31499" cy="26993"/>
              </a:xfrm>
            </p:grpSpPr>
            <p:sp>
              <p:nvSpPr>
                <p:cNvPr id="4722" name="Google Shape;4722;p138"/>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23" name="Google Shape;4723;p138"/>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24" name="Google Shape;4724;p138"/>
              <p:cNvGrpSpPr/>
              <p:nvPr/>
            </p:nvGrpSpPr>
            <p:grpSpPr>
              <a:xfrm>
                <a:off x="5158005" y="3875284"/>
                <a:ext cx="31405" cy="27001"/>
                <a:chOff x="5158005" y="3875284"/>
                <a:chExt cx="31405" cy="27001"/>
              </a:xfrm>
            </p:grpSpPr>
            <p:sp>
              <p:nvSpPr>
                <p:cNvPr id="4725" name="Google Shape;4725;p138"/>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26" name="Google Shape;4726;p138"/>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27" name="Google Shape;4727;p138"/>
              <p:cNvGrpSpPr/>
              <p:nvPr/>
            </p:nvGrpSpPr>
            <p:grpSpPr>
              <a:xfrm>
                <a:off x="5233163" y="3764545"/>
                <a:ext cx="31499" cy="26898"/>
                <a:chOff x="5233163" y="3764545"/>
                <a:chExt cx="31499" cy="26898"/>
              </a:xfrm>
            </p:grpSpPr>
            <p:sp>
              <p:nvSpPr>
                <p:cNvPr id="4728" name="Google Shape;4728;p138"/>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29" name="Google Shape;4729;p138"/>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30" name="Google Shape;4730;p138"/>
              <p:cNvGrpSpPr/>
              <p:nvPr/>
            </p:nvGrpSpPr>
            <p:grpSpPr>
              <a:xfrm>
                <a:off x="5276168" y="3805545"/>
                <a:ext cx="31499" cy="26906"/>
                <a:chOff x="5276168" y="3805545"/>
                <a:chExt cx="31499" cy="26906"/>
              </a:xfrm>
            </p:grpSpPr>
            <p:sp>
              <p:nvSpPr>
                <p:cNvPr id="4731" name="Google Shape;4731;p138"/>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32" name="Google Shape;4732;p138"/>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33" name="Google Shape;4733;p138"/>
              <p:cNvGrpSpPr/>
              <p:nvPr/>
            </p:nvGrpSpPr>
            <p:grpSpPr>
              <a:xfrm>
                <a:off x="5294053" y="3851933"/>
                <a:ext cx="31405" cy="26945"/>
                <a:chOff x="5294053" y="3851933"/>
                <a:chExt cx="31405" cy="26945"/>
              </a:xfrm>
            </p:grpSpPr>
            <p:sp>
              <p:nvSpPr>
                <p:cNvPr id="4734" name="Google Shape;4734;p138"/>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35" name="Google Shape;4735;p138"/>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36" name="Google Shape;4736;p138"/>
              <p:cNvGrpSpPr/>
              <p:nvPr/>
            </p:nvGrpSpPr>
            <p:grpSpPr>
              <a:xfrm>
                <a:off x="5341723" y="3851902"/>
                <a:ext cx="31405" cy="26977"/>
                <a:chOff x="5341723" y="3851902"/>
                <a:chExt cx="31405" cy="26977"/>
              </a:xfrm>
            </p:grpSpPr>
            <p:sp>
              <p:nvSpPr>
                <p:cNvPr id="4737" name="Google Shape;4737;p138"/>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38" name="Google Shape;4738;p138"/>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39" name="Google Shape;4739;p138"/>
              <p:cNvGrpSpPr/>
              <p:nvPr/>
            </p:nvGrpSpPr>
            <p:grpSpPr>
              <a:xfrm>
                <a:off x="5054871" y="3507855"/>
                <a:ext cx="31405" cy="26993"/>
                <a:chOff x="5054871" y="3507855"/>
                <a:chExt cx="31405" cy="26993"/>
              </a:xfrm>
            </p:grpSpPr>
            <p:sp>
              <p:nvSpPr>
                <p:cNvPr id="4740" name="Google Shape;4740;p138"/>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41" name="Google Shape;4741;p138"/>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42" name="Google Shape;4742;p138"/>
              <p:cNvGrpSpPr/>
              <p:nvPr/>
            </p:nvGrpSpPr>
            <p:grpSpPr>
              <a:xfrm>
                <a:off x="4876579" y="3675325"/>
                <a:ext cx="31405" cy="26969"/>
                <a:chOff x="4876579" y="3675325"/>
                <a:chExt cx="31405" cy="26969"/>
              </a:xfrm>
            </p:grpSpPr>
            <p:sp>
              <p:nvSpPr>
                <p:cNvPr id="4743" name="Google Shape;4743;p138"/>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44" name="Google Shape;4744;p138"/>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45" name="Google Shape;4745;p138"/>
              <p:cNvGrpSpPr/>
              <p:nvPr/>
            </p:nvGrpSpPr>
            <p:grpSpPr>
              <a:xfrm>
                <a:off x="4842233" y="3688333"/>
                <a:ext cx="31405" cy="26993"/>
                <a:chOff x="4842233" y="3688333"/>
                <a:chExt cx="31405" cy="26993"/>
              </a:xfrm>
            </p:grpSpPr>
            <p:sp>
              <p:nvSpPr>
                <p:cNvPr id="4746" name="Google Shape;4746;p138"/>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47" name="Google Shape;4747;p138"/>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48" name="Google Shape;4748;p138"/>
              <p:cNvGrpSpPr/>
              <p:nvPr/>
            </p:nvGrpSpPr>
            <p:grpSpPr>
              <a:xfrm>
                <a:off x="5187876" y="3608032"/>
                <a:ext cx="31405" cy="27001"/>
                <a:chOff x="5187876" y="3608032"/>
                <a:chExt cx="31405" cy="27001"/>
              </a:xfrm>
            </p:grpSpPr>
            <p:sp>
              <p:nvSpPr>
                <p:cNvPr id="4749" name="Google Shape;4749;p138"/>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50" name="Google Shape;4750;p138"/>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
            <p:nvSpPr>
              <p:cNvPr id="4751" name="Google Shape;4751;p138"/>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52" name="Google Shape;4752;p138"/>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nvGrpSpPr>
              <p:cNvPr id="4753" name="Google Shape;4753;p138"/>
              <p:cNvGrpSpPr/>
              <p:nvPr/>
            </p:nvGrpSpPr>
            <p:grpSpPr>
              <a:xfrm>
                <a:off x="5269224" y="3304167"/>
                <a:ext cx="40253" cy="34402"/>
                <a:chOff x="5269224" y="3304167"/>
                <a:chExt cx="40253" cy="34402"/>
              </a:xfrm>
            </p:grpSpPr>
            <p:sp>
              <p:nvSpPr>
                <p:cNvPr id="4754" name="Google Shape;4754;p138"/>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55" name="Google Shape;4755;p138"/>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56" name="Google Shape;4756;p138"/>
              <p:cNvGrpSpPr/>
              <p:nvPr/>
            </p:nvGrpSpPr>
            <p:grpSpPr>
              <a:xfrm>
                <a:off x="5327354" y="3476615"/>
                <a:ext cx="49864" cy="42723"/>
                <a:chOff x="5327354" y="3476615"/>
                <a:chExt cx="49864" cy="42723"/>
              </a:xfrm>
            </p:grpSpPr>
            <p:sp>
              <p:nvSpPr>
                <p:cNvPr id="4757" name="Google Shape;4757;p138"/>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58" name="Google Shape;4758;p138"/>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
            <p:nvSpPr>
              <p:cNvPr id="4759" name="Google Shape;4759;p138"/>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60" name="Google Shape;4760;p138"/>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nvGrpSpPr>
              <p:cNvPr id="4761" name="Google Shape;4761;p138"/>
              <p:cNvGrpSpPr/>
              <p:nvPr/>
            </p:nvGrpSpPr>
            <p:grpSpPr>
              <a:xfrm>
                <a:off x="5341723" y="3775957"/>
                <a:ext cx="31405" cy="26898"/>
                <a:chOff x="5341723" y="3775957"/>
                <a:chExt cx="31405" cy="26898"/>
              </a:xfrm>
            </p:grpSpPr>
            <p:sp>
              <p:nvSpPr>
                <p:cNvPr id="4762" name="Google Shape;4762;p138"/>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63" name="Google Shape;4763;p138"/>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64" name="Google Shape;4764;p138"/>
              <p:cNvGrpSpPr/>
              <p:nvPr/>
            </p:nvGrpSpPr>
            <p:grpSpPr>
              <a:xfrm>
                <a:off x="5439053" y="3699274"/>
                <a:ext cx="31405" cy="26898"/>
                <a:chOff x="5439053" y="3699274"/>
                <a:chExt cx="31405" cy="26898"/>
              </a:xfrm>
            </p:grpSpPr>
            <p:sp>
              <p:nvSpPr>
                <p:cNvPr id="4765" name="Google Shape;4765;p138"/>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66" name="Google Shape;4766;p138"/>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67" name="Google Shape;4767;p138"/>
              <p:cNvGrpSpPr/>
              <p:nvPr/>
            </p:nvGrpSpPr>
            <p:grpSpPr>
              <a:xfrm>
                <a:off x="5412414" y="3622307"/>
                <a:ext cx="31499" cy="26993"/>
                <a:chOff x="5412414" y="3622307"/>
                <a:chExt cx="31499" cy="26993"/>
              </a:xfrm>
            </p:grpSpPr>
            <p:sp>
              <p:nvSpPr>
                <p:cNvPr id="4768" name="Google Shape;4768;p138"/>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69" name="Google Shape;4769;p138"/>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70" name="Google Shape;4770;p138"/>
              <p:cNvGrpSpPr/>
              <p:nvPr/>
            </p:nvGrpSpPr>
            <p:grpSpPr>
              <a:xfrm>
                <a:off x="5476254" y="3473949"/>
                <a:ext cx="26835" cy="26930"/>
                <a:chOff x="5476254" y="3473949"/>
                <a:chExt cx="26835" cy="26930"/>
              </a:xfrm>
            </p:grpSpPr>
            <p:sp>
              <p:nvSpPr>
                <p:cNvPr id="4771" name="Google Shape;4771;p138"/>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72" name="Google Shape;4772;p138"/>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73" name="Google Shape;4773;p138"/>
              <p:cNvGrpSpPr/>
              <p:nvPr/>
            </p:nvGrpSpPr>
            <p:grpSpPr>
              <a:xfrm>
                <a:off x="5564547" y="3481594"/>
                <a:ext cx="31397" cy="26898"/>
                <a:chOff x="5564547" y="3481594"/>
                <a:chExt cx="31397" cy="26898"/>
              </a:xfrm>
            </p:grpSpPr>
            <p:sp>
              <p:nvSpPr>
                <p:cNvPr id="4774" name="Google Shape;4774;p138"/>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75" name="Google Shape;4775;p138"/>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76" name="Google Shape;4776;p138"/>
              <p:cNvGrpSpPr/>
              <p:nvPr/>
            </p:nvGrpSpPr>
            <p:grpSpPr>
              <a:xfrm>
                <a:off x="5534101" y="3470174"/>
                <a:ext cx="31397" cy="26906"/>
                <a:chOff x="5534101" y="3470174"/>
                <a:chExt cx="31397" cy="26906"/>
              </a:xfrm>
            </p:grpSpPr>
            <p:sp>
              <p:nvSpPr>
                <p:cNvPr id="4777" name="Google Shape;4777;p138"/>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78" name="Google Shape;4778;p138"/>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79" name="Google Shape;4779;p138"/>
              <p:cNvGrpSpPr/>
              <p:nvPr/>
            </p:nvGrpSpPr>
            <p:grpSpPr>
              <a:xfrm>
                <a:off x="5610879" y="3314486"/>
                <a:ext cx="31499" cy="26938"/>
                <a:chOff x="5610879" y="3314486"/>
                <a:chExt cx="31499" cy="26938"/>
              </a:xfrm>
            </p:grpSpPr>
            <p:sp>
              <p:nvSpPr>
                <p:cNvPr id="4780" name="Google Shape;4780;p138"/>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81" name="Google Shape;4781;p138"/>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82" name="Google Shape;4782;p138"/>
              <p:cNvGrpSpPr/>
              <p:nvPr/>
            </p:nvGrpSpPr>
            <p:grpSpPr>
              <a:xfrm>
                <a:off x="4834525" y="3501382"/>
                <a:ext cx="31499" cy="26898"/>
                <a:chOff x="4834525" y="3501382"/>
                <a:chExt cx="31499" cy="26898"/>
              </a:xfrm>
            </p:grpSpPr>
            <p:sp>
              <p:nvSpPr>
                <p:cNvPr id="4783" name="Google Shape;4783;p138"/>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84" name="Google Shape;4784;p138"/>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85" name="Google Shape;4785;p138"/>
              <p:cNvGrpSpPr/>
              <p:nvPr/>
            </p:nvGrpSpPr>
            <p:grpSpPr>
              <a:xfrm>
                <a:off x="4898460" y="3580158"/>
                <a:ext cx="31405" cy="26898"/>
                <a:chOff x="4898460" y="3580158"/>
                <a:chExt cx="31405" cy="26898"/>
              </a:xfrm>
            </p:grpSpPr>
            <p:sp>
              <p:nvSpPr>
                <p:cNvPr id="4786" name="Google Shape;4786;p138"/>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87" name="Google Shape;4787;p138"/>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88" name="Google Shape;4788;p138"/>
              <p:cNvGrpSpPr/>
              <p:nvPr/>
            </p:nvGrpSpPr>
            <p:grpSpPr>
              <a:xfrm>
                <a:off x="4882667" y="3608032"/>
                <a:ext cx="31499" cy="27001"/>
                <a:chOff x="4882667" y="3608032"/>
                <a:chExt cx="31499" cy="27001"/>
              </a:xfrm>
            </p:grpSpPr>
            <p:sp>
              <p:nvSpPr>
                <p:cNvPr id="4789" name="Google Shape;4789;p138"/>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90" name="Google Shape;4790;p138"/>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91" name="Google Shape;4791;p138"/>
              <p:cNvGrpSpPr/>
              <p:nvPr/>
            </p:nvGrpSpPr>
            <p:grpSpPr>
              <a:xfrm>
                <a:off x="4843373" y="3631407"/>
                <a:ext cx="16273" cy="16186"/>
                <a:chOff x="4843373" y="3631407"/>
                <a:chExt cx="16273" cy="16186"/>
              </a:xfrm>
            </p:grpSpPr>
            <p:sp>
              <p:nvSpPr>
                <p:cNvPr id="4792" name="Google Shape;4792;p138"/>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93" name="Google Shape;4793;p138"/>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794" name="Google Shape;4794;p138"/>
              <p:cNvGrpSpPr/>
              <p:nvPr/>
            </p:nvGrpSpPr>
            <p:grpSpPr>
              <a:xfrm>
                <a:off x="4727773" y="3591578"/>
                <a:ext cx="31499" cy="26898"/>
                <a:chOff x="4727773" y="3591578"/>
                <a:chExt cx="31499" cy="26898"/>
              </a:xfrm>
            </p:grpSpPr>
            <p:sp>
              <p:nvSpPr>
                <p:cNvPr id="4795" name="Google Shape;4795;p138"/>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96" name="Google Shape;4796;p138"/>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
            <p:nvSpPr>
              <p:cNvPr id="4797" name="Google Shape;4797;p138"/>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798" name="Google Shape;4798;p138"/>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nvGrpSpPr>
              <p:cNvPr id="4799" name="Google Shape;4799;p138"/>
              <p:cNvGrpSpPr/>
              <p:nvPr/>
            </p:nvGrpSpPr>
            <p:grpSpPr>
              <a:xfrm>
                <a:off x="4609421" y="3577398"/>
                <a:ext cx="31499" cy="27001"/>
                <a:chOff x="4609421" y="3577398"/>
                <a:chExt cx="31499" cy="27001"/>
              </a:xfrm>
            </p:grpSpPr>
            <p:sp>
              <p:nvSpPr>
                <p:cNvPr id="4800" name="Google Shape;4800;p138"/>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01" name="Google Shape;4801;p138"/>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02" name="Google Shape;4802;p138"/>
              <p:cNvGrpSpPr/>
              <p:nvPr/>
            </p:nvGrpSpPr>
            <p:grpSpPr>
              <a:xfrm>
                <a:off x="4649289" y="3577398"/>
                <a:ext cx="31499" cy="27001"/>
                <a:chOff x="4649289" y="3577398"/>
                <a:chExt cx="31499" cy="27001"/>
              </a:xfrm>
            </p:grpSpPr>
            <p:sp>
              <p:nvSpPr>
                <p:cNvPr id="4803" name="Google Shape;4803;p138"/>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04" name="Google Shape;4804;p138"/>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05" name="Google Shape;4805;p138"/>
              <p:cNvGrpSpPr/>
              <p:nvPr/>
            </p:nvGrpSpPr>
            <p:grpSpPr>
              <a:xfrm>
                <a:off x="4605614" y="3639523"/>
                <a:ext cx="31499" cy="26906"/>
                <a:chOff x="4605614" y="3639523"/>
                <a:chExt cx="31499" cy="26906"/>
              </a:xfrm>
            </p:grpSpPr>
            <p:sp>
              <p:nvSpPr>
                <p:cNvPr id="4806" name="Google Shape;4806;p138"/>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07" name="Google Shape;4807;p138"/>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08" name="Google Shape;4808;p138"/>
              <p:cNvGrpSpPr/>
              <p:nvPr/>
            </p:nvGrpSpPr>
            <p:grpSpPr>
              <a:xfrm>
                <a:off x="4785149" y="3618846"/>
                <a:ext cx="26930" cy="26843"/>
                <a:chOff x="4785149" y="3618846"/>
                <a:chExt cx="26930" cy="26843"/>
              </a:xfrm>
            </p:grpSpPr>
            <p:sp>
              <p:nvSpPr>
                <p:cNvPr id="4809" name="Google Shape;4809;p138"/>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10" name="Google Shape;4810;p138"/>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11" name="Google Shape;4811;p138"/>
              <p:cNvGrpSpPr/>
              <p:nvPr/>
            </p:nvGrpSpPr>
            <p:grpSpPr>
              <a:xfrm>
                <a:off x="4810167" y="3601567"/>
                <a:ext cx="31405" cy="26898"/>
                <a:chOff x="4810167" y="3601567"/>
                <a:chExt cx="31405" cy="26898"/>
              </a:xfrm>
            </p:grpSpPr>
            <p:sp>
              <p:nvSpPr>
                <p:cNvPr id="4812" name="Google Shape;4812;p138"/>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13" name="Google Shape;4813;p138"/>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14" name="Google Shape;4814;p138"/>
              <p:cNvGrpSpPr/>
              <p:nvPr/>
            </p:nvGrpSpPr>
            <p:grpSpPr>
              <a:xfrm>
                <a:off x="4831002" y="3373230"/>
                <a:ext cx="31405" cy="26898"/>
                <a:chOff x="4831002" y="3373230"/>
                <a:chExt cx="31405" cy="26898"/>
              </a:xfrm>
            </p:grpSpPr>
            <p:sp>
              <p:nvSpPr>
                <p:cNvPr id="4815" name="Google Shape;4815;p138"/>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16" name="Google Shape;4816;p138"/>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17" name="Google Shape;4817;p138"/>
              <p:cNvGrpSpPr/>
              <p:nvPr/>
            </p:nvGrpSpPr>
            <p:grpSpPr>
              <a:xfrm>
                <a:off x="4719311" y="3355054"/>
                <a:ext cx="31499" cy="27001"/>
                <a:chOff x="4719311" y="3355054"/>
                <a:chExt cx="31499" cy="27001"/>
              </a:xfrm>
            </p:grpSpPr>
            <p:sp>
              <p:nvSpPr>
                <p:cNvPr id="4818" name="Google Shape;4818;p138"/>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19" name="Google Shape;4819;p138"/>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20" name="Google Shape;4820;p138"/>
              <p:cNvGrpSpPr/>
              <p:nvPr/>
            </p:nvGrpSpPr>
            <p:grpSpPr>
              <a:xfrm>
                <a:off x="4798755" y="3450260"/>
                <a:ext cx="26930" cy="26930"/>
                <a:chOff x="4798755" y="3450260"/>
                <a:chExt cx="26930" cy="26930"/>
              </a:xfrm>
            </p:grpSpPr>
            <p:sp>
              <p:nvSpPr>
                <p:cNvPr id="4821" name="Google Shape;4821;p138"/>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22" name="Google Shape;4822;p138"/>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23" name="Google Shape;4823;p138"/>
              <p:cNvGrpSpPr/>
              <p:nvPr/>
            </p:nvGrpSpPr>
            <p:grpSpPr>
              <a:xfrm>
                <a:off x="4645576" y="3467555"/>
                <a:ext cx="31405" cy="26953"/>
                <a:chOff x="4645576" y="3467555"/>
                <a:chExt cx="31405" cy="26953"/>
              </a:xfrm>
            </p:grpSpPr>
            <p:sp>
              <p:nvSpPr>
                <p:cNvPr id="4824" name="Google Shape;4824;p138"/>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25" name="Google Shape;4825;p138"/>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26" name="Google Shape;4826;p138"/>
              <p:cNvGrpSpPr/>
              <p:nvPr/>
            </p:nvGrpSpPr>
            <p:grpSpPr>
              <a:xfrm>
                <a:off x="4687631" y="3583965"/>
                <a:ext cx="31499" cy="26898"/>
                <a:chOff x="4687631" y="3583965"/>
                <a:chExt cx="31499" cy="26898"/>
              </a:xfrm>
            </p:grpSpPr>
            <p:sp>
              <p:nvSpPr>
                <p:cNvPr id="4827" name="Google Shape;4827;p138"/>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28" name="Google Shape;4828;p138"/>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29" name="Google Shape;4829;p138"/>
              <p:cNvGrpSpPr/>
              <p:nvPr/>
            </p:nvGrpSpPr>
            <p:grpSpPr>
              <a:xfrm>
                <a:off x="4719311" y="3471314"/>
                <a:ext cx="31499" cy="27001"/>
                <a:chOff x="4719311" y="3471314"/>
                <a:chExt cx="31499" cy="27001"/>
              </a:xfrm>
            </p:grpSpPr>
            <p:sp>
              <p:nvSpPr>
                <p:cNvPr id="4830" name="Google Shape;4830;p138"/>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31" name="Google Shape;4831;p138"/>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32" name="Google Shape;4832;p138"/>
              <p:cNvGrpSpPr/>
              <p:nvPr/>
            </p:nvGrpSpPr>
            <p:grpSpPr>
              <a:xfrm>
                <a:off x="4719311" y="3434404"/>
                <a:ext cx="31499" cy="26898"/>
                <a:chOff x="4719311" y="3434404"/>
                <a:chExt cx="31499" cy="26898"/>
              </a:xfrm>
            </p:grpSpPr>
            <p:sp>
              <p:nvSpPr>
                <p:cNvPr id="4833" name="Google Shape;4833;p138"/>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34" name="Google Shape;4834;p138"/>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35" name="Google Shape;4835;p138"/>
              <p:cNvGrpSpPr/>
              <p:nvPr/>
            </p:nvGrpSpPr>
            <p:grpSpPr>
              <a:xfrm>
                <a:off x="4768876" y="3401772"/>
                <a:ext cx="31499" cy="26898"/>
                <a:chOff x="4768876" y="3401772"/>
                <a:chExt cx="31499" cy="26898"/>
              </a:xfrm>
            </p:grpSpPr>
            <p:sp>
              <p:nvSpPr>
                <p:cNvPr id="4836" name="Google Shape;4836;p138"/>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37" name="Google Shape;4837;p138"/>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38" name="Google Shape;4838;p138"/>
              <p:cNvGrpSpPr/>
              <p:nvPr/>
            </p:nvGrpSpPr>
            <p:grpSpPr>
              <a:xfrm>
                <a:off x="4762214" y="3471377"/>
                <a:ext cx="26938" cy="26938"/>
                <a:chOff x="4762214" y="3471377"/>
                <a:chExt cx="26938" cy="26938"/>
              </a:xfrm>
            </p:grpSpPr>
            <p:sp>
              <p:nvSpPr>
                <p:cNvPr id="4839" name="Google Shape;4839;p138"/>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40" name="Google Shape;4840;p138"/>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41" name="Google Shape;4841;p138"/>
              <p:cNvGrpSpPr/>
              <p:nvPr/>
            </p:nvGrpSpPr>
            <p:grpSpPr>
              <a:xfrm>
                <a:off x="4790473" y="3344782"/>
                <a:ext cx="31405" cy="26898"/>
                <a:chOff x="4790473" y="3344782"/>
                <a:chExt cx="31405" cy="26898"/>
              </a:xfrm>
            </p:grpSpPr>
            <p:sp>
              <p:nvSpPr>
                <p:cNvPr id="4842" name="Google Shape;4842;p138"/>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43" name="Google Shape;4843;p138"/>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44" name="Google Shape;4844;p138"/>
              <p:cNvGrpSpPr/>
              <p:nvPr/>
            </p:nvGrpSpPr>
            <p:grpSpPr>
              <a:xfrm>
                <a:off x="4823774" y="3950733"/>
                <a:ext cx="37398" cy="32034"/>
                <a:chOff x="4823774" y="3950733"/>
                <a:chExt cx="37398" cy="32034"/>
              </a:xfrm>
            </p:grpSpPr>
            <p:sp>
              <p:nvSpPr>
                <p:cNvPr id="4845" name="Google Shape;4845;p138"/>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46" name="Google Shape;4846;p138"/>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47" name="Google Shape;4847;p138"/>
              <p:cNvGrpSpPr/>
              <p:nvPr/>
            </p:nvGrpSpPr>
            <p:grpSpPr>
              <a:xfrm>
                <a:off x="4823396" y="4110566"/>
                <a:ext cx="31405" cy="26906"/>
                <a:chOff x="4823396" y="4110566"/>
                <a:chExt cx="31405" cy="26906"/>
              </a:xfrm>
            </p:grpSpPr>
            <p:sp>
              <p:nvSpPr>
                <p:cNvPr id="4848" name="Google Shape;4848;p138"/>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49" name="Google Shape;4849;p138"/>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50" name="Google Shape;4850;p138"/>
              <p:cNvGrpSpPr/>
              <p:nvPr/>
            </p:nvGrpSpPr>
            <p:grpSpPr>
              <a:xfrm>
                <a:off x="4838332" y="3821150"/>
                <a:ext cx="31499" cy="26898"/>
                <a:chOff x="4838332" y="3821150"/>
                <a:chExt cx="31499" cy="26898"/>
              </a:xfrm>
            </p:grpSpPr>
            <p:sp>
              <p:nvSpPr>
                <p:cNvPr id="4851" name="Google Shape;4851;p138"/>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52" name="Google Shape;4852;p138"/>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53" name="Google Shape;4853;p138"/>
              <p:cNvGrpSpPr/>
              <p:nvPr/>
            </p:nvGrpSpPr>
            <p:grpSpPr>
              <a:xfrm>
                <a:off x="4661275" y="3815007"/>
                <a:ext cx="36824" cy="31523"/>
                <a:chOff x="4661275" y="3815007"/>
                <a:chExt cx="36824" cy="31523"/>
              </a:xfrm>
            </p:grpSpPr>
            <p:sp>
              <p:nvSpPr>
                <p:cNvPr id="4854" name="Google Shape;4854;p138"/>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55" name="Google Shape;4855;p138"/>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56" name="Google Shape;4856;p138"/>
              <p:cNvGrpSpPr/>
              <p:nvPr/>
            </p:nvGrpSpPr>
            <p:grpSpPr>
              <a:xfrm>
                <a:off x="4558998" y="3851037"/>
                <a:ext cx="33591" cy="28699"/>
                <a:chOff x="4558998" y="3851037"/>
                <a:chExt cx="33591" cy="28699"/>
              </a:xfrm>
            </p:grpSpPr>
            <p:sp>
              <p:nvSpPr>
                <p:cNvPr id="4857" name="Google Shape;4857;p138"/>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58" name="Google Shape;4858;p138"/>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59" name="Google Shape;4859;p138"/>
              <p:cNvGrpSpPr/>
              <p:nvPr/>
            </p:nvGrpSpPr>
            <p:grpSpPr>
              <a:xfrm>
                <a:off x="4696762" y="3638587"/>
                <a:ext cx="33591" cy="28794"/>
                <a:chOff x="4696762" y="3638587"/>
                <a:chExt cx="33591" cy="28794"/>
              </a:xfrm>
            </p:grpSpPr>
            <p:sp>
              <p:nvSpPr>
                <p:cNvPr id="4860" name="Google Shape;4860;p138"/>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61" name="Google Shape;4861;p138"/>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62" name="Google Shape;4862;p138"/>
              <p:cNvGrpSpPr/>
              <p:nvPr/>
            </p:nvGrpSpPr>
            <p:grpSpPr>
              <a:xfrm>
                <a:off x="4929479" y="3939140"/>
                <a:ext cx="33497" cy="28692"/>
                <a:chOff x="4929479" y="3939140"/>
                <a:chExt cx="33497" cy="28692"/>
              </a:xfrm>
            </p:grpSpPr>
            <p:sp>
              <p:nvSpPr>
                <p:cNvPr id="4863" name="Google Shape;4863;p138"/>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64" name="Google Shape;4864;p138"/>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65" name="Google Shape;4865;p138"/>
              <p:cNvGrpSpPr/>
              <p:nvPr/>
            </p:nvGrpSpPr>
            <p:grpSpPr>
              <a:xfrm>
                <a:off x="4907119" y="3986039"/>
                <a:ext cx="33497" cy="28699"/>
                <a:chOff x="4907119" y="3986039"/>
                <a:chExt cx="33497" cy="28699"/>
              </a:xfrm>
            </p:grpSpPr>
            <p:sp>
              <p:nvSpPr>
                <p:cNvPr id="4866" name="Google Shape;4866;p138"/>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67" name="Google Shape;4867;p138"/>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68" name="Google Shape;4868;p138"/>
              <p:cNvGrpSpPr/>
              <p:nvPr/>
            </p:nvGrpSpPr>
            <p:grpSpPr>
              <a:xfrm>
                <a:off x="4911783" y="4048102"/>
                <a:ext cx="33591" cy="28762"/>
                <a:chOff x="4911783" y="4048102"/>
                <a:chExt cx="33591" cy="28762"/>
              </a:xfrm>
            </p:grpSpPr>
            <p:sp>
              <p:nvSpPr>
                <p:cNvPr id="4869" name="Google Shape;4869;p138"/>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70" name="Google Shape;4870;p138"/>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
            <p:nvSpPr>
              <p:cNvPr id="4871" name="Google Shape;4871;p138"/>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72" name="Google Shape;4872;p138"/>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nvGrpSpPr>
              <p:cNvPr id="4873" name="Google Shape;4873;p138"/>
              <p:cNvGrpSpPr/>
              <p:nvPr/>
            </p:nvGrpSpPr>
            <p:grpSpPr>
              <a:xfrm>
                <a:off x="4762623" y="3837847"/>
                <a:ext cx="42416" cy="36273"/>
                <a:chOff x="4762623" y="3837847"/>
                <a:chExt cx="42416" cy="36273"/>
              </a:xfrm>
            </p:grpSpPr>
            <p:sp>
              <p:nvSpPr>
                <p:cNvPr id="4874" name="Google Shape;4874;p138"/>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75" name="Google Shape;4875;p138"/>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76" name="Google Shape;4876;p138"/>
              <p:cNvGrpSpPr/>
              <p:nvPr/>
            </p:nvGrpSpPr>
            <p:grpSpPr>
              <a:xfrm>
                <a:off x="4746044" y="4104966"/>
                <a:ext cx="33497" cy="28699"/>
                <a:chOff x="4746044" y="4104966"/>
                <a:chExt cx="33497" cy="28699"/>
              </a:xfrm>
            </p:grpSpPr>
            <p:sp>
              <p:nvSpPr>
                <p:cNvPr id="4877" name="Google Shape;4877;p138"/>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78" name="Google Shape;4878;p138"/>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879" name="Google Shape;4879;p138"/>
              <p:cNvGrpSpPr/>
              <p:nvPr/>
            </p:nvGrpSpPr>
            <p:grpSpPr>
              <a:xfrm>
                <a:off x="4859646" y="4162554"/>
                <a:ext cx="33591" cy="28762"/>
                <a:chOff x="4859646" y="4162554"/>
                <a:chExt cx="33591" cy="28762"/>
              </a:xfrm>
            </p:grpSpPr>
            <p:sp>
              <p:nvSpPr>
                <p:cNvPr id="4880" name="Google Shape;4880;p138"/>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881" name="Google Shape;4881;p138"/>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4882" name="Google Shape;4882;p138"/>
            <p:cNvGrpSpPr/>
            <p:nvPr/>
          </p:nvGrpSpPr>
          <p:grpSpPr>
            <a:xfrm>
              <a:off x="3597785" y="3274438"/>
              <a:ext cx="855610" cy="1122100"/>
              <a:chOff x="3597785" y="3274438"/>
              <a:chExt cx="855610" cy="1122100"/>
            </a:xfrm>
          </p:grpSpPr>
          <p:grpSp>
            <p:nvGrpSpPr>
              <p:cNvPr id="4883" name="Google Shape;4883;p138"/>
              <p:cNvGrpSpPr/>
              <p:nvPr/>
            </p:nvGrpSpPr>
            <p:grpSpPr>
              <a:xfrm>
                <a:off x="3617857" y="3284717"/>
                <a:ext cx="826785" cy="1099165"/>
                <a:chOff x="3617857" y="3284717"/>
                <a:chExt cx="826785" cy="1099165"/>
              </a:xfrm>
            </p:grpSpPr>
            <p:sp>
              <p:nvSpPr>
                <p:cNvPr id="4884" name="Google Shape;4884;p138"/>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85" name="Google Shape;4885;p138"/>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86" name="Google Shape;4886;p138"/>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87" name="Google Shape;4887;p138"/>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88" name="Google Shape;4888;p138"/>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89" name="Google Shape;4889;p138"/>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0" name="Google Shape;4890;p138"/>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1" name="Google Shape;4891;p138"/>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2" name="Google Shape;4892;p138"/>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3" name="Google Shape;4893;p138"/>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4" name="Google Shape;4894;p138"/>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5" name="Google Shape;4895;p138"/>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6" name="Google Shape;4896;p138"/>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7" name="Google Shape;4897;p138"/>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8" name="Google Shape;4898;p138"/>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899" name="Google Shape;4899;p138"/>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0" name="Google Shape;4900;p138"/>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1" name="Google Shape;4901;p138"/>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2" name="Google Shape;4902;p138"/>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3" name="Google Shape;4903;p138"/>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4" name="Google Shape;4904;p138"/>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5" name="Google Shape;4905;p138"/>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6" name="Google Shape;4906;p138"/>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7" name="Google Shape;4907;p138"/>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8" name="Google Shape;4908;p138"/>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09" name="Google Shape;4909;p138"/>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0" name="Google Shape;4910;p138"/>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1" name="Google Shape;4911;p138"/>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2" name="Google Shape;4912;p138"/>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3" name="Google Shape;4913;p138"/>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4" name="Google Shape;4914;p138"/>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5" name="Google Shape;4915;p138"/>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6" name="Google Shape;4916;p138"/>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7" name="Google Shape;4917;p138"/>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8" name="Google Shape;4918;p138"/>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19" name="Google Shape;4919;p138"/>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0" name="Google Shape;4920;p138"/>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1" name="Google Shape;4921;p138"/>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2" name="Google Shape;4922;p138"/>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3" name="Google Shape;4923;p138"/>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4" name="Google Shape;4924;p138"/>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5" name="Google Shape;4925;p138"/>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6" name="Google Shape;4926;p138"/>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7" name="Google Shape;4927;p138"/>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8" name="Google Shape;4928;p138"/>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29" name="Google Shape;4929;p138"/>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0" name="Google Shape;4930;p138"/>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1" name="Google Shape;4931;p138"/>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2" name="Google Shape;4932;p138"/>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3" name="Google Shape;4933;p138"/>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4" name="Google Shape;4934;p138"/>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5" name="Google Shape;4935;p138"/>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6" name="Google Shape;4936;p138"/>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7" name="Google Shape;4937;p138"/>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8" name="Google Shape;4938;p138"/>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sp>
              <p:nvSpPr>
                <p:cNvPr id="4939" name="Google Shape;4939;p138"/>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182850" tIns="182850" rIns="182850" bIns="182850" anchor="ctr" anchorCtr="0">
                  <a:noAutofit/>
                </a:bodyPr>
                <a:lstStyle/>
                <a:p>
                  <a:endParaRPr sz="3600"/>
                </a:p>
              </p:txBody>
            </p:sp>
          </p:grpSp>
          <p:grpSp>
            <p:nvGrpSpPr>
              <p:cNvPr id="4940" name="Google Shape;4940;p138"/>
              <p:cNvGrpSpPr/>
              <p:nvPr/>
            </p:nvGrpSpPr>
            <p:grpSpPr>
              <a:xfrm>
                <a:off x="4180904" y="4251758"/>
                <a:ext cx="37783" cy="32420"/>
                <a:chOff x="4180904" y="4251758"/>
                <a:chExt cx="37783" cy="32420"/>
              </a:xfrm>
            </p:grpSpPr>
            <p:sp>
              <p:nvSpPr>
                <p:cNvPr id="4941" name="Google Shape;4941;p138"/>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42" name="Google Shape;4942;p138"/>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43" name="Google Shape;4943;p138"/>
              <p:cNvGrpSpPr/>
              <p:nvPr/>
            </p:nvGrpSpPr>
            <p:grpSpPr>
              <a:xfrm>
                <a:off x="4201644" y="4081324"/>
                <a:ext cx="37783" cy="32364"/>
                <a:chOff x="4201644" y="4081324"/>
                <a:chExt cx="37783" cy="32364"/>
              </a:xfrm>
            </p:grpSpPr>
            <p:sp>
              <p:nvSpPr>
                <p:cNvPr id="4944" name="Google Shape;4944;p138"/>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45" name="Google Shape;4945;p138"/>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46" name="Google Shape;4946;p138"/>
              <p:cNvGrpSpPr/>
              <p:nvPr/>
            </p:nvGrpSpPr>
            <p:grpSpPr>
              <a:xfrm>
                <a:off x="4284416" y="3887428"/>
                <a:ext cx="37783" cy="32451"/>
                <a:chOff x="4284416" y="3887428"/>
                <a:chExt cx="37783" cy="32451"/>
              </a:xfrm>
            </p:grpSpPr>
            <p:sp>
              <p:nvSpPr>
                <p:cNvPr id="4947" name="Google Shape;4947;p138"/>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48" name="Google Shape;4948;p138"/>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49" name="Google Shape;4949;p138"/>
              <p:cNvGrpSpPr/>
              <p:nvPr/>
            </p:nvGrpSpPr>
            <p:grpSpPr>
              <a:xfrm>
                <a:off x="4223721" y="3860404"/>
                <a:ext cx="37870" cy="32364"/>
                <a:chOff x="4223721" y="3860404"/>
                <a:chExt cx="37870" cy="32364"/>
              </a:xfrm>
            </p:grpSpPr>
            <p:sp>
              <p:nvSpPr>
                <p:cNvPr id="4950" name="Google Shape;4950;p138"/>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51" name="Google Shape;4951;p138"/>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52" name="Google Shape;4952;p138"/>
              <p:cNvGrpSpPr/>
              <p:nvPr/>
            </p:nvGrpSpPr>
            <p:grpSpPr>
              <a:xfrm>
                <a:off x="4104889" y="3699242"/>
                <a:ext cx="37776" cy="32357"/>
                <a:chOff x="4104889" y="3699242"/>
                <a:chExt cx="37776" cy="32357"/>
              </a:xfrm>
            </p:grpSpPr>
            <p:sp>
              <p:nvSpPr>
                <p:cNvPr id="4953" name="Google Shape;4953;p138"/>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54" name="Google Shape;4954;p138"/>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55" name="Google Shape;4955;p138"/>
              <p:cNvGrpSpPr/>
              <p:nvPr/>
            </p:nvGrpSpPr>
            <p:grpSpPr>
              <a:xfrm>
                <a:off x="4143608" y="3475121"/>
                <a:ext cx="37878" cy="32420"/>
                <a:chOff x="4143608" y="3475121"/>
                <a:chExt cx="37878" cy="32420"/>
              </a:xfrm>
            </p:grpSpPr>
            <p:sp>
              <p:nvSpPr>
                <p:cNvPr id="4956" name="Google Shape;4956;p138"/>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57" name="Google Shape;4957;p138"/>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58" name="Google Shape;4958;p138"/>
              <p:cNvGrpSpPr/>
              <p:nvPr/>
            </p:nvGrpSpPr>
            <p:grpSpPr>
              <a:xfrm>
                <a:off x="4217248" y="3570893"/>
                <a:ext cx="37776" cy="32364"/>
                <a:chOff x="4217248" y="3570893"/>
                <a:chExt cx="37776" cy="32364"/>
              </a:xfrm>
            </p:grpSpPr>
            <p:sp>
              <p:nvSpPr>
                <p:cNvPr id="4959" name="Google Shape;4959;p138"/>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60" name="Google Shape;4960;p138"/>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61" name="Google Shape;4961;p138"/>
              <p:cNvGrpSpPr/>
              <p:nvPr/>
            </p:nvGrpSpPr>
            <p:grpSpPr>
              <a:xfrm>
                <a:off x="4255307" y="3431612"/>
                <a:ext cx="37776" cy="32451"/>
                <a:chOff x="4255307" y="3431612"/>
                <a:chExt cx="37776" cy="32451"/>
              </a:xfrm>
            </p:grpSpPr>
            <p:sp>
              <p:nvSpPr>
                <p:cNvPr id="4962" name="Google Shape;4962;p138"/>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63" name="Google Shape;4963;p138"/>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64" name="Google Shape;4964;p138"/>
              <p:cNvGrpSpPr/>
              <p:nvPr/>
            </p:nvGrpSpPr>
            <p:grpSpPr>
              <a:xfrm>
                <a:off x="3853052" y="3577398"/>
                <a:ext cx="37776" cy="32420"/>
                <a:chOff x="3853052" y="3577398"/>
                <a:chExt cx="37776" cy="32420"/>
              </a:xfrm>
            </p:grpSpPr>
            <p:sp>
              <p:nvSpPr>
                <p:cNvPr id="4965" name="Google Shape;4965;p138"/>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66" name="Google Shape;4966;p138"/>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67" name="Google Shape;4967;p138"/>
              <p:cNvGrpSpPr/>
              <p:nvPr/>
            </p:nvGrpSpPr>
            <p:grpSpPr>
              <a:xfrm>
                <a:off x="4039908" y="3412107"/>
                <a:ext cx="37776" cy="32357"/>
                <a:chOff x="4039908" y="3412107"/>
                <a:chExt cx="37776" cy="32357"/>
              </a:xfrm>
            </p:grpSpPr>
            <p:sp>
              <p:nvSpPr>
                <p:cNvPr id="4968" name="Google Shape;4968;p138"/>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69" name="Google Shape;4969;p138"/>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70" name="Google Shape;4970;p138"/>
              <p:cNvGrpSpPr/>
              <p:nvPr/>
            </p:nvGrpSpPr>
            <p:grpSpPr>
              <a:xfrm>
                <a:off x="4017360" y="3342061"/>
                <a:ext cx="37870" cy="32380"/>
                <a:chOff x="4017360" y="3342061"/>
                <a:chExt cx="37870" cy="32380"/>
              </a:xfrm>
            </p:grpSpPr>
            <p:sp>
              <p:nvSpPr>
                <p:cNvPr id="4971" name="Google Shape;4971;p138"/>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72" name="Google Shape;4972;p138"/>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
            <p:nvSpPr>
              <p:cNvPr id="4973" name="Google Shape;4973;p138"/>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74" name="Google Shape;4974;p138"/>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nvGrpSpPr>
              <p:cNvPr id="4975" name="Google Shape;4975;p138"/>
              <p:cNvGrpSpPr/>
              <p:nvPr/>
            </p:nvGrpSpPr>
            <p:grpSpPr>
              <a:xfrm>
                <a:off x="3750870" y="3418650"/>
                <a:ext cx="37776" cy="32380"/>
                <a:chOff x="3750870" y="3418650"/>
                <a:chExt cx="37776" cy="32380"/>
              </a:xfrm>
            </p:grpSpPr>
            <p:sp>
              <p:nvSpPr>
                <p:cNvPr id="4976" name="Google Shape;4976;p138"/>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77" name="Google Shape;4977;p138"/>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78" name="Google Shape;4978;p138"/>
              <p:cNvGrpSpPr/>
              <p:nvPr/>
            </p:nvGrpSpPr>
            <p:grpSpPr>
              <a:xfrm>
                <a:off x="3632509" y="3274438"/>
                <a:ext cx="37783" cy="32357"/>
                <a:chOff x="3632509" y="3274438"/>
                <a:chExt cx="37783" cy="32357"/>
              </a:xfrm>
            </p:grpSpPr>
            <p:sp>
              <p:nvSpPr>
                <p:cNvPr id="4979" name="Google Shape;4979;p138"/>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80" name="Google Shape;4980;p138"/>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81" name="Google Shape;4981;p138"/>
              <p:cNvGrpSpPr/>
              <p:nvPr/>
            </p:nvGrpSpPr>
            <p:grpSpPr>
              <a:xfrm>
                <a:off x="3906424" y="3297561"/>
                <a:ext cx="37776" cy="32451"/>
                <a:chOff x="3906424" y="3297561"/>
                <a:chExt cx="37776" cy="32451"/>
              </a:xfrm>
            </p:grpSpPr>
            <p:sp>
              <p:nvSpPr>
                <p:cNvPr id="4982" name="Google Shape;4982;p138"/>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83" name="Google Shape;4983;p138"/>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84" name="Google Shape;4984;p138"/>
              <p:cNvGrpSpPr/>
              <p:nvPr/>
            </p:nvGrpSpPr>
            <p:grpSpPr>
              <a:xfrm>
                <a:off x="3866084" y="3412107"/>
                <a:ext cx="37776" cy="32357"/>
                <a:chOff x="3866084" y="3412107"/>
                <a:chExt cx="37776" cy="32357"/>
              </a:xfrm>
            </p:grpSpPr>
            <p:sp>
              <p:nvSpPr>
                <p:cNvPr id="4985" name="Google Shape;4985;p138"/>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86" name="Google Shape;4986;p138"/>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87" name="Google Shape;4987;p138"/>
              <p:cNvGrpSpPr/>
              <p:nvPr/>
            </p:nvGrpSpPr>
            <p:grpSpPr>
              <a:xfrm>
                <a:off x="4023919" y="3766409"/>
                <a:ext cx="37783" cy="32357"/>
                <a:chOff x="4023919" y="3766409"/>
                <a:chExt cx="37783" cy="32357"/>
              </a:xfrm>
            </p:grpSpPr>
            <p:sp>
              <p:nvSpPr>
                <p:cNvPr id="4988" name="Google Shape;4988;p138"/>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89" name="Google Shape;4989;p138"/>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90" name="Google Shape;4990;p138"/>
              <p:cNvGrpSpPr/>
              <p:nvPr/>
            </p:nvGrpSpPr>
            <p:grpSpPr>
              <a:xfrm>
                <a:off x="3973882" y="3779449"/>
                <a:ext cx="37776" cy="32357"/>
                <a:chOff x="3973882" y="3779449"/>
                <a:chExt cx="37776" cy="32357"/>
              </a:xfrm>
            </p:grpSpPr>
            <p:sp>
              <p:nvSpPr>
                <p:cNvPr id="4991" name="Google Shape;4991;p138"/>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92" name="Google Shape;4992;p138"/>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93" name="Google Shape;4993;p138"/>
              <p:cNvGrpSpPr/>
              <p:nvPr/>
            </p:nvGrpSpPr>
            <p:grpSpPr>
              <a:xfrm>
                <a:off x="4073398" y="3838028"/>
                <a:ext cx="37776" cy="32380"/>
                <a:chOff x="4073398" y="3838028"/>
                <a:chExt cx="37776" cy="32380"/>
              </a:xfrm>
            </p:grpSpPr>
            <p:sp>
              <p:nvSpPr>
                <p:cNvPr id="4994" name="Google Shape;4994;p138"/>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95" name="Google Shape;4995;p138"/>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96" name="Google Shape;4996;p138"/>
              <p:cNvGrpSpPr/>
              <p:nvPr/>
            </p:nvGrpSpPr>
            <p:grpSpPr>
              <a:xfrm>
                <a:off x="4342672" y="4144496"/>
                <a:ext cx="37752" cy="32364"/>
                <a:chOff x="4342672" y="4144496"/>
                <a:chExt cx="37752" cy="32364"/>
              </a:xfrm>
            </p:grpSpPr>
            <p:sp>
              <p:nvSpPr>
                <p:cNvPr id="4997" name="Google Shape;4997;p138"/>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4998" name="Google Shape;4998;p138"/>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4999" name="Google Shape;4999;p138"/>
              <p:cNvGrpSpPr/>
              <p:nvPr/>
            </p:nvGrpSpPr>
            <p:grpSpPr>
              <a:xfrm>
                <a:off x="4406386" y="4056872"/>
                <a:ext cx="37783" cy="32364"/>
                <a:chOff x="4406386" y="4056872"/>
                <a:chExt cx="37783" cy="32364"/>
              </a:xfrm>
            </p:grpSpPr>
            <p:sp>
              <p:nvSpPr>
                <p:cNvPr id="5000" name="Google Shape;5000;p138"/>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01" name="Google Shape;5001;p138"/>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02" name="Google Shape;5002;p138"/>
              <p:cNvGrpSpPr/>
              <p:nvPr/>
            </p:nvGrpSpPr>
            <p:grpSpPr>
              <a:xfrm>
                <a:off x="4284416" y="4245254"/>
                <a:ext cx="37783" cy="32357"/>
                <a:chOff x="4284416" y="4245254"/>
                <a:chExt cx="37783" cy="32357"/>
              </a:xfrm>
            </p:grpSpPr>
            <p:sp>
              <p:nvSpPr>
                <p:cNvPr id="5003" name="Google Shape;5003;p138"/>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04" name="Google Shape;5004;p138"/>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05" name="Google Shape;5005;p138"/>
              <p:cNvGrpSpPr/>
              <p:nvPr/>
            </p:nvGrpSpPr>
            <p:grpSpPr>
              <a:xfrm>
                <a:off x="4219057" y="4331258"/>
                <a:ext cx="37776" cy="32364"/>
                <a:chOff x="4219057" y="4331258"/>
                <a:chExt cx="37776" cy="32364"/>
              </a:xfrm>
            </p:grpSpPr>
            <p:sp>
              <p:nvSpPr>
                <p:cNvPr id="5006" name="Google Shape;5006;p138"/>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07" name="Google Shape;5007;p138"/>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08" name="Google Shape;5008;p138"/>
              <p:cNvGrpSpPr/>
              <p:nvPr/>
            </p:nvGrpSpPr>
            <p:grpSpPr>
              <a:xfrm>
                <a:off x="4204122" y="4141688"/>
                <a:ext cx="33497" cy="28699"/>
                <a:chOff x="4204122" y="4141688"/>
                <a:chExt cx="33497" cy="28699"/>
              </a:xfrm>
            </p:grpSpPr>
            <p:sp>
              <p:nvSpPr>
                <p:cNvPr id="5009" name="Google Shape;5009;p138"/>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10" name="Google Shape;5010;p138"/>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11" name="Google Shape;5011;p138"/>
              <p:cNvGrpSpPr/>
              <p:nvPr/>
            </p:nvGrpSpPr>
            <p:grpSpPr>
              <a:xfrm>
                <a:off x="4301546" y="4003869"/>
                <a:ext cx="38916" cy="33324"/>
                <a:chOff x="4301546" y="4003869"/>
                <a:chExt cx="38916" cy="33324"/>
              </a:xfrm>
            </p:grpSpPr>
            <p:sp>
              <p:nvSpPr>
                <p:cNvPr id="5012" name="Google Shape;5012;p138"/>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13" name="Google Shape;5013;p138"/>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14" name="Google Shape;5014;p138"/>
              <p:cNvGrpSpPr/>
              <p:nvPr/>
            </p:nvGrpSpPr>
            <p:grpSpPr>
              <a:xfrm>
                <a:off x="4210681" y="3924669"/>
                <a:ext cx="36549" cy="31366"/>
                <a:chOff x="4210681" y="3924669"/>
                <a:chExt cx="36549" cy="31366"/>
              </a:xfrm>
            </p:grpSpPr>
            <p:sp>
              <p:nvSpPr>
                <p:cNvPr id="5015" name="Google Shape;5015;p138"/>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16" name="Google Shape;5016;p138"/>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17" name="Google Shape;5017;p138"/>
              <p:cNvGrpSpPr/>
              <p:nvPr/>
            </p:nvGrpSpPr>
            <p:grpSpPr>
              <a:xfrm>
                <a:off x="3987771" y="3628874"/>
                <a:ext cx="31499" cy="26993"/>
                <a:chOff x="3987771" y="3628874"/>
                <a:chExt cx="31499" cy="26993"/>
              </a:xfrm>
            </p:grpSpPr>
            <p:sp>
              <p:nvSpPr>
                <p:cNvPr id="5018" name="Google Shape;5018;p138"/>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19" name="Google Shape;5019;p138"/>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20" name="Google Shape;5020;p138"/>
              <p:cNvGrpSpPr/>
              <p:nvPr/>
            </p:nvGrpSpPr>
            <p:grpSpPr>
              <a:xfrm>
                <a:off x="4087382" y="3775674"/>
                <a:ext cx="31405" cy="26898"/>
                <a:chOff x="4087382" y="3775674"/>
                <a:chExt cx="31405" cy="26898"/>
              </a:xfrm>
            </p:grpSpPr>
            <p:sp>
              <p:nvSpPr>
                <p:cNvPr id="5021" name="Google Shape;5021;p138"/>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22" name="Google Shape;5022;p138"/>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23" name="Google Shape;5023;p138"/>
              <p:cNvGrpSpPr/>
              <p:nvPr/>
            </p:nvGrpSpPr>
            <p:grpSpPr>
              <a:xfrm>
                <a:off x="4118873" y="3856637"/>
                <a:ext cx="31405" cy="26906"/>
                <a:chOff x="4118873" y="3856637"/>
                <a:chExt cx="31405" cy="26906"/>
              </a:xfrm>
            </p:grpSpPr>
            <p:sp>
              <p:nvSpPr>
                <p:cNvPr id="5024" name="Google Shape;5024;p138"/>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25" name="Google Shape;5025;p138"/>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26" name="Google Shape;5026;p138"/>
              <p:cNvGrpSpPr/>
              <p:nvPr/>
            </p:nvGrpSpPr>
            <p:grpSpPr>
              <a:xfrm>
                <a:off x="4168541" y="3639523"/>
                <a:ext cx="31499" cy="26906"/>
                <a:chOff x="4168541" y="3639523"/>
                <a:chExt cx="31499" cy="26906"/>
              </a:xfrm>
            </p:grpSpPr>
            <p:sp>
              <p:nvSpPr>
                <p:cNvPr id="5027" name="Google Shape;5027;p138"/>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28" name="Google Shape;5028;p138"/>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29" name="Google Shape;5029;p138"/>
              <p:cNvGrpSpPr/>
              <p:nvPr/>
            </p:nvGrpSpPr>
            <p:grpSpPr>
              <a:xfrm>
                <a:off x="3965789" y="3393545"/>
                <a:ext cx="31405" cy="26945"/>
                <a:chOff x="3965789" y="3393545"/>
                <a:chExt cx="31405" cy="26945"/>
              </a:xfrm>
            </p:grpSpPr>
            <p:sp>
              <p:nvSpPr>
                <p:cNvPr id="5030" name="Google Shape;5030;p138"/>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31" name="Google Shape;5031;p138"/>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32" name="Google Shape;5032;p138"/>
              <p:cNvGrpSpPr/>
              <p:nvPr/>
            </p:nvGrpSpPr>
            <p:grpSpPr>
              <a:xfrm>
                <a:off x="3925166" y="3491008"/>
                <a:ext cx="31405" cy="27001"/>
                <a:chOff x="3925166" y="3491008"/>
                <a:chExt cx="31405" cy="27001"/>
              </a:xfrm>
            </p:grpSpPr>
            <p:sp>
              <p:nvSpPr>
                <p:cNvPr id="5033" name="Google Shape;5033;p138"/>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34" name="Google Shape;5034;p138"/>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35" name="Google Shape;5035;p138"/>
              <p:cNvGrpSpPr/>
              <p:nvPr/>
            </p:nvGrpSpPr>
            <p:grpSpPr>
              <a:xfrm>
                <a:off x="3682845" y="3340976"/>
                <a:ext cx="31397" cy="26898"/>
                <a:chOff x="3682845" y="3340976"/>
                <a:chExt cx="31397" cy="26898"/>
              </a:xfrm>
            </p:grpSpPr>
            <p:sp>
              <p:nvSpPr>
                <p:cNvPr id="5036" name="Google Shape;5036;p138"/>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37" name="Google Shape;5037;p138"/>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38" name="Google Shape;5038;p138"/>
              <p:cNvGrpSpPr/>
              <p:nvPr/>
            </p:nvGrpSpPr>
            <p:grpSpPr>
              <a:xfrm>
                <a:off x="3795393" y="3353725"/>
                <a:ext cx="31499" cy="26993"/>
                <a:chOff x="3795393" y="3353725"/>
                <a:chExt cx="31499" cy="26993"/>
              </a:xfrm>
            </p:grpSpPr>
            <p:sp>
              <p:nvSpPr>
                <p:cNvPr id="5039" name="Google Shape;5039;p138"/>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40" name="Google Shape;5040;p138"/>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41" name="Google Shape;5041;p138"/>
              <p:cNvGrpSpPr/>
              <p:nvPr/>
            </p:nvGrpSpPr>
            <p:grpSpPr>
              <a:xfrm>
                <a:off x="4176909" y="4363221"/>
                <a:ext cx="38924" cy="33316"/>
                <a:chOff x="4176909" y="4363221"/>
                <a:chExt cx="38924" cy="33316"/>
              </a:xfrm>
            </p:grpSpPr>
            <p:sp>
              <p:nvSpPr>
                <p:cNvPr id="5042" name="Google Shape;5042;p138"/>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43" name="Google Shape;5043;p138"/>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44" name="Google Shape;5044;p138"/>
              <p:cNvGrpSpPr/>
              <p:nvPr/>
            </p:nvGrpSpPr>
            <p:grpSpPr>
              <a:xfrm>
                <a:off x="4226191" y="4007660"/>
                <a:ext cx="33560" cy="28770"/>
                <a:chOff x="4226191" y="4007660"/>
                <a:chExt cx="33560" cy="28770"/>
              </a:xfrm>
            </p:grpSpPr>
            <p:sp>
              <p:nvSpPr>
                <p:cNvPr id="5045" name="Google Shape;5045;p138"/>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46" name="Google Shape;5046;p138"/>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47" name="Google Shape;5047;p138"/>
              <p:cNvGrpSpPr/>
              <p:nvPr/>
            </p:nvGrpSpPr>
            <p:grpSpPr>
              <a:xfrm>
                <a:off x="3597785" y="3377045"/>
                <a:ext cx="33591" cy="28699"/>
                <a:chOff x="3597785" y="3377045"/>
                <a:chExt cx="33591" cy="28699"/>
              </a:xfrm>
            </p:grpSpPr>
            <p:sp>
              <p:nvSpPr>
                <p:cNvPr id="5048" name="Google Shape;5048;p138"/>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49" name="Google Shape;5049;p138"/>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50" name="Google Shape;5050;p138"/>
              <p:cNvGrpSpPr/>
              <p:nvPr/>
            </p:nvGrpSpPr>
            <p:grpSpPr>
              <a:xfrm>
                <a:off x="3887870" y="3669796"/>
                <a:ext cx="33591" cy="28692"/>
                <a:chOff x="3887870" y="3669796"/>
                <a:chExt cx="33591" cy="28692"/>
              </a:xfrm>
            </p:grpSpPr>
            <p:sp>
              <p:nvSpPr>
                <p:cNvPr id="5051" name="Google Shape;5051;p138"/>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52" name="Google Shape;5052;p138"/>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53" name="Google Shape;5053;p138"/>
              <p:cNvGrpSpPr/>
              <p:nvPr/>
            </p:nvGrpSpPr>
            <p:grpSpPr>
              <a:xfrm>
                <a:off x="3818320" y="3481625"/>
                <a:ext cx="33497" cy="28770"/>
                <a:chOff x="3818320" y="3481625"/>
                <a:chExt cx="33497" cy="28770"/>
              </a:xfrm>
            </p:grpSpPr>
            <p:sp>
              <p:nvSpPr>
                <p:cNvPr id="5054" name="Google Shape;5054;p138"/>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55" name="Google Shape;5055;p138"/>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56" name="Google Shape;5056;p138"/>
              <p:cNvGrpSpPr/>
              <p:nvPr/>
            </p:nvGrpSpPr>
            <p:grpSpPr>
              <a:xfrm>
                <a:off x="4278139" y="4120948"/>
                <a:ext cx="37492" cy="32129"/>
                <a:chOff x="4278139" y="4120948"/>
                <a:chExt cx="37492" cy="32129"/>
              </a:xfrm>
            </p:grpSpPr>
            <p:sp>
              <p:nvSpPr>
                <p:cNvPr id="5057" name="Google Shape;5057;p138"/>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58" name="Google Shape;5058;p138"/>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59" name="Google Shape;5059;p138"/>
              <p:cNvGrpSpPr/>
              <p:nvPr/>
            </p:nvGrpSpPr>
            <p:grpSpPr>
              <a:xfrm>
                <a:off x="4419898" y="3977388"/>
                <a:ext cx="33497" cy="28692"/>
                <a:chOff x="4419898" y="3977388"/>
                <a:chExt cx="33497" cy="28692"/>
              </a:xfrm>
            </p:grpSpPr>
            <p:sp>
              <p:nvSpPr>
                <p:cNvPr id="5060" name="Google Shape;5060;p138"/>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61" name="Google Shape;5061;p138"/>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62" name="Google Shape;5062;p138"/>
              <p:cNvGrpSpPr/>
              <p:nvPr/>
            </p:nvGrpSpPr>
            <p:grpSpPr>
              <a:xfrm>
                <a:off x="4158930" y="4034684"/>
                <a:ext cx="33497" cy="28762"/>
                <a:chOff x="4158930" y="4034684"/>
                <a:chExt cx="33497" cy="28762"/>
              </a:xfrm>
            </p:grpSpPr>
            <p:sp>
              <p:nvSpPr>
                <p:cNvPr id="5063" name="Google Shape;5063;p138"/>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64" name="Google Shape;5064;p138"/>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65" name="Google Shape;5065;p138"/>
              <p:cNvGrpSpPr/>
              <p:nvPr/>
            </p:nvGrpSpPr>
            <p:grpSpPr>
              <a:xfrm>
                <a:off x="4134949" y="3957049"/>
                <a:ext cx="33497" cy="28770"/>
                <a:chOff x="4134949" y="3957049"/>
                <a:chExt cx="33497" cy="28770"/>
              </a:xfrm>
            </p:grpSpPr>
            <p:sp>
              <p:nvSpPr>
                <p:cNvPr id="5066" name="Google Shape;5066;p138"/>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67" name="Google Shape;5067;p138"/>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68" name="Google Shape;5068;p138"/>
              <p:cNvGrpSpPr/>
              <p:nvPr/>
            </p:nvGrpSpPr>
            <p:grpSpPr>
              <a:xfrm>
                <a:off x="4193653" y="4184403"/>
                <a:ext cx="43580" cy="37264"/>
                <a:chOff x="4193653" y="4184403"/>
                <a:chExt cx="43580" cy="37264"/>
              </a:xfrm>
            </p:grpSpPr>
            <p:sp>
              <p:nvSpPr>
                <p:cNvPr id="5069" name="Google Shape;5069;p138"/>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70" name="Google Shape;5070;p138"/>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71" name="Google Shape;5071;p138"/>
              <p:cNvGrpSpPr/>
              <p:nvPr/>
            </p:nvGrpSpPr>
            <p:grpSpPr>
              <a:xfrm>
                <a:off x="4343600" y="3943844"/>
                <a:ext cx="43580" cy="37312"/>
                <a:chOff x="4343600" y="3943844"/>
                <a:chExt cx="43580" cy="37312"/>
              </a:xfrm>
            </p:grpSpPr>
            <p:sp>
              <p:nvSpPr>
                <p:cNvPr id="5072" name="Google Shape;5072;p138"/>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73" name="Google Shape;5073;p138"/>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074" name="Google Shape;5074;p138"/>
              <p:cNvGrpSpPr/>
              <p:nvPr/>
            </p:nvGrpSpPr>
            <p:grpSpPr>
              <a:xfrm>
                <a:off x="4172339" y="3381693"/>
                <a:ext cx="31499" cy="27001"/>
                <a:chOff x="4172339" y="3381693"/>
                <a:chExt cx="31499" cy="27001"/>
              </a:xfrm>
            </p:grpSpPr>
            <p:sp>
              <p:nvSpPr>
                <p:cNvPr id="5075" name="Google Shape;5075;p138"/>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076" name="Google Shape;5076;p138"/>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080"/>
        <p:cNvGrpSpPr/>
        <p:nvPr/>
      </p:nvGrpSpPr>
      <p:grpSpPr>
        <a:xfrm>
          <a:off x="0" y="0"/>
          <a:ext cx="0" cy="0"/>
          <a:chOff x="0" y="0"/>
          <a:chExt cx="0" cy="0"/>
        </a:xfrm>
      </p:grpSpPr>
      <p:grpSp>
        <p:nvGrpSpPr>
          <p:cNvPr id="5081" name="Google Shape;5081;p139"/>
          <p:cNvGrpSpPr/>
          <p:nvPr/>
        </p:nvGrpSpPr>
        <p:grpSpPr>
          <a:xfrm>
            <a:off x="1458549" y="2351469"/>
            <a:ext cx="5015598" cy="412478"/>
            <a:chOff x="106648" y="895722"/>
            <a:chExt cx="4481413" cy="374300"/>
          </a:xfrm>
        </p:grpSpPr>
        <p:grpSp>
          <p:nvGrpSpPr>
            <p:cNvPr id="5082" name="Google Shape;5082;p139"/>
            <p:cNvGrpSpPr/>
            <p:nvPr/>
          </p:nvGrpSpPr>
          <p:grpSpPr>
            <a:xfrm>
              <a:off x="2233276" y="895722"/>
              <a:ext cx="1082667" cy="223591"/>
              <a:chOff x="4808316" y="2800065"/>
              <a:chExt cx="1999386" cy="412910"/>
            </a:xfrm>
          </p:grpSpPr>
          <p:sp>
            <p:nvSpPr>
              <p:cNvPr id="5083" name="Google Shape;5083;p139"/>
              <p:cNvSpPr/>
              <p:nvPr/>
            </p:nvSpPr>
            <p:spPr>
              <a:xfrm>
                <a:off x="4849302" y="3079475"/>
                <a:ext cx="1958400" cy="1335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grpSp>
            <p:nvGrpSpPr>
              <p:cNvPr id="5084" name="Google Shape;5084;p139"/>
              <p:cNvGrpSpPr/>
              <p:nvPr/>
            </p:nvGrpSpPr>
            <p:grpSpPr>
              <a:xfrm>
                <a:off x="4808316" y="2800065"/>
                <a:ext cx="92400" cy="411825"/>
                <a:chOff x="845575" y="2563700"/>
                <a:chExt cx="92400" cy="411825"/>
              </a:xfrm>
            </p:grpSpPr>
            <p:cxnSp>
              <p:nvCxnSpPr>
                <p:cNvPr id="5085" name="Google Shape;5085;p13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086" name="Google Shape;5086;p139"/>
                <p:cNvSpPr/>
                <p:nvPr/>
              </p:nvSpPr>
              <p:spPr>
                <a:xfrm>
                  <a:off x="845575" y="2563700"/>
                  <a:ext cx="92400" cy="92400"/>
                </a:xfrm>
                <a:prstGeom prst="ellipse">
                  <a:avLst/>
                </a:prstGeom>
                <a:solidFill>
                  <a:srgbClr val="667E92"/>
                </a:solidFill>
                <a:ln>
                  <a:noFill/>
                </a:ln>
              </p:spPr>
              <p:txBody>
                <a:bodyPr spcFirstLastPara="1" wrap="square" lIns="182850" tIns="182850" rIns="182850" bIns="182850" anchor="ctr" anchorCtr="0">
                  <a:noAutofit/>
                </a:bodyPr>
                <a:lstStyle/>
                <a:p>
                  <a:endParaRPr sz="3600"/>
                </a:p>
              </p:txBody>
            </p:sp>
          </p:grpSp>
        </p:grpSp>
        <p:grpSp>
          <p:nvGrpSpPr>
            <p:cNvPr id="5087" name="Google Shape;5087;p139"/>
            <p:cNvGrpSpPr/>
            <p:nvPr/>
          </p:nvGrpSpPr>
          <p:grpSpPr>
            <a:xfrm>
              <a:off x="106648" y="895722"/>
              <a:ext cx="1088401" cy="223591"/>
              <a:chOff x="881025" y="2800065"/>
              <a:chExt cx="2009975" cy="412910"/>
            </a:xfrm>
          </p:grpSpPr>
          <p:sp>
            <p:nvSpPr>
              <p:cNvPr id="5088" name="Google Shape;5088;p139"/>
              <p:cNvSpPr/>
              <p:nvPr/>
            </p:nvSpPr>
            <p:spPr>
              <a:xfrm>
                <a:off x="932600" y="3079475"/>
                <a:ext cx="1958400" cy="1335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grpSp>
            <p:nvGrpSpPr>
              <p:cNvPr id="5089" name="Google Shape;5089;p139"/>
              <p:cNvGrpSpPr/>
              <p:nvPr/>
            </p:nvGrpSpPr>
            <p:grpSpPr>
              <a:xfrm>
                <a:off x="881025" y="2800065"/>
                <a:ext cx="92400" cy="411825"/>
                <a:chOff x="845575" y="2563700"/>
                <a:chExt cx="92400" cy="411825"/>
              </a:xfrm>
            </p:grpSpPr>
            <p:cxnSp>
              <p:nvCxnSpPr>
                <p:cNvPr id="5090" name="Google Shape;5090;p13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091" name="Google Shape;5091;p139"/>
                <p:cNvSpPr/>
                <p:nvPr/>
              </p:nvSpPr>
              <p:spPr>
                <a:xfrm>
                  <a:off x="845575" y="2563700"/>
                  <a:ext cx="92400" cy="92400"/>
                </a:xfrm>
                <a:prstGeom prst="ellipse">
                  <a:avLst/>
                </a:prstGeom>
                <a:solidFill>
                  <a:srgbClr val="667E92"/>
                </a:solidFill>
                <a:ln>
                  <a:noFill/>
                </a:ln>
              </p:spPr>
              <p:txBody>
                <a:bodyPr spcFirstLastPara="1" wrap="square" lIns="182850" tIns="182850" rIns="182850" bIns="182850" anchor="ctr" anchorCtr="0">
                  <a:noAutofit/>
                </a:bodyPr>
                <a:lstStyle/>
                <a:p>
                  <a:endParaRPr sz="3600"/>
                </a:p>
              </p:txBody>
            </p:sp>
          </p:grpSp>
        </p:grpSp>
        <p:grpSp>
          <p:nvGrpSpPr>
            <p:cNvPr id="5092" name="Google Shape;5092;p139"/>
            <p:cNvGrpSpPr/>
            <p:nvPr/>
          </p:nvGrpSpPr>
          <p:grpSpPr>
            <a:xfrm>
              <a:off x="1172346" y="1047018"/>
              <a:ext cx="1083151" cy="223003"/>
              <a:chOff x="2849073" y="3079467"/>
              <a:chExt cx="2000279" cy="411825"/>
            </a:xfrm>
          </p:grpSpPr>
          <p:sp>
            <p:nvSpPr>
              <p:cNvPr id="5093" name="Google Shape;5093;p139"/>
              <p:cNvSpPr/>
              <p:nvPr/>
            </p:nvSpPr>
            <p:spPr>
              <a:xfrm>
                <a:off x="2890952" y="3079475"/>
                <a:ext cx="1958400" cy="133500"/>
              </a:xfrm>
              <a:prstGeom prst="rect">
                <a:avLst/>
              </a:prstGeom>
              <a:solidFill>
                <a:srgbClr val="869FB2"/>
              </a:solidFill>
              <a:ln>
                <a:noFill/>
              </a:ln>
            </p:spPr>
            <p:txBody>
              <a:bodyPr spcFirstLastPara="1" wrap="square" lIns="182850" tIns="182850" rIns="182850" bIns="182850" anchor="ctr" anchorCtr="0">
                <a:noAutofit/>
              </a:bodyPr>
              <a:lstStyle/>
              <a:p>
                <a:endParaRPr sz="3600"/>
              </a:p>
            </p:txBody>
          </p:sp>
          <p:grpSp>
            <p:nvGrpSpPr>
              <p:cNvPr id="5094" name="Google Shape;5094;p139"/>
              <p:cNvGrpSpPr/>
              <p:nvPr/>
            </p:nvGrpSpPr>
            <p:grpSpPr>
              <a:xfrm rot="10800000">
                <a:off x="2849073" y="3079467"/>
                <a:ext cx="92400" cy="411825"/>
                <a:chOff x="2070100" y="2563700"/>
                <a:chExt cx="92400" cy="411825"/>
              </a:xfrm>
            </p:grpSpPr>
            <p:cxnSp>
              <p:nvCxnSpPr>
                <p:cNvPr id="5095" name="Google Shape;5095;p13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096" name="Google Shape;5096;p139"/>
                <p:cNvSpPr/>
                <p:nvPr/>
              </p:nvSpPr>
              <p:spPr>
                <a:xfrm>
                  <a:off x="2070100" y="2563700"/>
                  <a:ext cx="92400" cy="92400"/>
                </a:xfrm>
                <a:prstGeom prst="ellipse">
                  <a:avLst/>
                </a:prstGeom>
                <a:solidFill>
                  <a:srgbClr val="667E92"/>
                </a:solidFill>
                <a:ln>
                  <a:noFill/>
                </a:ln>
              </p:spPr>
              <p:txBody>
                <a:bodyPr spcFirstLastPara="1" wrap="square" lIns="182850" tIns="182850" rIns="182850" bIns="182850" anchor="ctr" anchorCtr="0">
                  <a:noAutofit/>
                </a:bodyPr>
                <a:lstStyle/>
                <a:p>
                  <a:endParaRPr sz="3600"/>
                </a:p>
              </p:txBody>
            </p:sp>
          </p:grpSp>
        </p:grpSp>
        <p:grpSp>
          <p:nvGrpSpPr>
            <p:cNvPr id="5097" name="Google Shape;5097;p139"/>
            <p:cNvGrpSpPr/>
            <p:nvPr/>
          </p:nvGrpSpPr>
          <p:grpSpPr>
            <a:xfrm>
              <a:off x="3290132" y="1047018"/>
              <a:ext cx="1297929" cy="223003"/>
              <a:chOff x="6760035" y="3079467"/>
              <a:chExt cx="2396914" cy="411825"/>
            </a:xfrm>
          </p:grpSpPr>
          <p:sp>
            <p:nvSpPr>
              <p:cNvPr id="5098" name="Google Shape;5098;p139"/>
              <p:cNvSpPr/>
              <p:nvPr/>
            </p:nvSpPr>
            <p:spPr>
              <a:xfrm>
                <a:off x="6807650" y="3079475"/>
                <a:ext cx="2349300" cy="133500"/>
              </a:xfrm>
              <a:prstGeom prst="rect">
                <a:avLst/>
              </a:prstGeom>
              <a:solidFill>
                <a:srgbClr val="869FB2"/>
              </a:solidFill>
              <a:ln>
                <a:noFill/>
              </a:ln>
            </p:spPr>
            <p:txBody>
              <a:bodyPr spcFirstLastPara="1" wrap="square" lIns="182850" tIns="182850" rIns="182850" bIns="182850" anchor="ctr" anchorCtr="0">
                <a:noAutofit/>
              </a:bodyPr>
              <a:lstStyle/>
              <a:p>
                <a:endParaRPr sz="3600"/>
              </a:p>
            </p:txBody>
          </p:sp>
          <p:grpSp>
            <p:nvGrpSpPr>
              <p:cNvPr id="5099" name="Google Shape;5099;p139"/>
              <p:cNvGrpSpPr/>
              <p:nvPr/>
            </p:nvGrpSpPr>
            <p:grpSpPr>
              <a:xfrm rot="10800000">
                <a:off x="6760035" y="3079467"/>
                <a:ext cx="92400" cy="411825"/>
                <a:chOff x="2070100" y="2563700"/>
                <a:chExt cx="92400" cy="411825"/>
              </a:xfrm>
            </p:grpSpPr>
            <p:cxnSp>
              <p:nvCxnSpPr>
                <p:cNvPr id="5100" name="Google Shape;5100;p13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101" name="Google Shape;5101;p139"/>
                <p:cNvSpPr/>
                <p:nvPr/>
              </p:nvSpPr>
              <p:spPr>
                <a:xfrm>
                  <a:off x="2070100" y="2563700"/>
                  <a:ext cx="92400" cy="92400"/>
                </a:xfrm>
                <a:prstGeom prst="ellipse">
                  <a:avLst/>
                </a:prstGeom>
                <a:solidFill>
                  <a:srgbClr val="667E92"/>
                </a:solidFill>
                <a:ln>
                  <a:noFill/>
                </a:ln>
              </p:spPr>
              <p:txBody>
                <a:bodyPr spcFirstLastPara="1" wrap="square" lIns="182850" tIns="182850" rIns="182850" bIns="182850" anchor="ctr" anchorCtr="0">
                  <a:noAutofit/>
                </a:bodyPr>
                <a:lstStyle/>
                <a:p>
                  <a:endParaRPr sz="3600"/>
                </a:p>
              </p:txBody>
            </p:sp>
          </p:grpSp>
        </p:grpSp>
      </p:grpSp>
      <p:grpSp>
        <p:nvGrpSpPr>
          <p:cNvPr id="5102" name="Google Shape;5102;p139"/>
          <p:cNvGrpSpPr/>
          <p:nvPr/>
        </p:nvGrpSpPr>
        <p:grpSpPr>
          <a:xfrm>
            <a:off x="4294073" y="7150211"/>
            <a:ext cx="2173402" cy="1598858"/>
            <a:chOff x="2183288" y="3555572"/>
            <a:chExt cx="1136241" cy="835873"/>
          </a:xfrm>
        </p:grpSpPr>
        <p:sp>
          <p:nvSpPr>
            <p:cNvPr id="5103" name="Google Shape;5103;p139"/>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82850" tIns="182850" rIns="182850" bIns="182850" anchor="ctr" anchorCtr="0">
              <a:noAutofit/>
            </a:bodyPr>
            <a:lstStyle/>
            <a:p>
              <a:endParaRPr sz="3600"/>
            </a:p>
          </p:txBody>
        </p:sp>
        <p:grpSp>
          <p:nvGrpSpPr>
            <p:cNvPr id="5104" name="Google Shape;5104;p139"/>
            <p:cNvGrpSpPr/>
            <p:nvPr/>
          </p:nvGrpSpPr>
          <p:grpSpPr>
            <a:xfrm>
              <a:off x="2205895" y="3637269"/>
              <a:ext cx="1089848" cy="724993"/>
              <a:chOff x="2205895" y="3637269"/>
              <a:chExt cx="1089848" cy="724993"/>
            </a:xfrm>
          </p:grpSpPr>
          <p:sp>
            <p:nvSpPr>
              <p:cNvPr id="5105" name="Google Shape;5105;p139"/>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106" name="Google Shape;5106;p139"/>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107" name="Google Shape;5107;p139"/>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108" name="Google Shape;5108;p139"/>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109" name="Google Shape;5109;p139"/>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110" name="Google Shape;5110;p139"/>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182850" tIns="182850" rIns="182850" bIns="182850" anchor="ctr" anchorCtr="0">
                <a:noAutofit/>
              </a:bodyPr>
              <a:lstStyle/>
              <a:p>
                <a:endParaRPr sz="3600"/>
              </a:p>
            </p:txBody>
          </p:sp>
        </p:grpSp>
        <p:sp>
          <p:nvSpPr>
            <p:cNvPr id="5111" name="Google Shape;5111;p139"/>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cxnSp>
          <p:nvCxnSpPr>
            <p:cNvPr id="5112" name="Google Shape;5112;p139"/>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113" name="Google Shape;5113;p139"/>
            <p:cNvGrpSpPr/>
            <p:nvPr/>
          </p:nvGrpSpPr>
          <p:grpSpPr>
            <a:xfrm>
              <a:off x="3173850" y="3779426"/>
              <a:ext cx="145679" cy="70048"/>
              <a:chOff x="3173850" y="3779426"/>
              <a:chExt cx="145679" cy="70048"/>
            </a:xfrm>
          </p:grpSpPr>
          <p:cxnSp>
            <p:nvCxnSpPr>
              <p:cNvPr id="5114" name="Google Shape;5114;p139"/>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5115" name="Google Shape;5115;p139"/>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5116" name="Google Shape;5116;p139"/>
            <p:cNvGrpSpPr/>
            <p:nvPr/>
          </p:nvGrpSpPr>
          <p:grpSpPr>
            <a:xfrm>
              <a:off x="2183288" y="4139483"/>
              <a:ext cx="145133" cy="70048"/>
              <a:chOff x="2183288" y="4139483"/>
              <a:chExt cx="145133" cy="70048"/>
            </a:xfrm>
          </p:grpSpPr>
          <p:cxnSp>
            <p:nvCxnSpPr>
              <p:cNvPr id="5117" name="Google Shape;5117;p139"/>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5118" name="Google Shape;5118;p139"/>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sp>
          <p:nvSpPr>
            <p:cNvPr id="5119" name="Google Shape;5119;p139"/>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cxnSp>
          <p:nvCxnSpPr>
            <p:cNvPr id="5120" name="Google Shape;5120;p139"/>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121" name="Google Shape;5121;p139"/>
            <p:cNvGrpSpPr/>
            <p:nvPr/>
          </p:nvGrpSpPr>
          <p:grpSpPr>
            <a:xfrm>
              <a:off x="2943836" y="4268886"/>
              <a:ext cx="60717" cy="122559"/>
              <a:chOff x="2943836" y="4268886"/>
              <a:chExt cx="60717" cy="122559"/>
            </a:xfrm>
          </p:grpSpPr>
          <p:sp>
            <p:nvSpPr>
              <p:cNvPr id="5122" name="Google Shape;5122;p139"/>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cxnSp>
            <p:nvCxnSpPr>
              <p:cNvPr id="5123" name="Google Shape;5123;p139"/>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5124" name="Google Shape;5124;p139"/>
          <p:cNvGrpSpPr/>
          <p:nvPr/>
        </p:nvGrpSpPr>
        <p:grpSpPr>
          <a:xfrm>
            <a:off x="6819962" y="2992209"/>
            <a:ext cx="3351740" cy="1516502"/>
            <a:chOff x="3530532" y="1496185"/>
            <a:chExt cx="1562000" cy="706730"/>
          </a:xfrm>
        </p:grpSpPr>
        <p:cxnSp>
          <p:nvCxnSpPr>
            <p:cNvPr id="5125" name="Google Shape;5125;p139"/>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5126" name="Google Shape;5126;p139"/>
            <p:cNvGrpSpPr/>
            <p:nvPr/>
          </p:nvGrpSpPr>
          <p:grpSpPr>
            <a:xfrm>
              <a:off x="3530532" y="1496185"/>
              <a:ext cx="323430" cy="463587"/>
              <a:chOff x="3530532" y="1496185"/>
              <a:chExt cx="323430" cy="463587"/>
            </a:xfrm>
          </p:grpSpPr>
          <p:grpSp>
            <p:nvGrpSpPr>
              <p:cNvPr id="5127" name="Google Shape;5127;p139"/>
              <p:cNvGrpSpPr/>
              <p:nvPr/>
            </p:nvGrpSpPr>
            <p:grpSpPr>
              <a:xfrm>
                <a:off x="3567462" y="1496185"/>
                <a:ext cx="286500" cy="361376"/>
                <a:chOff x="3567462" y="1496185"/>
                <a:chExt cx="286500" cy="361376"/>
              </a:xfrm>
            </p:grpSpPr>
            <p:cxnSp>
              <p:nvCxnSpPr>
                <p:cNvPr id="5128" name="Google Shape;5128;p139"/>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129" name="Google Shape;5129;p139"/>
                <p:cNvSpPr/>
                <p:nvPr/>
              </p:nvSpPr>
              <p:spPr>
                <a:xfrm>
                  <a:off x="3567462" y="1496185"/>
                  <a:ext cx="286500" cy="99900"/>
                </a:xfrm>
                <a:prstGeom prst="rect">
                  <a:avLst/>
                </a:prstGeom>
                <a:solidFill>
                  <a:srgbClr val="5F7D95"/>
                </a:solidFill>
                <a:ln>
                  <a:noFill/>
                </a:ln>
              </p:spPr>
              <p:txBody>
                <a:bodyPr spcFirstLastPara="1" wrap="square" lIns="182850" tIns="182850" rIns="182850" bIns="182850" anchor="ctr" anchorCtr="0">
                  <a:noAutofit/>
                </a:bodyPr>
                <a:lstStyle/>
                <a:p>
                  <a:endParaRPr sz="3600"/>
                </a:p>
              </p:txBody>
            </p:sp>
          </p:grpSp>
          <p:sp>
            <p:nvSpPr>
              <p:cNvPr id="5130" name="Google Shape;5130;p139"/>
              <p:cNvSpPr/>
              <p:nvPr/>
            </p:nvSpPr>
            <p:spPr>
              <a:xfrm>
                <a:off x="3530532" y="1771972"/>
                <a:ext cx="187800" cy="187800"/>
              </a:xfrm>
              <a:prstGeom prst="ellipse">
                <a:avLst/>
              </a:pr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5131" name="Google Shape;5131;p139"/>
            <p:cNvGrpSpPr/>
            <p:nvPr/>
          </p:nvGrpSpPr>
          <p:grpSpPr>
            <a:xfrm>
              <a:off x="3891569" y="1779209"/>
              <a:ext cx="323945" cy="423706"/>
              <a:chOff x="3891569" y="1779209"/>
              <a:chExt cx="323945" cy="423706"/>
            </a:xfrm>
          </p:grpSpPr>
          <p:grpSp>
            <p:nvGrpSpPr>
              <p:cNvPr id="5132" name="Google Shape;5132;p139"/>
              <p:cNvGrpSpPr/>
              <p:nvPr/>
            </p:nvGrpSpPr>
            <p:grpSpPr>
              <a:xfrm>
                <a:off x="3929014" y="1881638"/>
                <a:ext cx="286500" cy="321278"/>
                <a:chOff x="3929014" y="1881638"/>
                <a:chExt cx="286500" cy="321278"/>
              </a:xfrm>
            </p:grpSpPr>
            <p:cxnSp>
              <p:nvCxnSpPr>
                <p:cNvPr id="5133" name="Google Shape;5133;p139"/>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5134" name="Google Shape;5134;p139"/>
                <p:cNvSpPr/>
                <p:nvPr/>
              </p:nvSpPr>
              <p:spPr>
                <a:xfrm>
                  <a:off x="3929014" y="2103016"/>
                  <a:ext cx="286500" cy="99900"/>
                </a:xfrm>
                <a:prstGeom prst="rect">
                  <a:avLst/>
                </a:prstGeom>
                <a:solidFill>
                  <a:srgbClr val="5F7D95"/>
                </a:solidFill>
                <a:ln>
                  <a:noFill/>
                </a:ln>
              </p:spPr>
              <p:txBody>
                <a:bodyPr spcFirstLastPara="1" wrap="square" lIns="182850" tIns="182850" rIns="182850" bIns="182850" anchor="ctr" anchorCtr="0">
                  <a:noAutofit/>
                </a:bodyPr>
                <a:lstStyle/>
                <a:p>
                  <a:endParaRPr sz="3600"/>
                </a:p>
              </p:txBody>
            </p:sp>
          </p:grpSp>
          <p:sp>
            <p:nvSpPr>
              <p:cNvPr id="5135" name="Google Shape;5135;p139"/>
              <p:cNvSpPr/>
              <p:nvPr/>
            </p:nvSpPr>
            <p:spPr>
              <a:xfrm>
                <a:off x="3891569" y="1779209"/>
                <a:ext cx="187800" cy="187800"/>
              </a:xfrm>
              <a:prstGeom prst="ellipse">
                <a:avLst/>
              </a:pr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5136" name="Google Shape;5136;p139"/>
            <p:cNvGrpSpPr/>
            <p:nvPr/>
          </p:nvGrpSpPr>
          <p:grpSpPr>
            <a:xfrm>
              <a:off x="4252606" y="1496185"/>
              <a:ext cx="324721" cy="463587"/>
              <a:chOff x="4252606" y="1496185"/>
              <a:chExt cx="324721" cy="463587"/>
            </a:xfrm>
          </p:grpSpPr>
          <p:grpSp>
            <p:nvGrpSpPr>
              <p:cNvPr id="5137" name="Google Shape;5137;p139"/>
              <p:cNvGrpSpPr/>
              <p:nvPr/>
            </p:nvGrpSpPr>
            <p:grpSpPr>
              <a:xfrm>
                <a:off x="4290828" y="1496185"/>
                <a:ext cx="286500" cy="361376"/>
                <a:chOff x="4290828" y="1496185"/>
                <a:chExt cx="286500" cy="361376"/>
              </a:xfrm>
            </p:grpSpPr>
            <p:cxnSp>
              <p:nvCxnSpPr>
                <p:cNvPr id="5138" name="Google Shape;5138;p139"/>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139" name="Google Shape;5139;p139"/>
                <p:cNvSpPr/>
                <p:nvPr/>
              </p:nvSpPr>
              <p:spPr>
                <a:xfrm>
                  <a:off x="4290828" y="1496185"/>
                  <a:ext cx="286500" cy="99900"/>
                </a:xfrm>
                <a:prstGeom prst="rect">
                  <a:avLst/>
                </a:prstGeom>
                <a:solidFill>
                  <a:srgbClr val="5F7D95"/>
                </a:solidFill>
                <a:ln>
                  <a:noFill/>
                </a:ln>
              </p:spPr>
              <p:txBody>
                <a:bodyPr spcFirstLastPara="1" wrap="square" lIns="182850" tIns="182850" rIns="182850" bIns="182850" anchor="ctr" anchorCtr="0">
                  <a:noAutofit/>
                </a:bodyPr>
                <a:lstStyle/>
                <a:p>
                  <a:endParaRPr sz="3600"/>
                </a:p>
              </p:txBody>
            </p:sp>
          </p:grpSp>
          <p:sp>
            <p:nvSpPr>
              <p:cNvPr id="5140" name="Google Shape;5140;p139"/>
              <p:cNvSpPr/>
              <p:nvPr/>
            </p:nvSpPr>
            <p:spPr>
              <a:xfrm>
                <a:off x="4252606" y="1771972"/>
                <a:ext cx="187800" cy="187800"/>
              </a:xfrm>
              <a:prstGeom prst="ellipse">
                <a:avLst/>
              </a:pr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5141" name="Google Shape;5141;p139"/>
            <p:cNvGrpSpPr/>
            <p:nvPr/>
          </p:nvGrpSpPr>
          <p:grpSpPr>
            <a:xfrm>
              <a:off x="4613643" y="1763716"/>
              <a:ext cx="325308" cy="439200"/>
              <a:chOff x="4613643" y="1763716"/>
              <a:chExt cx="325308" cy="439200"/>
            </a:xfrm>
          </p:grpSpPr>
          <p:grpSp>
            <p:nvGrpSpPr>
              <p:cNvPr id="5142" name="Google Shape;5142;p139"/>
              <p:cNvGrpSpPr/>
              <p:nvPr/>
            </p:nvGrpSpPr>
            <p:grpSpPr>
              <a:xfrm>
                <a:off x="4652451" y="1879538"/>
                <a:ext cx="286500" cy="323378"/>
                <a:chOff x="4652451" y="1879538"/>
                <a:chExt cx="286500" cy="323378"/>
              </a:xfrm>
            </p:grpSpPr>
            <p:cxnSp>
              <p:nvCxnSpPr>
                <p:cNvPr id="5143" name="Google Shape;5143;p139"/>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5144" name="Google Shape;5144;p139"/>
                <p:cNvSpPr/>
                <p:nvPr/>
              </p:nvSpPr>
              <p:spPr>
                <a:xfrm>
                  <a:off x="4652451" y="2103016"/>
                  <a:ext cx="286500" cy="99900"/>
                </a:xfrm>
                <a:prstGeom prst="rect">
                  <a:avLst/>
                </a:prstGeom>
                <a:solidFill>
                  <a:srgbClr val="5F7D95"/>
                </a:solidFill>
                <a:ln>
                  <a:noFill/>
                </a:ln>
              </p:spPr>
              <p:txBody>
                <a:bodyPr spcFirstLastPara="1" wrap="square" lIns="182850" tIns="182850" rIns="182850" bIns="182850" anchor="ctr" anchorCtr="0">
                  <a:noAutofit/>
                </a:bodyPr>
                <a:lstStyle/>
                <a:p>
                  <a:endParaRPr sz="3600"/>
                </a:p>
              </p:txBody>
            </p:sp>
          </p:grpSp>
          <p:sp>
            <p:nvSpPr>
              <p:cNvPr id="5145" name="Google Shape;5145;p139"/>
              <p:cNvSpPr/>
              <p:nvPr/>
            </p:nvSpPr>
            <p:spPr>
              <a:xfrm>
                <a:off x="4613643" y="1763716"/>
                <a:ext cx="187800" cy="187800"/>
              </a:xfrm>
              <a:prstGeom prst="ellipse">
                <a:avLst/>
              </a:prstGeom>
              <a:solidFill>
                <a:srgbClr val="5F7D95"/>
              </a:solidFill>
              <a:ln>
                <a:noFill/>
              </a:ln>
            </p:spPr>
            <p:txBody>
              <a:bodyPr spcFirstLastPara="1" wrap="square" lIns="182850" tIns="182850" rIns="182850" bIns="182850" anchor="ctr" anchorCtr="0">
                <a:noAutofit/>
              </a:bodyPr>
              <a:lstStyle/>
              <a:p>
                <a:endParaRPr sz="3600"/>
              </a:p>
            </p:txBody>
          </p:sp>
        </p:grpSp>
      </p:grpSp>
      <p:grpSp>
        <p:nvGrpSpPr>
          <p:cNvPr id="5146" name="Google Shape;5146;p139"/>
          <p:cNvGrpSpPr/>
          <p:nvPr/>
        </p:nvGrpSpPr>
        <p:grpSpPr>
          <a:xfrm>
            <a:off x="6843683" y="4699461"/>
            <a:ext cx="3304346" cy="783034"/>
            <a:chOff x="3512551" y="2358270"/>
            <a:chExt cx="1597383" cy="378533"/>
          </a:xfrm>
        </p:grpSpPr>
        <p:cxnSp>
          <p:nvCxnSpPr>
            <p:cNvPr id="5147" name="Google Shape;5147;p139"/>
            <p:cNvCxnSpPr>
              <a:stCxn id="5148" idx="6"/>
              <a:endCxn id="5149"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5150" name="Google Shape;5150;p139"/>
            <p:cNvGrpSpPr/>
            <p:nvPr/>
          </p:nvGrpSpPr>
          <p:grpSpPr>
            <a:xfrm>
              <a:off x="3512551" y="2358270"/>
              <a:ext cx="225647" cy="307714"/>
              <a:chOff x="2182679" y="2004714"/>
              <a:chExt cx="792300" cy="1080458"/>
            </a:xfrm>
          </p:grpSpPr>
          <p:cxnSp>
            <p:nvCxnSpPr>
              <p:cNvPr id="5151" name="Google Shape;5151;p139"/>
              <p:cNvCxnSpPr>
                <a:stCxn id="5152"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5148" name="Google Shape;5148;p139"/>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152" name="Google Shape;5152;p139"/>
              <p:cNvSpPr/>
              <p:nvPr/>
            </p:nvSpPr>
            <p:spPr>
              <a:xfrm>
                <a:off x="2283911" y="2393814"/>
                <a:ext cx="590100" cy="590100"/>
              </a:xfrm>
              <a:prstGeom prst="ellipse">
                <a:avLst/>
              </a:prstGeom>
              <a:solidFill>
                <a:srgbClr val="435D74"/>
              </a:solidFill>
              <a:ln>
                <a:noFill/>
              </a:ln>
            </p:spPr>
            <p:txBody>
              <a:bodyPr spcFirstLastPara="1" wrap="square" lIns="182850" tIns="182850" rIns="182850" bIns="182850" anchor="ctr" anchorCtr="0">
                <a:noAutofit/>
              </a:bodyPr>
              <a:lstStyle/>
              <a:p>
                <a:endParaRPr sz="3600"/>
              </a:p>
            </p:txBody>
          </p:sp>
        </p:grpSp>
        <p:grpSp>
          <p:nvGrpSpPr>
            <p:cNvPr id="5153" name="Google Shape;5153;p139"/>
            <p:cNvGrpSpPr/>
            <p:nvPr/>
          </p:nvGrpSpPr>
          <p:grpSpPr>
            <a:xfrm>
              <a:off x="3969644" y="2440153"/>
              <a:ext cx="225853" cy="296651"/>
              <a:chOff x="3775710" y="1729289"/>
              <a:chExt cx="136500" cy="179289"/>
            </a:xfrm>
          </p:grpSpPr>
          <p:cxnSp>
            <p:nvCxnSpPr>
              <p:cNvPr id="5154" name="Google Shape;5154;p139"/>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5155" name="Google Shape;5155;p139"/>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156" name="Google Shape;5156;p139"/>
              <p:cNvSpPr/>
              <p:nvPr/>
            </p:nvSpPr>
            <p:spPr>
              <a:xfrm>
                <a:off x="3793133" y="1746713"/>
                <a:ext cx="101700" cy="101700"/>
              </a:xfrm>
              <a:prstGeom prst="ellipse">
                <a:avLst/>
              </a:prstGeom>
              <a:solidFill>
                <a:srgbClr val="435D74"/>
              </a:solidFill>
              <a:ln>
                <a:noFill/>
              </a:ln>
            </p:spPr>
            <p:txBody>
              <a:bodyPr spcFirstLastPara="1" wrap="square" lIns="182850" tIns="182850" rIns="182850" bIns="182850" anchor="ctr" anchorCtr="0">
                <a:noAutofit/>
              </a:bodyPr>
              <a:lstStyle/>
              <a:p>
                <a:endParaRPr sz="3600"/>
              </a:p>
            </p:txBody>
          </p:sp>
        </p:grpSp>
        <p:grpSp>
          <p:nvGrpSpPr>
            <p:cNvPr id="5157" name="Google Shape;5157;p139"/>
            <p:cNvGrpSpPr/>
            <p:nvPr/>
          </p:nvGrpSpPr>
          <p:grpSpPr>
            <a:xfrm>
              <a:off x="4427051" y="2358270"/>
              <a:ext cx="225647" cy="307714"/>
              <a:chOff x="5393704" y="2004714"/>
              <a:chExt cx="792300" cy="1080458"/>
            </a:xfrm>
          </p:grpSpPr>
          <p:cxnSp>
            <p:nvCxnSpPr>
              <p:cNvPr id="5158" name="Google Shape;5158;p139"/>
              <p:cNvCxnSpPr>
                <a:stCxn id="5159"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5160" name="Google Shape;5160;p139"/>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159" name="Google Shape;5159;p139"/>
              <p:cNvSpPr/>
              <p:nvPr/>
            </p:nvSpPr>
            <p:spPr>
              <a:xfrm>
                <a:off x="5494936" y="2393814"/>
                <a:ext cx="590100" cy="590100"/>
              </a:xfrm>
              <a:prstGeom prst="ellipse">
                <a:avLst/>
              </a:prstGeom>
              <a:solidFill>
                <a:srgbClr val="435D74"/>
              </a:solidFill>
              <a:ln>
                <a:noFill/>
              </a:ln>
            </p:spPr>
            <p:txBody>
              <a:bodyPr spcFirstLastPara="1" wrap="square" lIns="182850" tIns="182850" rIns="182850" bIns="182850" anchor="ctr" anchorCtr="0">
                <a:noAutofit/>
              </a:bodyPr>
              <a:lstStyle/>
              <a:p>
                <a:endParaRPr sz="3600"/>
              </a:p>
            </p:txBody>
          </p:sp>
        </p:grpSp>
        <p:grpSp>
          <p:nvGrpSpPr>
            <p:cNvPr id="5161" name="Google Shape;5161;p139"/>
            <p:cNvGrpSpPr/>
            <p:nvPr/>
          </p:nvGrpSpPr>
          <p:grpSpPr>
            <a:xfrm>
              <a:off x="4884287" y="2440252"/>
              <a:ext cx="225647" cy="296532"/>
              <a:chOff x="6999166" y="2292572"/>
              <a:chExt cx="792300" cy="1041192"/>
            </a:xfrm>
          </p:grpSpPr>
          <p:cxnSp>
            <p:nvCxnSpPr>
              <p:cNvPr id="5162" name="Google Shape;5162;p139"/>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5149" name="Google Shape;5149;p139"/>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163" name="Google Shape;5163;p139"/>
              <p:cNvSpPr/>
              <p:nvPr/>
            </p:nvSpPr>
            <p:spPr>
              <a:xfrm>
                <a:off x="7100398" y="2393814"/>
                <a:ext cx="590100" cy="590100"/>
              </a:xfrm>
              <a:prstGeom prst="ellipse">
                <a:avLst/>
              </a:prstGeom>
              <a:solidFill>
                <a:srgbClr val="435D74"/>
              </a:solidFill>
              <a:ln>
                <a:noFill/>
              </a:ln>
            </p:spPr>
            <p:txBody>
              <a:bodyPr spcFirstLastPara="1" wrap="square" lIns="182850" tIns="182850" rIns="182850" bIns="182850" anchor="ctr" anchorCtr="0">
                <a:noAutofit/>
              </a:bodyPr>
              <a:lstStyle/>
              <a:p>
                <a:endParaRPr sz="3600"/>
              </a:p>
            </p:txBody>
          </p:sp>
        </p:grpSp>
      </p:grpSp>
      <p:grpSp>
        <p:nvGrpSpPr>
          <p:cNvPr id="5164" name="Google Shape;5164;p139"/>
          <p:cNvGrpSpPr/>
          <p:nvPr/>
        </p:nvGrpSpPr>
        <p:grpSpPr>
          <a:xfrm>
            <a:off x="13685298" y="2371860"/>
            <a:ext cx="3163688" cy="1465636"/>
            <a:chOff x="634175" y="2986275"/>
            <a:chExt cx="3147949" cy="1458344"/>
          </a:xfrm>
        </p:grpSpPr>
        <p:cxnSp>
          <p:nvCxnSpPr>
            <p:cNvPr id="5165" name="Google Shape;5165;p139"/>
            <p:cNvCxnSpPr>
              <a:stCxn id="5166" idx="4"/>
              <a:endCxn id="5167"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168" name="Google Shape;5168;p139"/>
            <p:cNvCxnSpPr>
              <a:stCxn id="5167" idx="0"/>
              <a:endCxn id="5169"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170" name="Google Shape;5170;p139"/>
            <p:cNvCxnSpPr>
              <a:stCxn id="5169" idx="4"/>
              <a:endCxn id="5171"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172" name="Google Shape;5172;p139"/>
            <p:cNvCxnSpPr>
              <a:stCxn id="5171" idx="0"/>
              <a:endCxn id="5173"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173" name="Google Shape;5173;p139"/>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137150" tIns="68550" rIns="137150" bIns="68550" anchor="ctr" anchorCtr="0">
              <a:noAutofit/>
            </a:bodyPr>
            <a:lstStyle/>
            <a:p>
              <a:pPr algn="ctr"/>
              <a:endParaRPr sz="2800">
                <a:solidFill>
                  <a:srgbClr val="00C3B1"/>
                </a:solidFill>
                <a:latin typeface="Calibri"/>
                <a:ea typeface="Calibri"/>
                <a:cs typeface="Calibri"/>
                <a:sym typeface="Calibri"/>
              </a:endParaRPr>
            </a:p>
          </p:txBody>
        </p:sp>
        <p:sp>
          <p:nvSpPr>
            <p:cNvPr id="5169" name="Google Shape;5169;p139"/>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137150" tIns="68550" rIns="137150" bIns="68550" anchor="ctr" anchorCtr="0">
              <a:noAutofit/>
            </a:bodyPr>
            <a:lstStyle/>
            <a:p>
              <a:pPr algn="ctr"/>
              <a:endParaRPr sz="2800">
                <a:solidFill>
                  <a:srgbClr val="00C3B1"/>
                </a:solidFill>
                <a:latin typeface="Calibri"/>
                <a:ea typeface="Calibri"/>
                <a:cs typeface="Calibri"/>
                <a:sym typeface="Calibri"/>
              </a:endParaRPr>
            </a:p>
          </p:txBody>
        </p:sp>
        <p:sp>
          <p:nvSpPr>
            <p:cNvPr id="5166" name="Google Shape;5166;p139"/>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137150" tIns="68550" rIns="137150" bIns="68550" anchor="ctr" anchorCtr="0">
              <a:noAutofit/>
            </a:bodyPr>
            <a:lstStyle/>
            <a:p>
              <a:pPr algn="ctr"/>
              <a:endParaRPr sz="2800">
                <a:solidFill>
                  <a:srgbClr val="00C3B1"/>
                </a:solidFill>
                <a:latin typeface="Calibri"/>
                <a:ea typeface="Calibri"/>
                <a:cs typeface="Calibri"/>
                <a:sym typeface="Calibri"/>
              </a:endParaRPr>
            </a:p>
          </p:txBody>
        </p:sp>
        <p:sp>
          <p:nvSpPr>
            <p:cNvPr id="5171" name="Google Shape;5171;p139"/>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137150" tIns="68550" rIns="137150" bIns="68550" anchor="ctr" anchorCtr="0">
              <a:noAutofit/>
            </a:bodyPr>
            <a:lstStyle/>
            <a:p>
              <a:pPr algn="ctr"/>
              <a:endParaRPr sz="2800">
                <a:solidFill>
                  <a:srgbClr val="00C3B1"/>
                </a:solidFill>
                <a:latin typeface="Calibri"/>
                <a:ea typeface="Calibri"/>
                <a:cs typeface="Calibri"/>
                <a:sym typeface="Calibri"/>
              </a:endParaRPr>
            </a:p>
          </p:txBody>
        </p:sp>
        <p:sp>
          <p:nvSpPr>
            <p:cNvPr id="5167" name="Google Shape;5167;p139"/>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137150" tIns="68550" rIns="137150" bIns="68550" anchor="ctr" anchorCtr="0">
              <a:noAutofit/>
            </a:bodyPr>
            <a:lstStyle/>
            <a:p>
              <a:pPr algn="ctr"/>
              <a:endParaRPr sz="2800">
                <a:solidFill>
                  <a:srgbClr val="FFFFFF"/>
                </a:solidFill>
                <a:latin typeface="Calibri"/>
                <a:ea typeface="Calibri"/>
                <a:cs typeface="Calibri"/>
                <a:sym typeface="Calibri"/>
              </a:endParaRPr>
            </a:p>
          </p:txBody>
        </p:sp>
      </p:grpSp>
      <p:grpSp>
        <p:nvGrpSpPr>
          <p:cNvPr id="5174" name="Google Shape;5174;p139"/>
          <p:cNvGrpSpPr/>
          <p:nvPr/>
        </p:nvGrpSpPr>
        <p:grpSpPr>
          <a:xfrm>
            <a:off x="6820728" y="5760480"/>
            <a:ext cx="3350256" cy="627348"/>
            <a:chOff x="998425" y="1182125"/>
            <a:chExt cx="1065400" cy="199500"/>
          </a:xfrm>
        </p:grpSpPr>
        <p:sp>
          <p:nvSpPr>
            <p:cNvPr id="5175" name="Google Shape;5175;p139"/>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176" name="Google Shape;5176;p139"/>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177" name="Google Shape;5177;p139"/>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178" name="Google Shape;5178;p139"/>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179" name="Google Shape;5179;p139"/>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180" name="Google Shape;5180;p139"/>
          <p:cNvGrpSpPr/>
          <p:nvPr/>
        </p:nvGrpSpPr>
        <p:grpSpPr>
          <a:xfrm>
            <a:off x="6820727" y="7672413"/>
            <a:ext cx="3350258" cy="1050690"/>
            <a:chOff x="5194708" y="3484366"/>
            <a:chExt cx="3148148" cy="987304"/>
          </a:xfrm>
        </p:grpSpPr>
        <p:grpSp>
          <p:nvGrpSpPr>
            <p:cNvPr id="5181" name="Google Shape;5181;p139"/>
            <p:cNvGrpSpPr/>
            <p:nvPr/>
          </p:nvGrpSpPr>
          <p:grpSpPr>
            <a:xfrm>
              <a:off x="7531521" y="3484366"/>
              <a:ext cx="811335" cy="987304"/>
              <a:chOff x="3379425" y="1617275"/>
              <a:chExt cx="1090650" cy="1327200"/>
            </a:xfrm>
          </p:grpSpPr>
          <p:sp>
            <p:nvSpPr>
              <p:cNvPr id="5182" name="Google Shape;5182;p139"/>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183" name="Google Shape;5183;p139"/>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184" name="Google Shape;5184;p139"/>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5185" name="Google Shape;5185;p139"/>
            <p:cNvGrpSpPr/>
            <p:nvPr/>
          </p:nvGrpSpPr>
          <p:grpSpPr>
            <a:xfrm>
              <a:off x="6752546" y="3484366"/>
              <a:ext cx="811428" cy="987304"/>
              <a:chOff x="2332275" y="1617275"/>
              <a:chExt cx="1090775" cy="1327200"/>
            </a:xfrm>
          </p:grpSpPr>
          <p:sp>
            <p:nvSpPr>
              <p:cNvPr id="5186" name="Google Shape;5186;p139"/>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187" name="Google Shape;5187;p139"/>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188" name="Google Shape;5188;p139"/>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189" name="Google Shape;5189;p139"/>
            <p:cNvGrpSpPr/>
            <p:nvPr/>
          </p:nvGrpSpPr>
          <p:grpSpPr>
            <a:xfrm>
              <a:off x="5973664" y="3484366"/>
              <a:ext cx="811335" cy="987304"/>
              <a:chOff x="1285250" y="1617275"/>
              <a:chExt cx="1090650" cy="1327200"/>
            </a:xfrm>
          </p:grpSpPr>
          <p:sp>
            <p:nvSpPr>
              <p:cNvPr id="5190" name="Google Shape;5190;p139"/>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191" name="Google Shape;5191;p139"/>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192" name="Google Shape;5192;p139"/>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grpSp>
          <p:nvGrpSpPr>
            <p:cNvPr id="5193" name="Google Shape;5193;p139"/>
            <p:cNvGrpSpPr/>
            <p:nvPr/>
          </p:nvGrpSpPr>
          <p:grpSpPr>
            <a:xfrm>
              <a:off x="5194708" y="3484366"/>
              <a:ext cx="811409" cy="987304"/>
              <a:chOff x="238125" y="1617275"/>
              <a:chExt cx="1090750" cy="1327200"/>
            </a:xfrm>
          </p:grpSpPr>
          <p:sp>
            <p:nvSpPr>
              <p:cNvPr id="5194" name="Google Shape;5194;p139"/>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195" name="Google Shape;5195;p139"/>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196" name="Google Shape;5196;p139"/>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grpSp>
        <p:nvGrpSpPr>
          <p:cNvPr id="5197" name="Google Shape;5197;p139"/>
          <p:cNvGrpSpPr/>
          <p:nvPr/>
        </p:nvGrpSpPr>
        <p:grpSpPr>
          <a:xfrm>
            <a:off x="13688096" y="4964190"/>
            <a:ext cx="3158092" cy="1044460"/>
            <a:chOff x="6853641" y="2534077"/>
            <a:chExt cx="1515545" cy="501229"/>
          </a:xfrm>
        </p:grpSpPr>
        <p:grpSp>
          <p:nvGrpSpPr>
            <p:cNvPr id="5198" name="Google Shape;5198;p139"/>
            <p:cNvGrpSpPr/>
            <p:nvPr/>
          </p:nvGrpSpPr>
          <p:grpSpPr>
            <a:xfrm>
              <a:off x="6853641" y="2618923"/>
              <a:ext cx="1515545" cy="324556"/>
              <a:chOff x="6853641" y="2618923"/>
              <a:chExt cx="1515545" cy="324556"/>
            </a:xfrm>
          </p:grpSpPr>
          <p:sp>
            <p:nvSpPr>
              <p:cNvPr id="5199" name="Google Shape;5199;p139"/>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200" name="Google Shape;5200;p139"/>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201" name="Google Shape;5201;p139"/>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02" name="Google Shape;5202;p139"/>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203" name="Google Shape;5203;p139"/>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sp>
          <p:nvSpPr>
            <p:cNvPr id="5204" name="Google Shape;5204;p139"/>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05" name="Google Shape;5205;p139"/>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206" name="Google Shape;5206;p139"/>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207" name="Google Shape;5207;p139"/>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208" name="Google Shape;5208;p139"/>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209" name="Google Shape;5209;p139"/>
          <p:cNvGrpSpPr/>
          <p:nvPr/>
        </p:nvGrpSpPr>
        <p:grpSpPr>
          <a:xfrm>
            <a:off x="6877880" y="6714272"/>
            <a:ext cx="3235952" cy="693232"/>
            <a:chOff x="1808063" y="4294338"/>
            <a:chExt cx="3370782" cy="721817"/>
          </a:xfrm>
        </p:grpSpPr>
        <p:sp>
          <p:nvSpPr>
            <p:cNvPr id="5210" name="Google Shape;5210;p139"/>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182850" tIns="182850" rIns="182850" bIns="182850" anchor="ctr" anchorCtr="0">
              <a:noAutofit/>
            </a:bodyPr>
            <a:lstStyle/>
            <a:p>
              <a:endParaRPr sz="3600"/>
            </a:p>
          </p:txBody>
        </p:sp>
        <p:sp>
          <p:nvSpPr>
            <p:cNvPr id="5211" name="Google Shape;5211;p139"/>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212" name="Google Shape;5212;p139"/>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213" name="Google Shape;5213;p139"/>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14" name="Google Shape;5214;p139"/>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215" name="Google Shape;5215;p139"/>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216" name="Google Shape;5216;p139"/>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182850" tIns="182850" rIns="182850" bIns="182850" anchor="ctr" anchorCtr="0">
              <a:noAutofit/>
            </a:bodyPr>
            <a:lstStyle/>
            <a:p>
              <a:endParaRPr sz="3600"/>
            </a:p>
          </p:txBody>
        </p:sp>
        <p:sp>
          <p:nvSpPr>
            <p:cNvPr id="5217" name="Google Shape;5217;p139"/>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182850" tIns="182850" rIns="182850" bIns="182850" anchor="ctr" anchorCtr="0">
              <a:noAutofit/>
            </a:bodyPr>
            <a:lstStyle/>
            <a:p>
              <a:endParaRPr sz="3600"/>
            </a:p>
          </p:txBody>
        </p:sp>
        <p:sp>
          <p:nvSpPr>
            <p:cNvPr id="5218" name="Google Shape;5218;p139"/>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182850" tIns="182850" rIns="182850" bIns="182850" anchor="ctr" anchorCtr="0">
              <a:noAutofit/>
            </a:bodyPr>
            <a:lstStyle/>
            <a:p>
              <a:endParaRPr sz="3600"/>
            </a:p>
          </p:txBody>
        </p:sp>
        <p:sp>
          <p:nvSpPr>
            <p:cNvPr id="5219" name="Google Shape;5219;p139"/>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182850" tIns="182850" rIns="182850" bIns="182850" anchor="ctr" anchorCtr="0">
              <a:noAutofit/>
            </a:bodyPr>
            <a:lstStyle/>
            <a:p>
              <a:endParaRPr sz="3600"/>
            </a:p>
          </p:txBody>
        </p:sp>
      </p:grpSp>
      <p:grpSp>
        <p:nvGrpSpPr>
          <p:cNvPr id="5220" name="Google Shape;5220;p139"/>
          <p:cNvGrpSpPr/>
          <p:nvPr/>
        </p:nvGrpSpPr>
        <p:grpSpPr>
          <a:xfrm>
            <a:off x="10529873" y="8047773"/>
            <a:ext cx="2834134" cy="701210"/>
            <a:chOff x="4234950" y="2101012"/>
            <a:chExt cx="4219974" cy="1044090"/>
          </a:xfrm>
        </p:grpSpPr>
        <p:sp>
          <p:nvSpPr>
            <p:cNvPr id="5221" name="Google Shape;5221;p139"/>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222" name="Google Shape;5222;p139"/>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5223" name="Google Shape;5223;p139"/>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24" name="Google Shape;5224;p139"/>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5225" name="Google Shape;5225;p139"/>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226" name="Google Shape;5226;p139"/>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227" name="Google Shape;5227;p139"/>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228" name="Google Shape;5228;p139"/>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229" name="Google Shape;5229;p139"/>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230" name="Google Shape;5230;p139"/>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231" name="Google Shape;5231;p139"/>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232" name="Google Shape;5232;p139"/>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233" name="Google Shape;5233;p139"/>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234" name="Google Shape;5234;p139"/>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182850" tIns="182850" rIns="182850" bIns="182850" anchor="ctr" anchorCtr="0">
              <a:noAutofit/>
            </a:bodyPr>
            <a:lstStyle/>
            <a:p>
              <a:endParaRPr sz="3600"/>
            </a:p>
          </p:txBody>
        </p:sp>
        <p:sp>
          <p:nvSpPr>
            <p:cNvPr id="5235" name="Google Shape;5235;p139"/>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182850" tIns="182850" rIns="182850" bIns="182850" anchor="ctr" anchorCtr="0">
              <a:noAutofit/>
            </a:bodyPr>
            <a:lstStyle/>
            <a:p>
              <a:endParaRPr sz="3600"/>
            </a:p>
          </p:txBody>
        </p:sp>
        <p:sp>
          <p:nvSpPr>
            <p:cNvPr id="5236" name="Google Shape;5236;p139"/>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182850" tIns="182850" rIns="182850" bIns="182850" anchor="ctr" anchorCtr="0">
              <a:noAutofit/>
            </a:bodyPr>
            <a:lstStyle/>
            <a:p>
              <a:endParaRPr sz="3600"/>
            </a:p>
          </p:txBody>
        </p:sp>
      </p:grpSp>
      <p:grpSp>
        <p:nvGrpSpPr>
          <p:cNvPr id="5237" name="Google Shape;5237;p139"/>
          <p:cNvGrpSpPr/>
          <p:nvPr/>
        </p:nvGrpSpPr>
        <p:grpSpPr>
          <a:xfrm>
            <a:off x="13680817" y="4029287"/>
            <a:ext cx="3172654" cy="743114"/>
            <a:chOff x="1247650" y="2075423"/>
            <a:chExt cx="6648477" cy="1557238"/>
          </a:xfrm>
        </p:grpSpPr>
        <p:sp>
          <p:nvSpPr>
            <p:cNvPr id="5238" name="Google Shape;5238;p139"/>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39" name="Google Shape;5239;p139"/>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40" name="Google Shape;5240;p139"/>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41" name="Google Shape;5241;p139"/>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42" name="Google Shape;5242;p139"/>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43" name="Google Shape;5243;p139"/>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182850" tIns="182850" rIns="182850" bIns="182850" anchor="ctr" anchorCtr="0">
              <a:noAutofit/>
            </a:bodyPr>
            <a:lstStyle/>
            <a:p>
              <a:endParaRPr sz="3600"/>
            </a:p>
          </p:txBody>
        </p:sp>
      </p:grpSp>
      <p:grpSp>
        <p:nvGrpSpPr>
          <p:cNvPr id="5244" name="Google Shape;5244;p139"/>
          <p:cNvGrpSpPr/>
          <p:nvPr/>
        </p:nvGrpSpPr>
        <p:grpSpPr>
          <a:xfrm>
            <a:off x="10543357" y="2335667"/>
            <a:ext cx="2831202" cy="3297066"/>
            <a:chOff x="1839112" y="2209163"/>
            <a:chExt cx="1918159" cy="2233784"/>
          </a:xfrm>
        </p:grpSpPr>
        <p:sp>
          <p:nvSpPr>
            <p:cNvPr id="5245" name="Google Shape;5245;p139"/>
            <p:cNvSpPr/>
            <p:nvPr/>
          </p:nvSpPr>
          <p:spPr>
            <a:xfrm>
              <a:off x="1839112" y="2209163"/>
              <a:ext cx="575100" cy="575100"/>
            </a:xfrm>
            <a:prstGeom prst="flowChartConnector">
              <a:avLst/>
            </a:prstGeom>
            <a:solidFill>
              <a:srgbClr val="869FB2"/>
            </a:solidFill>
            <a:ln>
              <a:noFill/>
            </a:ln>
          </p:spPr>
          <p:txBody>
            <a:bodyPr spcFirstLastPara="1" wrap="square" lIns="182850" tIns="182850" rIns="182850" bIns="182850" anchor="ctr" anchorCtr="0">
              <a:noAutofit/>
            </a:bodyPr>
            <a:lstStyle/>
            <a:p>
              <a:endParaRPr sz="3600"/>
            </a:p>
          </p:txBody>
        </p:sp>
        <p:sp>
          <p:nvSpPr>
            <p:cNvPr id="5246" name="Google Shape;5246;p139"/>
            <p:cNvSpPr/>
            <p:nvPr/>
          </p:nvSpPr>
          <p:spPr>
            <a:xfrm>
              <a:off x="3182171" y="2209163"/>
              <a:ext cx="575100" cy="575100"/>
            </a:xfrm>
            <a:prstGeom prst="flowChartConnector">
              <a:avLst/>
            </a:prstGeom>
            <a:solidFill>
              <a:srgbClr val="869FB2"/>
            </a:solidFill>
            <a:ln>
              <a:noFill/>
            </a:ln>
          </p:spPr>
          <p:txBody>
            <a:bodyPr spcFirstLastPara="1" wrap="square" lIns="182850" tIns="182850" rIns="182850" bIns="182850" anchor="ctr" anchorCtr="0">
              <a:noAutofit/>
            </a:bodyPr>
            <a:lstStyle/>
            <a:p>
              <a:endParaRPr sz="3600"/>
            </a:p>
          </p:txBody>
        </p:sp>
        <p:sp>
          <p:nvSpPr>
            <p:cNvPr id="5247" name="Google Shape;5247;p139"/>
            <p:cNvSpPr/>
            <p:nvPr/>
          </p:nvSpPr>
          <p:spPr>
            <a:xfrm>
              <a:off x="3182171" y="3040766"/>
              <a:ext cx="575100" cy="575100"/>
            </a:xfrm>
            <a:prstGeom prst="flowChartConnector">
              <a:avLst/>
            </a:prstGeom>
            <a:solidFill>
              <a:srgbClr val="869FB2"/>
            </a:solidFill>
            <a:ln>
              <a:noFill/>
            </a:ln>
          </p:spPr>
          <p:txBody>
            <a:bodyPr spcFirstLastPara="1" wrap="square" lIns="182850" tIns="182850" rIns="182850" bIns="182850" anchor="ctr" anchorCtr="0">
              <a:noAutofit/>
            </a:bodyPr>
            <a:lstStyle/>
            <a:p>
              <a:endParaRPr sz="3600"/>
            </a:p>
          </p:txBody>
        </p:sp>
        <p:cxnSp>
          <p:nvCxnSpPr>
            <p:cNvPr id="5248" name="Google Shape;5248;p139"/>
            <p:cNvCxnSpPr>
              <a:stCxn id="5245" idx="6"/>
              <a:endCxn id="5246"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249" name="Google Shape;5249;p139"/>
            <p:cNvCxnSpPr>
              <a:stCxn id="5246" idx="4"/>
              <a:endCxn id="5250"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251" name="Google Shape;5251;p139"/>
            <p:cNvCxnSpPr>
              <a:stCxn id="5250" idx="6"/>
              <a:endCxn id="5247"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252" name="Google Shape;5252;p139"/>
            <p:cNvCxnSpPr>
              <a:stCxn id="5247" idx="4"/>
              <a:endCxn id="5253"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250" name="Google Shape;5250;p139"/>
            <p:cNvSpPr/>
            <p:nvPr/>
          </p:nvSpPr>
          <p:spPr>
            <a:xfrm>
              <a:off x="1839112" y="3040766"/>
              <a:ext cx="575100" cy="575100"/>
            </a:xfrm>
            <a:prstGeom prst="flowChartConnector">
              <a:avLst/>
            </a:prstGeom>
            <a:solidFill>
              <a:srgbClr val="869FB2"/>
            </a:solidFill>
            <a:ln>
              <a:noFill/>
            </a:ln>
          </p:spPr>
          <p:txBody>
            <a:bodyPr spcFirstLastPara="1" wrap="square" lIns="182850" tIns="182850" rIns="182850" bIns="182850" anchor="ctr" anchorCtr="0">
              <a:noAutofit/>
            </a:bodyPr>
            <a:lstStyle/>
            <a:p>
              <a:endParaRPr sz="3600"/>
            </a:p>
          </p:txBody>
        </p:sp>
        <p:sp>
          <p:nvSpPr>
            <p:cNvPr id="5253" name="Google Shape;5253;p139"/>
            <p:cNvSpPr/>
            <p:nvPr/>
          </p:nvSpPr>
          <p:spPr>
            <a:xfrm>
              <a:off x="1839112" y="3867848"/>
              <a:ext cx="575100" cy="575100"/>
            </a:xfrm>
            <a:prstGeom prst="flowChartConnector">
              <a:avLst/>
            </a:prstGeom>
            <a:solidFill>
              <a:srgbClr val="869FB2"/>
            </a:solidFill>
            <a:ln>
              <a:noFill/>
            </a:ln>
          </p:spPr>
          <p:txBody>
            <a:bodyPr spcFirstLastPara="1" wrap="square" lIns="182850" tIns="182850" rIns="182850" bIns="182850" anchor="ctr" anchorCtr="0">
              <a:noAutofit/>
            </a:bodyPr>
            <a:lstStyle/>
            <a:p>
              <a:endParaRPr sz="3600"/>
            </a:p>
          </p:txBody>
        </p:sp>
        <p:sp>
          <p:nvSpPr>
            <p:cNvPr id="5254" name="Google Shape;5254;p139"/>
            <p:cNvSpPr/>
            <p:nvPr/>
          </p:nvSpPr>
          <p:spPr>
            <a:xfrm>
              <a:off x="3182171" y="3867848"/>
              <a:ext cx="575100" cy="575100"/>
            </a:xfrm>
            <a:prstGeom prst="flowChartConnector">
              <a:avLst/>
            </a:prstGeom>
            <a:solidFill>
              <a:srgbClr val="869FB2"/>
            </a:solidFill>
            <a:ln>
              <a:noFill/>
            </a:ln>
          </p:spPr>
          <p:txBody>
            <a:bodyPr spcFirstLastPara="1" wrap="square" lIns="182850" tIns="182850" rIns="182850" bIns="182850" anchor="ctr" anchorCtr="0">
              <a:noAutofit/>
            </a:bodyPr>
            <a:lstStyle/>
            <a:p>
              <a:endParaRPr sz="3600"/>
            </a:p>
          </p:txBody>
        </p:sp>
        <p:cxnSp>
          <p:nvCxnSpPr>
            <p:cNvPr id="5255" name="Google Shape;5255;p139"/>
            <p:cNvCxnSpPr>
              <a:endCxn id="5254"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256" name="Google Shape;5256;p139"/>
          <p:cNvGrpSpPr/>
          <p:nvPr/>
        </p:nvGrpSpPr>
        <p:grpSpPr>
          <a:xfrm>
            <a:off x="6857888" y="2371834"/>
            <a:ext cx="3275936" cy="309884"/>
            <a:chOff x="238125" y="2506075"/>
            <a:chExt cx="7115411" cy="673075"/>
          </a:xfrm>
        </p:grpSpPr>
        <p:sp>
          <p:nvSpPr>
            <p:cNvPr id="5257" name="Google Shape;5257;p139"/>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258" name="Google Shape;5258;p139"/>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259" name="Google Shape;5259;p139"/>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260" name="Google Shape;5260;p139"/>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261" name="Google Shape;5261;p139"/>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5262" name="Google Shape;5262;p139"/>
          <p:cNvGrpSpPr/>
          <p:nvPr/>
        </p:nvGrpSpPr>
        <p:grpSpPr>
          <a:xfrm>
            <a:off x="3939360" y="3001270"/>
            <a:ext cx="2525864" cy="1570816"/>
            <a:chOff x="548861" y="389676"/>
            <a:chExt cx="3843371" cy="2390163"/>
          </a:xfrm>
        </p:grpSpPr>
        <p:cxnSp>
          <p:nvCxnSpPr>
            <p:cNvPr id="5263" name="Google Shape;5263;p139"/>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264" name="Google Shape;5264;p139"/>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265" name="Google Shape;5265;p139"/>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266" name="Google Shape;5266;p139"/>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267" name="Google Shape;5267;p139"/>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268" name="Google Shape;5268;p139"/>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cxnSp>
          <p:nvCxnSpPr>
            <p:cNvPr id="5269" name="Google Shape;5269;p139"/>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270" name="Google Shape;5270;p139"/>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5271" name="Google Shape;5271;p139"/>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272" name="Google Shape;5272;p139"/>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5273" name="Google Shape;5273;p139"/>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5274" name="Google Shape;5274;p139"/>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5275" name="Google Shape;5275;p139"/>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5276" name="Google Shape;5276;p139"/>
          <p:cNvGrpSpPr/>
          <p:nvPr/>
        </p:nvGrpSpPr>
        <p:grpSpPr>
          <a:xfrm>
            <a:off x="1515624" y="5215024"/>
            <a:ext cx="2824108" cy="1267124"/>
            <a:chOff x="1187400" y="2529299"/>
            <a:chExt cx="6769193" cy="2241903"/>
          </a:xfrm>
        </p:grpSpPr>
        <p:sp>
          <p:nvSpPr>
            <p:cNvPr id="5277" name="Google Shape;5277;p139"/>
            <p:cNvSpPr/>
            <p:nvPr/>
          </p:nvSpPr>
          <p:spPr>
            <a:xfrm>
              <a:off x="3802943" y="2529299"/>
              <a:ext cx="1538100" cy="442500"/>
            </a:xfrm>
            <a:prstGeom prst="roundRect">
              <a:avLst>
                <a:gd name="adj" fmla="val 50000"/>
              </a:avLst>
            </a:prstGeom>
            <a:solidFill>
              <a:srgbClr val="667E92"/>
            </a:solidFill>
            <a:ln>
              <a:noFill/>
            </a:ln>
          </p:spPr>
          <p:txBody>
            <a:bodyPr spcFirstLastPara="1" wrap="square" lIns="182850" tIns="182850" rIns="182850" bIns="182850" anchor="ctr" anchorCtr="0">
              <a:noAutofit/>
            </a:bodyPr>
            <a:lstStyle/>
            <a:p>
              <a:endParaRPr sz="3600">
                <a:solidFill>
                  <a:srgbClr val="FFFFFF"/>
                </a:solidFill>
              </a:endParaRPr>
            </a:p>
          </p:txBody>
        </p:sp>
        <p:sp>
          <p:nvSpPr>
            <p:cNvPr id="5278" name="Google Shape;5278;p139"/>
            <p:cNvSpPr/>
            <p:nvPr/>
          </p:nvSpPr>
          <p:spPr>
            <a:xfrm>
              <a:off x="5573240" y="3429000"/>
              <a:ext cx="1538100" cy="442500"/>
            </a:xfrm>
            <a:prstGeom prst="roundRect">
              <a:avLst>
                <a:gd name="adj" fmla="val 50000"/>
              </a:avLst>
            </a:prstGeom>
            <a:solidFill>
              <a:srgbClr val="869FB1"/>
            </a:solidFill>
            <a:ln>
              <a:noFill/>
            </a:ln>
          </p:spPr>
          <p:txBody>
            <a:bodyPr spcFirstLastPara="1" wrap="square" lIns="182850" tIns="182850" rIns="182850" bIns="182850" anchor="ctr" anchorCtr="0">
              <a:noAutofit/>
            </a:bodyPr>
            <a:lstStyle/>
            <a:p>
              <a:pPr algn="ctr"/>
              <a:endParaRPr sz="3600">
                <a:solidFill>
                  <a:srgbClr val="FFFFFF"/>
                </a:solidFill>
              </a:endParaRPr>
            </a:p>
          </p:txBody>
        </p:sp>
        <p:sp>
          <p:nvSpPr>
            <p:cNvPr id="5279" name="Google Shape;5279;p139"/>
            <p:cNvSpPr/>
            <p:nvPr/>
          </p:nvSpPr>
          <p:spPr>
            <a:xfrm>
              <a:off x="2032647" y="3429000"/>
              <a:ext cx="1538100" cy="442500"/>
            </a:xfrm>
            <a:prstGeom prst="roundRect">
              <a:avLst>
                <a:gd name="adj" fmla="val 50000"/>
              </a:avLst>
            </a:prstGeom>
            <a:solidFill>
              <a:srgbClr val="869FB1"/>
            </a:solidFill>
            <a:ln>
              <a:noFill/>
            </a:ln>
          </p:spPr>
          <p:txBody>
            <a:bodyPr spcFirstLastPara="1" wrap="square" lIns="182850" tIns="182850" rIns="182850" bIns="182850" anchor="ctr" anchorCtr="0">
              <a:noAutofit/>
            </a:bodyPr>
            <a:lstStyle/>
            <a:p>
              <a:pPr algn="ctr"/>
              <a:endParaRPr sz="3600">
                <a:solidFill>
                  <a:srgbClr val="FFFFFF"/>
                </a:solidFill>
              </a:endParaRPr>
            </a:p>
          </p:txBody>
        </p:sp>
        <p:sp>
          <p:nvSpPr>
            <p:cNvPr id="5280" name="Google Shape;5280;p139"/>
            <p:cNvSpPr/>
            <p:nvPr/>
          </p:nvSpPr>
          <p:spPr>
            <a:xfrm>
              <a:off x="1187400" y="4328701"/>
              <a:ext cx="1538100" cy="442500"/>
            </a:xfrm>
            <a:prstGeom prst="roundRect">
              <a:avLst>
                <a:gd name="adj" fmla="val 50000"/>
              </a:avLst>
            </a:prstGeom>
            <a:solidFill>
              <a:srgbClr val="CFD9E0"/>
            </a:solidFill>
            <a:ln>
              <a:noFill/>
            </a:ln>
          </p:spPr>
          <p:txBody>
            <a:bodyPr spcFirstLastPara="1" wrap="square" lIns="182850" tIns="182850" rIns="182850" bIns="182850" anchor="ctr" anchorCtr="0">
              <a:noAutofit/>
            </a:bodyPr>
            <a:lstStyle/>
            <a:p>
              <a:pPr algn="ctr"/>
              <a:endParaRPr sz="3600">
                <a:solidFill>
                  <a:srgbClr val="FFFFFF"/>
                </a:solidFill>
              </a:endParaRPr>
            </a:p>
          </p:txBody>
        </p:sp>
        <p:sp>
          <p:nvSpPr>
            <p:cNvPr id="5281" name="Google Shape;5281;p139"/>
            <p:cNvSpPr/>
            <p:nvPr/>
          </p:nvSpPr>
          <p:spPr>
            <a:xfrm>
              <a:off x="2877893" y="4328701"/>
              <a:ext cx="1538100" cy="442500"/>
            </a:xfrm>
            <a:prstGeom prst="roundRect">
              <a:avLst>
                <a:gd name="adj" fmla="val 50000"/>
              </a:avLst>
            </a:prstGeom>
            <a:solidFill>
              <a:srgbClr val="CFD9E0"/>
            </a:solidFill>
            <a:ln>
              <a:noFill/>
            </a:ln>
          </p:spPr>
          <p:txBody>
            <a:bodyPr spcFirstLastPara="1" wrap="square" lIns="182850" tIns="182850" rIns="182850" bIns="182850" anchor="ctr" anchorCtr="0">
              <a:noAutofit/>
            </a:bodyPr>
            <a:lstStyle/>
            <a:p>
              <a:pPr algn="ctr"/>
              <a:endParaRPr sz="3600">
                <a:solidFill>
                  <a:srgbClr val="FFFFFF"/>
                </a:solidFill>
              </a:endParaRPr>
            </a:p>
          </p:txBody>
        </p:sp>
        <p:sp>
          <p:nvSpPr>
            <p:cNvPr id="5282" name="Google Shape;5282;p139"/>
            <p:cNvSpPr/>
            <p:nvPr/>
          </p:nvSpPr>
          <p:spPr>
            <a:xfrm>
              <a:off x="4728000" y="4328701"/>
              <a:ext cx="1538100" cy="442500"/>
            </a:xfrm>
            <a:prstGeom prst="roundRect">
              <a:avLst>
                <a:gd name="adj" fmla="val 50000"/>
              </a:avLst>
            </a:prstGeom>
            <a:solidFill>
              <a:srgbClr val="CFD9E0"/>
            </a:solidFill>
            <a:ln>
              <a:noFill/>
            </a:ln>
          </p:spPr>
          <p:txBody>
            <a:bodyPr spcFirstLastPara="1" wrap="square" lIns="182850" tIns="182850" rIns="182850" bIns="182850" anchor="ctr" anchorCtr="0">
              <a:noAutofit/>
            </a:bodyPr>
            <a:lstStyle/>
            <a:p>
              <a:pPr algn="ctr"/>
              <a:endParaRPr sz="3600">
                <a:solidFill>
                  <a:srgbClr val="FFFFFF"/>
                </a:solidFill>
              </a:endParaRPr>
            </a:p>
          </p:txBody>
        </p:sp>
        <p:sp>
          <p:nvSpPr>
            <p:cNvPr id="5283" name="Google Shape;5283;p139"/>
            <p:cNvSpPr/>
            <p:nvPr/>
          </p:nvSpPr>
          <p:spPr>
            <a:xfrm>
              <a:off x="6418493" y="4328701"/>
              <a:ext cx="1538100" cy="442500"/>
            </a:xfrm>
            <a:prstGeom prst="roundRect">
              <a:avLst>
                <a:gd name="adj" fmla="val 50000"/>
              </a:avLst>
            </a:prstGeom>
            <a:solidFill>
              <a:srgbClr val="CFD9E0"/>
            </a:solidFill>
            <a:ln>
              <a:noFill/>
            </a:ln>
          </p:spPr>
          <p:txBody>
            <a:bodyPr spcFirstLastPara="1" wrap="square" lIns="182850" tIns="182850" rIns="182850" bIns="182850" anchor="ctr" anchorCtr="0">
              <a:noAutofit/>
            </a:bodyPr>
            <a:lstStyle/>
            <a:p>
              <a:pPr algn="ctr"/>
              <a:endParaRPr sz="3600">
                <a:solidFill>
                  <a:srgbClr val="FFFFFF"/>
                </a:solidFill>
              </a:endParaRPr>
            </a:p>
          </p:txBody>
        </p:sp>
        <p:cxnSp>
          <p:nvCxnSpPr>
            <p:cNvPr id="5284" name="Google Shape;5284;p139"/>
            <p:cNvCxnSpPr>
              <a:stCxn id="5277" idx="2"/>
              <a:endCxn id="5278"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85" name="Google Shape;5285;p139"/>
            <p:cNvCxnSpPr>
              <a:stCxn id="5279" idx="0"/>
              <a:endCxn id="5277"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86" name="Google Shape;5286;p139"/>
            <p:cNvCxnSpPr>
              <a:stCxn id="5279" idx="2"/>
              <a:endCxn id="5281"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87" name="Google Shape;5287;p139"/>
            <p:cNvCxnSpPr>
              <a:stCxn id="5280" idx="0"/>
              <a:endCxn id="5279"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88" name="Google Shape;5288;p139"/>
            <p:cNvCxnSpPr>
              <a:stCxn id="5278" idx="2"/>
              <a:endCxn id="5283"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289" name="Google Shape;5289;p139"/>
            <p:cNvCxnSpPr>
              <a:stCxn id="5282" idx="0"/>
              <a:endCxn id="5278"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290" name="Google Shape;5290;p139"/>
          <p:cNvGrpSpPr/>
          <p:nvPr/>
        </p:nvGrpSpPr>
        <p:grpSpPr>
          <a:xfrm>
            <a:off x="13688117" y="6200443"/>
            <a:ext cx="3158070" cy="1081746"/>
            <a:chOff x="6895650" y="3126697"/>
            <a:chExt cx="1436662" cy="492105"/>
          </a:xfrm>
        </p:grpSpPr>
        <p:sp>
          <p:nvSpPr>
            <p:cNvPr id="5291" name="Google Shape;5291;p139"/>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292" name="Google Shape;5292;p139"/>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293" name="Google Shape;5293;p139"/>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294" name="Google Shape;5294;p139"/>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295" name="Google Shape;5295;p139"/>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nvGrpSpPr>
            <p:cNvPr id="5296" name="Google Shape;5296;p139"/>
            <p:cNvGrpSpPr/>
            <p:nvPr/>
          </p:nvGrpSpPr>
          <p:grpSpPr>
            <a:xfrm>
              <a:off x="6995957" y="3335810"/>
              <a:ext cx="1230393" cy="71754"/>
              <a:chOff x="6995957" y="3287964"/>
              <a:chExt cx="1230393" cy="71754"/>
            </a:xfrm>
          </p:grpSpPr>
          <p:sp>
            <p:nvSpPr>
              <p:cNvPr id="5297" name="Google Shape;5297;p139"/>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298" name="Google Shape;5298;p139"/>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299" name="Google Shape;5299;p139"/>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300" name="Google Shape;5300;p139"/>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301" name="Google Shape;5301;p139"/>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grpSp>
        <p:nvGrpSpPr>
          <p:cNvPr id="5302" name="Google Shape;5302;p139"/>
          <p:cNvGrpSpPr/>
          <p:nvPr/>
        </p:nvGrpSpPr>
        <p:grpSpPr>
          <a:xfrm>
            <a:off x="13685280" y="7473969"/>
            <a:ext cx="3163724" cy="1301250"/>
            <a:chOff x="6777990" y="3710194"/>
            <a:chExt cx="1646915" cy="677382"/>
          </a:xfrm>
        </p:grpSpPr>
        <p:grpSp>
          <p:nvGrpSpPr>
            <p:cNvPr id="5303" name="Google Shape;5303;p139"/>
            <p:cNvGrpSpPr/>
            <p:nvPr/>
          </p:nvGrpSpPr>
          <p:grpSpPr>
            <a:xfrm>
              <a:off x="6777990" y="3874492"/>
              <a:ext cx="411129" cy="513083"/>
              <a:chOff x="6777990" y="3874492"/>
              <a:chExt cx="411129" cy="513083"/>
            </a:xfrm>
          </p:grpSpPr>
          <p:cxnSp>
            <p:nvCxnSpPr>
              <p:cNvPr id="5304" name="Google Shape;5304;p139"/>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305" name="Google Shape;5305;p139"/>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182850" tIns="182850" rIns="182850" bIns="182850" anchor="ctr" anchorCtr="0">
                <a:noAutofit/>
              </a:bodyPr>
              <a:lstStyle/>
              <a:p>
                <a:endParaRPr sz="3600"/>
              </a:p>
            </p:txBody>
          </p:sp>
        </p:grpSp>
        <p:grpSp>
          <p:nvGrpSpPr>
            <p:cNvPr id="5306" name="Google Shape;5306;p139"/>
            <p:cNvGrpSpPr/>
            <p:nvPr/>
          </p:nvGrpSpPr>
          <p:grpSpPr>
            <a:xfrm>
              <a:off x="7188425" y="3710194"/>
              <a:ext cx="411123" cy="520535"/>
              <a:chOff x="7188425" y="3710194"/>
              <a:chExt cx="411123" cy="520535"/>
            </a:xfrm>
          </p:grpSpPr>
          <p:cxnSp>
            <p:nvCxnSpPr>
              <p:cNvPr id="5307" name="Google Shape;5307;p139"/>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308" name="Google Shape;5308;p139"/>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182850" tIns="182850" rIns="182850" bIns="182850" anchor="ctr" anchorCtr="0">
                <a:noAutofit/>
              </a:bodyPr>
              <a:lstStyle/>
              <a:p>
                <a:endParaRPr sz="3600"/>
              </a:p>
            </p:txBody>
          </p:sp>
        </p:grpSp>
        <p:grpSp>
          <p:nvGrpSpPr>
            <p:cNvPr id="5309" name="Google Shape;5309;p139"/>
            <p:cNvGrpSpPr/>
            <p:nvPr/>
          </p:nvGrpSpPr>
          <p:grpSpPr>
            <a:xfrm>
              <a:off x="7603341" y="3874492"/>
              <a:ext cx="411474" cy="513083"/>
              <a:chOff x="7603341" y="3874492"/>
              <a:chExt cx="411474" cy="513083"/>
            </a:xfrm>
          </p:grpSpPr>
          <p:cxnSp>
            <p:nvCxnSpPr>
              <p:cNvPr id="5310" name="Google Shape;5310;p139"/>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311" name="Google Shape;5311;p139"/>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182850" tIns="182850" rIns="182850" bIns="182850" anchor="ctr" anchorCtr="0">
                <a:noAutofit/>
              </a:bodyPr>
              <a:lstStyle/>
              <a:p>
                <a:endParaRPr sz="3600"/>
              </a:p>
            </p:txBody>
          </p:sp>
        </p:grpSp>
        <p:grpSp>
          <p:nvGrpSpPr>
            <p:cNvPr id="5312" name="Google Shape;5312;p139"/>
            <p:cNvGrpSpPr/>
            <p:nvPr/>
          </p:nvGrpSpPr>
          <p:grpSpPr>
            <a:xfrm>
              <a:off x="8013776" y="3722847"/>
              <a:ext cx="411129" cy="507881"/>
              <a:chOff x="8013776" y="3722847"/>
              <a:chExt cx="411129" cy="507881"/>
            </a:xfrm>
          </p:grpSpPr>
          <p:cxnSp>
            <p:nvCxnSpPr>
              <p:cNvPr id="5313" name="Google Shape;5313;p139"/>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314" name="Google Shape;5314;p139"/>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182850" tIns="182850" rIns="182850" bIns="182850" anchor="ctr" anchorCtr="0">
                <a:noAutofit/>
              </a:bodyPr>
              <a:lstStyle/>
              <a:p>
                <a:endParaRPr sz="3600"/>
              </a:p>
            </p:txBody>
          </p:sp>
        </p:grpSp>
      </p:grpSp>
      <p:grpSp>
        <p:nvGrpSpPr>
          <p:cNvPr id="5315" name="Google Shape;5315;p139"/>
          <p:cNvGrpSpPr/>
          <p:nvPr/>
        </p:nvGrpSpPr>
        <p:grpSpPr>
          <a:xfrm>
            <a:off x="10524311" y="5819649"/>
            <a:ext cx="2843778" cy="2041206"/>
            <a:chOff x="5190863" y="2824811"/>
            <a:chExt cx="1544860" cy="1108869"/>
          </a:xfrm>
        </p:grpSpPr>
        <p:grpSp>
          <p:nvGrpSpPr>
            <p:cNvPr id="5316" name="Google Shape;5316;p139"/>
            <p:cNvGrpSpPr/>
            <p:nvPr/>
          </p:nvGrpSpPr>
          <p:grpSpPr>
            <a:xfrm>
              <a:off x="5938695" y="3176919"/>
              <a:ext cx="685761" cy="404739"/>
              <a:chOff x="5938695" y="3176919"/>
              <a:chExt cx="685761" cy="404739"/>
            </a:xfrm>
          </p:grpSpPr>
          <p:grpSp>
            <p:nvGrpSpPr>
              <p:cNvPr id="5317" name="Google Shape;5317;p139"/>
              <p:cNvGrpSpPr/>
              <p:nvPr/>
            </p:nvGrpSpPr>
            <p:grpSpPr>
              <a:xfrm>
                <a:off x="5938695" y="3176919"/>
                <a:ext cx="685761" cy="404739"/>
                <a:chOff x="5938695" y="3176919"/>
                <a:chExt cx="685761" cy="404739"/>
              </a:xfrm>
            </p:grpSpPr>
            <p:sp>
              <p:nvSpPr>
                <p:cNvPr id="5318" name="Google Shape;5318;p139"/>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319" name="Google Shape;5319;p139"/>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sp>
            <p:nvSpPr>
              <p:cNvPr id="5320" name="Google Shape;5320;p139"/>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321" name="Google Shape;5321;p139"/>
            <p:cNvGrpSpPr/>
            <p:nvPr/>
          </p:nvGrpSpPr>
          <p:grpSpPr>
            <a:xfrm>
              <a:off x="5305233" y="3176835"/>
              <a:ext cx="685971" cy="404655"/>
              <a:chOff x="5305233" y="3176835"/>
              <a:chExt cx="685971" cy="404655"/>
            </a:xfrm>
          </p:grpSpPr>
          <p:grpSp>
            <p:nvGrpSpPr>
              <p:cNvPr id="5322" name="Google Shape;5322;p139"/>
              <p:cNvGrpSpPr/>
              <p:nvPr/>
            </p:nvGrpSpPr>
            <p:grpSpPr>
              <a:xfrm>
                <a:off x="5305233" y="3176835"/>
                <a:ext cx="685971" cy="404655"/>
                <a:chOff x="5305233" y="3176835"/>
                <a:chExt cx="685971" cy="404655"/>
              </a:xfrm>
            </p:grpSpPr>
            <p:sp>
              <p:nvSpPr>
                <p:cNvPr id="5323" name="Google Shape;5323;p139"/>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324" name="Google Shape;5324;p139"/>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
            <p:nvSpPr>
              <p:cNvPr id="5325" name="Google Shape;5325;p139"/>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sp>
          <p:nvSpPr>
            <p:cNvPr id="5326" name="Google Shape;5326;p139"/>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nvGrpSpPr>
            <p:cNvPr id="5327" name="Google Shape;5327;p139"/>
            <p:cNvGrpSpPr/>
            <p:nvPr/>
          </p:nvGrpSpPr>
          <p:grpSpPr>
            <a:xfrm>
              <a:off x="5657361" y="2824811"/>
              <a:ext cx="1078361" cy="404655"/>
              <a:chOff x="5657361" y="2824811"/>
              <a:chExt cx="1078361" cy="404655"/>
            </a:xfrm>
          </p:grpSpPr>
          <p:grpSp>
            <p:nvGrpSpPr>
              <p:cNvPr id="5328" name="Google Shape;5328;p139"/>
              <p:cNvGrpSpPr/>
              <p:nvPr/>
            </p:nvGrpSpPr>
            <p:grpSpPr>
              <a:xfrm>
                <a:off x="5657361" y="2824811"/>
                <a:ext cx="1078361" cy="404655"/>
                <a:chOff x="5657361" y="2824811"/>
                <a:chExt cx="1078361" cy="404655"/>
              </a:xfrm>
            </p:grpSpPr>
            <p:grpSp>
              <p:nvGrpSpPr>
                <p:cNvPr id="5329" name="Google Shape;5329;p139"/>
                <p:cNvGrpSpPr/>
                <p:nvPr/>
              </p:nvGrpSpPr>
              <p:grpSpPr>
                <a:xfrm>
                  <a:off x="5938485" y="2824811"/>
                  <a:ext cx="797237" cy="404655"/>
                  <a:chOff x="5938485" y="2824811"/>
                  <a:chExt cx="797237" cy="404655"/>
                </a:xfrm>
              </p:grpSpPr>
              <p:sp>
                <p:nvSpPr>
                  <p:cNvPr id="5330" name="Google Shape;5330;p139"/>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331" name="Google Shape;5331;p139"/>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sp>
              <p:nvSpPr>
                <p:cNvPr id="5332" name="Google Shape;5332;p139"/>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sp>
            <p:nvSpPr>
              <p:cNvPr id="5333" name="Google Shape;5333;p139"/>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334" name="Google Shape;5334;p139"/>
            <p:cNvGrpSpPr/>
            <p:nvPr/>
          </p:nvGrpSpPr>
          <p:grpSpPr>
            <a:xfrm>
              <a:off x="5190863" y="3528942"/>
              <a:ext cx="1078026" cy="404739"/>
              <a:chOff x="5190863" y="3528942"/>
              <a:chExt cx="1078026" cy="404739"/>
            </a:xfrm>
          </p:grpSpPr>
          <p:sp>
            <p:nvSpPr>
              <p:cNvPr id="5335" name="Google Shape;5335;p139"/>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nvGrpSpPr>
              <p:cNvPr id="5336" name="Google Shape;5336;p139"/>
              <p:cNvGrpSpPr/>
              <p:nvPr/>
            </p:nvGrpSpPr>
            <p:grpSpPr>
              <a:xfrm>
                <a:off x="5190863" y="3528942"/>
                <a:ext cx="1078026" cy="404739"/>
                <a:chOff x="5190863" y="3528942"/>
                <a:chExt cx="1078026" cy="404739"/>
              </a:xfrm>
            </p:grpSpPr>
            <p:sp>
              <p:nvSpPr>
                <p:cNvPr id="5337" name="Google Shape;5337;p139"/>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338" name="Google Shape;5338;p139"/>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grpSp>
      <p:grpSp>
        <p:nvGrpSpPr>
          <p:cNvPr id="5339" name="Google Shape;5339;p139"/>
          <p:cNvGrpSpPr/>
          <p:nvPr/>
        </p:nvGrpSpPr>
        <p:grpSpPr>
          <a:xfrm>
            <a:off x="1456325" y="2948585"/>
            <a:ext cx="2173438" cy="1758974"/>
            <a:chOff x="803162" y="1474292"/>
            <a:chExt cx="1086719" cy="879487"/>
          </a:xfrm>
        </p:grpSpPr>
        <p:grpSp>
          <p:nvGrpSpPr>
            <p:cNvPr id="5340" name="Google Shape;5340;p139"/>
            <p:cNvGrpSpPr/>
            <p:nvPr/>
          </p:nvGrpSpPr>
          <p:grpSpPr>
            <a:xfrm>
              <a:off x="803162" y="1625948"/>
              <a:ext cx="445856" cy="576579"/>
              <a:chOff x="803162" y="1625948"/>
              <a:chExt cx="445856" cy="576579"/>
            </a:xfrm>
          </p:grpSpPr>
          <p:sp>
            <p:nvSpPr>
              <p:cNvPr id="5341" name="Google Shape;5341;p139"/>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grpSp>
            <p:nvGrpSpPr>
              <p:cNvPr id="5342" name="Google Shape;5342;p139"/>
              <p:cNvGrpSpPr/>
              <p:nvPr/>
            </p:nvGrpSpPr>
            <p:grpSpPr>
              <a:xfrm>
                <a:off x="1056023" y="1625948"/>
                <a:ext cx="192995" cy="576579"/>
                <a:chOff x="1056023" y="1625948"/>
                <a:chExt cx="192995" cy="576579"/>
              </a:xfrm>
            </p:grpSpPr>
            <p:sp>
              <p:nvSpPr>
                <p:cNvPr id="5343" name="Google Shape;5343;p139"/>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44" name="Google Shape;5344;p139"/>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45" name="Google Shape;5345;p139"/>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346" name="Google Shape;5346;p139"/>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347" name="Google Shape;5347;p139"/>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grpSp>
        <p:grpSp>
          <p:nvGrpSpPr>
            <p:cNvPr id="5348" name="Google Shape;5348;p139"/>
            <p:cNvGrpSpPr/>
            <p:nvPr/>
          </p:nvGrpSpPr>
          <p:grpSpPr>
            <a:xfrm>
              <a:off x="1371406" y="1474292"/>
              <a:ext cx="518475" cy="879487"/>
              <a:chOff x="1398231" y="1474292"/>
              <a:chExt cx="518475" cy="879487"/>
            </a:xfrm>
          </p:grpSpPr>
          <p:grpSp>
            <p:nvGrpSpPr>
              <p:cNvPr id="5349" name="Google Shape;5349;p139"/>
              <p:cNvGrpSpPr/>
              <p:nvPr/>
            </p:nvGrpSpPr>
            <p:grpSpPr>
              <a:xfrm>
                <a:off x="1398231" y="1474292"/>
                <a:ext cx="518475" cy="341643"/>
                <a:chOff x="1398231" y="1474292"/>
                <a:chExt cx="518475" cy="341643"/>
              </a:xfrm>
            </p:grpSpPr>
            <p:sp>
              <p:nvSpPr>
                <p:cNvPr id="5350" name="Google Shape;5350;p139"/>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5351" name="Google Shape;5351;p139"/>
                <p:cNvGrpSpPr/>
                <p:nvPr/>
              </p:nvGrpSpPr>
              <p:grpSpPr>
                <a:xfrm>
                  <a:off x="1616453" y="1474292"/>
                  <a:ext cx="300253" cy="341643"/>
                  <a:chOff x="1616453" y="1475379"/>
                  <a:chExt cx="300253" cy="341643"/>
                </a:xfrm>
              </p:grpSpPr>
              <p:sp>
                <p:nvSpPr>
                  <p:cNvPr id="5352" name="Google Shape;5352;p139"/>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53" name="Google Shape;5353;p139"/>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54" name="Google Shape;5354;p139"/>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55" name="Google Shape;5355;p139"/>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56" name="Google Shape;5356;p139"/>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357" name="Google Shape;5357;p139"/>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358" name="Google Shape;5358;p139"/>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nvGrpSpPr>
                  <p:cNvPr id="5359" name="Google Shape;5359;p139"/>
                  <p:cNvGrpSpPr/>
                  <p:nvPr/>
                </p:nvGrpSpPr>
                <p:grpSpPr>
                  <a:xfrm>
                    <a:off x="1839639" y="1475379"/>
                    <a:ext cx="77067" cy="341643"/>
                    <a:chOff x="1839639" y="1475379"/>
                    <a:chExt cx="77067" cy="341643"/>
                  </a:xfrm>
                </p:grpSpPr>
                <p:sp>
                  <p:nvSpPr>
                    <p:cNvPr id="5360" name="Google Shape;5360;p139"/>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361" name="Google Shape;5361;p139"/>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grpSp>
            </p:grpSp>
          </p:grpSp>
          <p:grpSp>
            <p:nvGrpSpPr>
              <p:cNvPr id="5362" name="Google Shape;5362;p139"/>
              <p:cNvGrpSpPr/>
              <p:nvPr/>
            </p:nvGrpSpPr>
            <p:grpSpPr>
              <a:xfrm>
                <a:off x="1398451" y="2012951"/>
                <a:ext cx="518255" cy="340828"/>
                <a:chOff x="1398451" y="2012951"/>
                <a:chExt cx="518255" cy="340828"/>
              </a:xfrm>
            </p:grpSpPr>
            <p:sp>
              <p:nvSpPr>
                <p:cNvPr id="5363" name="Google Shape;5363;p139"/>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5364" name="Google Shape;5364;p139"/>
                <p:cNvGrpSpPr/>
                <p:nvPr/>
              </p:nvGrpSpPr>
              <p:grpSpPr>
                <a:xfrm>
                  <a:off x="1616453" y="2012951"/>
                  <a:ext cx="300253" cy="340828"/>
                  <a:chOff x="1616453" y="2013538"/>
                  <a:chExt cx="300253" cy="340828"/>
                </a:xfrm>
              </p:grpSpPr>
              <p:sp>
                <p:nvSpPr>
                  <p:cNvPr id="5365" name="Google Shape;5365;p139"/>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66" name="Google Shape;5366;p139"/>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67" name="Google Shape;5367;p139"/>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68" name="Google Shape;5368;p139"/>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182850" tIns="182850" rIns="182850" bIns="182850" anchor="ctr" anchorCtr="0">
                    <a:noAutofit/>
                  </a:bodyPr>
                  <a:lstStyle/>
                  <a:p>
                    <a:endParaRPr sz="3600"/>
                  </a:p>
                </p:txBody>
              </p:sp>
              <p:sp>
                <p:nvSpPr>
                  <p:cNvPr id="5369" name="Google Shape;5369;p139"/>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370" name="Google Shape;5370;p139"/>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371" name="Google Shape;5371;p139"/>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nvGrpSpPr>
                  <p:cNvPr id="5372" name="Google Shape;5372;p139"/>
                  <p:cNvGrpSpPr/>
                  <p:nvPr/>
                </p:nvGrpSpPr>
                <p:grpSpPr>
                  <a:xfrm>
                    <a:off x="1839639" y="2013538"/>
                    <a:ext cx="77067" cy="340828"/>
                    <a:chOff x="1839639" y="2013538"/>
                    <a:chExt cx="77067" cy="340828"/>
                  </a:xfrm>
                </p:grpSpPr>
                <p:sp>
                  <p:nvSpPr>
                    <p:cNvPr id="5373" name="Google Shape;5373;p139"/>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374" name="Google Shape;5374;p139"/>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grpSp>
            </p:grpSp>
          </p:grpSp>
        </p:grpSp>
      </p:grpSp>
      <p:grpSp>
        <p:nvGrpSpPr>
          <p:cNvPr id="5375" name="Google Shape;5375;p139"/>
          <p:cNvGrpSpPr/>
          <p:nvPr/>
        </p:nvGrpSpPr>
        <p:grpSpPr>
          <a:xfrm>
            <a:off x="1449973" y="7210956"/>
            <a:ext cx="2737362" cy="1365836"/>
            <a:chOff x="724986" y="3605478"/>
            <a:chExt cx="1368681" cy="682918"/>
          </a:xfrm>
        </p:grpSpPr>
        <p:grpSp>
          <p:nvGrpSpPr>
            <p:cNvPr id="5376" name="Google Shape;5376;p139"/>
            <p:cNvGrpSpPr/>
            <p:nvPr/>
          </p:nvGrpSpPr>
          <p:grpSpPr>
            <a:xfrm>
              <a:off x="1289102" y="3823629"/>
              <a:ext cx="240442" cy="250435"/>
              <a:chOff x="-165066" y="3843615"/>
              <a:chExt cx="221259" cy="230455"/>
            </a:xfrm>
          </p:grpSpPr>
          <p:sp>
            <p:nvSpPr>
              <p:cNvPr id="5377" name="Google Shape;5377;p139"/>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182850" tIns="182850" rIns="182850" bIns="182850" anchor="ctr" anchorCtr="0">
                <a:noAutofit/>
              </a:bodyPr>
              <a:lstStyle/>
              <a:p>
                <a:endParaRPr sz="3600"/>
              </a:p>
            </p:txBody>
          </p:sp>
          <p:sp>
            <p:nvSpPr>
              <p:cNvPr id="5378" name="Google Shape;5378;p139"/>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79" name="Google Shape;5379;p139"/>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80" name="Google Shape;5380;p139"/>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81" name="Google Shape;5381;p139"/>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82" name="Google Shape;5382;p139"/>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83" name="Google Shape;5383;p139"/>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84" name="Google Shape;5384;p139"/>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85" name="Google Shape;5385;p139"/>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86" name="Google Shape;5386;p139"/>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87" name="Google Shape;5387;p139"/>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182850" tIns="182850" rIns="182850" bIns="182850" anchor="ctr" anchorCtr="0">
                <a:noAutofit/>
              </a:bodyPr>
              <a:lstStyle/>
              <a:p>
                <a:endParaRPr sz="3600"/>
              </a:p>
            </p:txBody>
          </p:sp>
          <p:sp>
            <p:nvSpPr>
              <p:cNvPr id="5388" name="Google Shape;5388;p139"/>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89" name="Google Shape;5389;p139"/>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90" name="Google Shape;5390;p139"/>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91" name="Google Shape;5391;p139"/>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92" name="Google Shape;5392;p139"/>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93" name="Google Shape;5393;p139"/>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94" name="Google Shape;5394;p139"/>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95" name="Google Shape;5395;p139"/>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396" name="Google Shape;5396;p139"/>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5397" name="Google Shape;5397;p139"/>
            <p:cNvGrpSpPr/>
            <p:nvPr/>
          </p:nvGrpSpPr>
          <p:grpSpPr>
            <a:xfrm>
              <a:off x="724986" y="3605478"/>
              <a:ext cx="1368681" cy="682918"/>
              <a:chOff x="724986" y="3605478"/>
              <a:chExt cx="1368681" cy="682918"/>
            </a:xfrm>
          </p:grpSpPr>
          <p:grpSp>
            <p:nvGrpSpPr>
              <p:cNvPr id="5398" name="Google Shape;5398;p139"/>
              <p:cNvGrpSpPr/>
              <p:nvPr/>
            </p:nvGrpSpPr>
            <p:grpSpPr>
              <a:xfrm>
                <a:off x="1498221" y="4047614"/>
                <a:ext cx="529172" cy="240783"/>
                <a:chOff x="1498221" y="4047614"/>
                <a:chExt cx="529172" cy="240783"/>
              </a:xfrm>
            </p:grpSpPr>
            <p:grpSp>
              <p:nvGrpSpPr>
                <p:cNvPr id="5399" name="Google Shape;5399;p139"/>
                <p:cNvGrpSpPr/>
                <p:nvPr/>
              </p:nvGrpSpPr>
              <p:grpSpPr>
                <a:xfrm>
                  <a:off x="1826655" y="4224370"/>
                  <a:ext cx="200738" cy="25631"/>
                  <a:chOff x="1826655" y="4224370"/>
                  <a:chExt cx="200738" cy="25631"/>
                </a:xfrm>
              </p:grpSpPr>
              <p:sp>
                <p:nvSpPr>
                  <p:cNvPr id="5400" name="Google Shape;5400;p139"/>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401" name="Google Shape;5401;p139"/>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182850" tIns="182850" rIns="182850" bIns="182850" anchor="ctr" anchorCtr="0">
                    <a:noAutofit/>
                  </a:bodyPr>
                  <a:lstStyle/>
                  <a:p>
                    <a:endParaRPr sz="3600"/>
                  </a:p>
                </p:txBody>
              </p:sp>
            </p:grpSp>
            <p:grpSp>
              <p:nvGrpSpPr>
                <p:cNvPr id="5402" name="Google Shape;5402;p139"/>
                <p:cNvGrpSpPr/>
                <p:nvPr/>
              </p:nvGrpSpPr>
              <p:grpSpPr>
                <a:xfrm>
                  <a:off x="1498221" y="4047614"/>
                  <a:ext cx="328444" cy="240783"/>
                  <a:chOff x="1498221" y="4047614"/>
                  <a:chExt cx="328444" cy="240783"/>
                </a:xfrm>
              </p:grpSpPr>
              <p:sp>
                <p:nvSpPr>
                  <p:cNvPr id="5403" name="Google Shape;5403;p139"/>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182850" tIns="182850" rIns="182850" bIns="182850" anchor="ctr" anchorCtr="0">
                    <a:noAutofit/>
                  </a:bodyPr>
                  <a:lstStyle/>
                  <a:p>
                    <a:endParaRPr sz="3600"/>
                  </a:p>
                </p:txBody>
              </p:sp>
              <p:grpSp>
                <p:nvGrpSpPr>
                  <p:cNvPr id="5404" name="Google Shape;5404;p139"/>
                  <p:cNvGrpSpPr/>
                  <p:nvPr/>
                </p:nvGrpSpPr>
                <p:grpSpPr>
                  <a:xfrm>
                    <a:off x="1498221" y="4047614"/>
                    <a:ext cx="150566" cy="190416"/>
                    <a:chOff x="1498221" y="4047614"/>
                    <a:chExt cx="150566" cy="190416"/>
                  </a:xfrm>
                </p:grpSpPr>
                <p:sp>
                  <p:nvSpPr>
                    <p:cNvPr id="5405" name="Google Shape;5405;p139"/>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406" name="Google Shape;5406;p139"/>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grpSp>
          <p:grpSp>
            <p:nvGrpSpPr>
              <p:cNvPr id="5407" name="Google Shape;5407;p139"/>
              <p:cNvGrpSpPr/>
              <p:nvPr/>
            </p:nvGrpSpPr>
            <p:grpSpPr>
              <a:xfrm>
                <a:off x="1560718" y="3800594"/>
                <a:ext cx="532948" cy="302090"/>
                <a:chOff x="1560718" y="3800594"/>
                <a:chExt cx="532948" cy="302090"/>
              </a:xfrm>
            </p:grpSpPr>
            <p:grpSp>
              <p:nvGrpSpPr>
                <p:cNvPr id="5408" name="Google Shape;5408;p139"/>
                <p:cNvGrpSpPr/>
                <p:nvPr/>
              </p:nvGrpSpPr>
              <p:grpSpPr>
                <a:xfrm>
                  <a:off x="1912179" y="3827344"/>
                  <a:ext cx="181487" cy="25631"/>
                  <a:chOff x="1912179" y="3827344"/>
                  <a:chExt cx="181487" cy="25631"/>
                </a:xfrm>
              </p:grpSpPr>
              <p:sp>
                <p:nvSpPr>
                  <p:cNvPr id="5409" name="Google Shape;5409;p139"/>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410" name="Google Shape;5410;p139"/>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5411" name="Google Shape;5411;p139"/>
                <p:cNvGrpSpPr/>
                <p:nvPr/>
              </p:nvGrpSpPr>
              <p:grpSpPr>
                <a:xfrm>
                  <a:off x="1912179" y="4044505"/>
                  <a:ext cx="181487" cy="25622"/>
                  <a:chOff x="1912179" y="4044506"/>
                  <a:chExt cx="181487" cy="25622"/>
                </a:xfrm>
              </p:grpSpPr>
              <p:sp>
                <p:nvSpPr>
                  <p:cNvPr id="5412" name="Google Shape;5412;p139"/>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413" name="Google Shape;5413;p139"/>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5414" name="Google Shape;5414;p139"/>
                <p:cNvGrpSpPr/>
                <p:nvPr/>
              </p:nvGrpSpPr>
              <p:grpSpPr>
                <a:xfrm>
                  <a:off x="1560718" y="3800594"/>
                  <a:ext cx="351472" cy="302090"/>
                  <a:chOff x="1560718" y="3800594"/>
                  <a:chExt cx="351472" cy="302090"/>
                </a:xfrm>
              </p:grpSpPr>
              <p:grpSp>
                <p:nvGrpSpPr>
                  <p:cNvPr id="5415" name="Google Shape;5415;p139"/>
                  <p:cNvGrpSpPr/>
                  <p:nvPr/>
                </p:nvGrpSpPr>
                <p:grpSpPr>
                  <a:xfrm>
                    <a:off x="1560718" y="3842857"/>
                    <a:ext cx="173586" cy="217131"/>
                    <a:chOff x="1560718" y="3842857"/>
                    <a:chExt cx="173586" cy="217131"/>
                  </a:xfrm>
                </p:grpSpPr>
                <p:sp>
                  <p:nvSpPr>
                    <p:cNvPr id="5416" name="Google Shape;5416;p139"/>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417" name="Google Shape;5417;p139"/>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418" name="Google Shape;5418;p139"/>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sp>
                <p:nvSpPr>
                  <p:cNvPr id="5419" name="Google Shape;5419;p139"/>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182850" tIns="182850" rIns="182850" bIns="182850" anchor="ctr" anchorCtr="0">
                    <a:noAutofit/>
                  </a:bodyPr>
                  <a:lstStyle/>
                  <a:p>
                    <a:endParaRPr sz="3600"/>
                  </a:p>
                </p:txBody>
              </p:sp>
              <p:sp>
                <p:nvSpPr>
                  <p:cNvPr id="5420" name="Google Shape;5420;p139"/>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182850" tIns="182850" rIns="182850" bIns="182850" anchor="ctr" anchorCtr="0">
                    <a:noAutofit/>
                  </a:bodyPr>
                  <a:lstStyle/>
                  <a:p>
                    <a:endParaRPr sz="3600"/>
                  </a:p>
                </p:txBody>
              </p:sp>
            </p:grpSp>
          </p:grpSp>
          <p:sp>
            <p:nvSpPr>
              <p:cNvPr id="5421" name="Google Shape;5421;p139"/>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182850" tIns="182850" rIns="182850" bIns="182850" anchor="ctr" anchorCtr="0">
                <a:noAutofit/>
              </a:bodyPr>
              <a:lstStyle/>
              <a:p>
                <a:endParaRPr sz="3600"/>
              </a:p>
            </p:txBody>
          </p:sp>
          <p:grpSp>
            <p:nvGrpSpPr>
              <p:cNvPr id="5422" name="Google Shape;5422;p139"/>
              <p:cNvGrpSpPr/>
              <p:nvPr/>
            </p:nvGrpSpPr>
            <p:grpSpPr>
              <a:xfrm>
                <a:off x="785350" y="3605478"/>
                <a:ext cx="535311" cy="249245"/>
                <a:chOff x="785350" y="3605478"/>
                <a:chExt cx="535311" cy="249245"/>
              </a:xfrm>
            </p:grpSpPr>
            <p:grpSp>
              <p:nvGrpSpPr>
                <p:cNvPr id="5423" name="Google Shape;5423;p139"/>
                <p:cNvGrpSpPr/>
                <p:nvPr/>
              </p:nvGrpSpPr>
              <p:grpSpPr>
                <a:xfrm>
                  <a:off x="785350" y="3605478"/>
                  <a:ext cx="376191" cy="102736"/>
                  <a:chOff x="785350" y="3605478"/>
                  <a:chExt cx="376191" cy="102736"/>
                </a:xfrm>
              </p:grpSpPr>
              <p:sp>
                <p:nvSpPr>
                  <p:cNvPr id="5424" name="Google Shape;5424;p139"/>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425" name="Google Shape;5425;p139"/>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426" name="Google Shape;5426;p139"/>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182850" tIns="182850" rIns="182850" bIns="182850" anchor="ctr" anchorCtr="0">
                    <a:noAutofit/>
                  </a:bodyPr>
                  <a:lstStyle/>
                  <a:p>
                    <a:endParaRPr sz="3600"/>
                  </a:p>
                </p:txBody>
              </p:sp>
            </p:grpSp>
            <p:grpSp>
              <p:nvGrpSpPr>
                <p:cNvPr id="5427" name="Google Shape;5427;p139"/>
                <p:cNvGrpSpPr/>
                <p:nvPr/>
              </p:nvGrpSpPr>
              <p:grpSpPr>
                <a:xfrm>
                  <a:off x="1161530" y="3655851"/>
                  <a:ext cx="159131" cy="198872"/>
                  <a:chOff x="1161530" y="3655851"/>
                  <a:chExt cx="159131" cy="198872"/>
                </a:xfrm>
              </p:grpSpPr>
              <p:sp>
                <p:nvSpPr>
                  <p:cNvPr id="5428" name="Google Shape;5428;p139"/>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429" name="Google Shape;5429;p139"/>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grpSp>
            <p:nvGrpSpPr>
              <p:cNvPr id="5430" name="Google Shape;5430;p139"/>
              <p:cNvGrpSpPr/>
              <p:nvPr/>
            </p:nvGrpSpPr>
            <p:grpSpPr>
              <a:xfrm>
                <a:off x="785350" y="4047614"/>
                <a:ext cx="535311" cy="240783"/>
                <a:chOff x="785350" y="4047614"/>
                <a:chExt cx="535311" cy="240783"/>
              </a:xfrm>
            </p:grpSpPr>
            <p:grpSp>
              <p:nvGrpSpPr>
                <p:cNvPr id="5431" name="Google Shape;5431;p139"/>
                <p:cNvGrpSpPr/>
                <p:nvPr/>
              </p:nvGrpSpPr>
              <p:grpSpPr>
                <a:xfrm>
                  <a:off x="1161636" y="4047614"/>
                  <a:ext cx="159025" cy="190415"/>
                  <a:chOff x="1161636" y="4047614"/>
                  <a:chExt cx="159025" cy="190415"/>
                </a:xfrm>
              </p:grpSpPr>
              <p:sp>
                <p:nvSpPr>
                  <p:cNvPr id="5432" name="Google Shape;5432;p139"/>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433" name="Google Shape;5433;p139"/>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5434" name="Google Shape;5434;p139"/>
                <p:cNvGrpSpPr/>
                <p:nvPr/>
              </p:nvGrpSpPr>
              <p:grpSpPr>
                <a:xfrm>
                  <a:off x="785350" y="4185661"/>
                  <a:ext cx="376191" cy="102736"/>
                  <a:chOff x="785350" y="4185661"/>
                  <a:chExt cx="376191" cy="102736"/>
                </a:xfrm>
              </p:grpSpPr>
              <p:sp>
                <p:nvSpPr>
                  <p:cNvPr id="5435" name="Google Shape;5435;p139"/>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436" name="Google Shape;5436;p139"/>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182850" tIns="182850" rIns="182850" bIns="182850" anchor="ctr" anchorCtr="0">
                    <a:noAutofit/>
                  </a:bodyPr>
                  <a:lstStyle/>
                  <a:p>
                    <a:endParaRPr sz="3600"/>
                  </a:p>
                </p:txBody>
              </p:sp>
              <p:sp>
                <p:nvSpPr>
                  <p:cNvPr id="5437" name="Google Shape;5437;p139"/>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182850" tIns="182850" rIns="182850" bIns="182850" anchor="ctr" anchorCtr="0">
                    <a:noAutofit/>
                  </a:bodyPr>
                  <a:lstStyle/>
                  <a:p>
                    <a:endParaRPr sz="3600"/>
                  </a:p>
                </p:txBody>
              </p:sp>
            </p:grpSp>
          </p:grpSp>
          <p:grpSp>
            <p:nvGrpSpPr>
              <p:cNvPr id="5438" name="Google Shape;5438;p139"/>
              <p:cNvGrpSpPr/>
              <p:nvPr/>
            </p:nvGrpSpPr>
            <p:grpSpPr>
              <a:xfrm>
                <a:off x="1501054" y="3605478"/>
                <a:ext cx="526340" cy="249240"/>
                <a:chOff x="1501054" y="3605478"/>
                <a:chExt cx="526340" cy="249240"/>
              </a:xfrm>
            </p:grpSpPr>
            <p:grpSp>
              <p:nvGrpSpPr>
                <p:cNvPr id="5439" name="Google Shape;5439;p139"/>
                <p:cNvGrpSpPr/>
                <p:nvPr/>
              </p:nvGrpSpPr>
              <p:grpSpPr>
                <a:xfrm>
                  <a:off x="1834208" y="3643867"/>
                  <a:ext cx="193185" cy="25622"/>
                  <a:chOff x="1834208" y="3643867"/>
                  <a:chExt cx="193185" cy="25622"/>
                </a:xfrm>
              </p:grpSpPr>
              <p:sp>
                <p:nvSpPr>
                  <p:cNvPr id="5440" name="Google Shape;5440;p139"/>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441" name="Google Shape;5441;p139"/>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5442" name="Google Shape;5442;p139"/>
                <p:cNvGrpSpPr/>
                <p:nvPr/>
              </p:nvGrpSpPr>
              <p:grpSpPr>
                <a:xfrm>
                  <a:off x="1501054" y="3605478"/>
                  <a:ext cx="333165" cy="249240"/>
                  <a:chOff x="1501054" y="3605478"/>
                  <a:chExt cx="333165" cy="249240"/>
                </a:xfrm>
              </p:grpSpPr>
              <p:sp>
                <p:nvSpPr>
                  <p:cNvPr id="5443" name="Google Shape;5443;p139"/>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182850" tIns="182850" rIns="182850" bIns="182850" anchor="ctr" anchorCtr="0">
                    <a:noAutofit/>
                  </a:bodyPr>
                  <a:lstStyle/>
                  <a:p>
                    <a:endParaRPr sz="3600"/>
                  </a:p>
                </p:txBody>
              </p:sp>
              <p:grpSp>
                <p:nvGrpSpPr>
                  <p:cNvPr id="5444" name="Google Shape;5444;p139"/>
                  <p:cNvGrpSpPr/>
                  <p:nvPr/>
                </p:nvGrpSpPr>
                <p:grpSpPr>
                  <a:xfrm>
                    <a:off x="1501054" y="3655851"/>
                    <a:ext cx="155286" cy="198867"/>
                    <a:chOff x="1501054" y="3655851"/>
                    <a:chExt cx="155286" cy="198867"/>
                  </a:xfrm>
                </p:grpSpPr>
                <p:sp>
                  <p:nvSpPr>
                    <p:cNvPr id="5445" name="Google Shape;5445;p139"/>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446" name="Google Shape;5446;p139"/>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grpSp>
          <p:grpSp>
            <p:nvGrpSpPr>
              <p:cNvPr id="5447" name="Google Shape;5447;p139"/>
              <p:cNvGrpSpPr/>
              <p:nvPr/>
            </p:nvGrpSpPr>
            <p:grpSpPr>
              <a:xfrm>
                <a:off x="724986" y="3800594"/>
                <a:ext cx="532950" cy="302090"/>
                <a:chOff x="724986" y="3800594"/>
                <a:chExt cx="532950" cy="302090"/>
              </a:xfrm>
            </p:grpSpPr>
            <p:grpSp>
              <p:nvGrpSpPr>
                <p:cNvPr id="5448" name="Google Shape;5448;p139"/>
                <p:cNvGrpSpPr/>
                <p:nvPr/>
              </p:nvGrpSpPr>
              <p:grpSpPr>
                <a:xfrm>
                  <a:off x="724986" y="4044367"/>
                  <a:ext cx="181314" cy="25626"/>
                  <a:chOff x="724986" y="4044367"/>
                  <a:chExt cx="181314" cy="25626"/>
                </a:xfrm>
              </p:grpSpPr>
              <p:sp>
                <p:nvSpPr>
                  <p:cNvPr id="5449" name="Google Shape;5449;p139"/>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5450" name="Google Shape;5450;p139"/>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451" name="Google Shape;5451;p139"/>
                <p:cNvGrpSpPr/>
                <p:nvPr/>
              </p:nvGrpSpPr>
              <p:grpSpPr>
                <a:xfrm>
                  <a:off x="906290" y="3800594"/>
                  <a:ext cx="351646" cy="302090"/>
                  <a:chOff x="906290" y="3800594"/>
                  <a:chExt cx="351646" cy="302090"/>
                </a:xfrm>
              </p:grpSpPr>
              <p:grpSp>
                <p:nvGrpSpPr>
                  <p:cNvPr id="5452" name="Google Shape;5452;p139"/>
                  <p:cNvGrpSpPr/>
                  <p:nvPr/>
                </p:nvGrpSpPr>
                <p:grpSpPr>
                  <a:xfrm>
                    <a:off x="1084172" y="3842857"/>
                    <a:ext cx="173764" cy="217131"/>
                    <a:chOff x="1084172" y="3842857"/>
                    <a:chExt cx="173764" cy="217131"/>
                  </a:xfrm>
                </p:grpSpPr>
                <p:grpSp>
                  <p:nvGrpSpPr>
                    <p:cNvPr id="5453" name="Google Shape;5453;p139"/>
                    <p:cNvGrpSpPr/>
                    <p:nvPr/>
                  </p:nvGrpSpPr>
                  <p:grpSpPr>
                    <a:xfrm>
                      <a:off x="1156862" y="3936509"/>
                      <a:ext cx="101073" cy="25622"/>
                      <a:chOff x="1156862" y="3936509"/>
                      <a:chExt cx="101073" cy="25622"/>
                    </a:xfrm>
                  </p:grpSpPr>
                  <p:sp>
                    <p:nvSpPr>
                      <p:cNvPr id="5454" name="Google Shape;5454;p139"/>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455" name="Google Shape;5455;p139"/>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sp>
                  <p:nvSpPr>
                    <p:cNvPr id="5456" name="Google Shape;5456;p139"/>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sp>
                <p:nvSpPr>
                  <p:cNvPr id="5457" name="Google Shape;5457;p139"/>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182850" tIns="182850" rIns="182850" bIns="182850" anchor="ctr" anchorCtr="0">
                    <a:noAutofit/>
                  </a:bodyPr>
                  <a:lstStyle/>
                  <a:p>
                    <a:endParaRPr sz="3600"/>
                  </a:p>
                </p:txBody>
              </p:sp>
              <p:sp>
                <p:nvSpPr>
                  <p:cNvPr id="5458" name="Google Shape;5458;p139"/>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182850" tIns="182850" rIns="182850" bIns="182850" anchor="ctr" anchorCtr="0">
                    <a:noAutofit/>
                  </a:bodyPr>
                  <a:lstStyle/>
                  <a:p>
                    <a:endParaRPr sz="3600"/>
                  </a:p>
                </p:txBody>
              </p:sp>
            </p:grpSp>
            <p:grpSp>
              <p:nvGrpSpPr>
                <p:cNvPr id="5459" name="Google Shape;5459;p139"/>
                <p:cNvGrpSpPr/>
                <p:nvPr/>
              </p:nvGrpSpPr>
              <p:grpSpPr>
                <a:xfrm>
                  <a:off x="724986" y="3830189"/>
                  <a:ext cx="189533" cy="25626"/>
                  <a:chOff x="724986" y="3830189"/>
                  <a:chExt cx="189533" cy="25626"/>
                </a:xfrm>
              </p:grpSpPr>
              <p:sp>
                <p:nvSpPr>
                  <p:cNvPr id="5460" name="Google Shape;5460;p139"/>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182850" tIns="182850" rIns="182850" bIns="182850" anchor="ctr" anchorCtr="0">
                    <a:noAutofit/>
                  </a:bodyPr>
                  <a:lstStyle/>
                  <a:p>
                    <a:endParaRPr sz="3600"/>
                  </a:p>
                </p:txBody>
              </p:sp>
              <p:sp>
                <p:nvSpPr>
                  <p:cNvPr id="5461" name="Google Shape;5461;p139"/>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grpSp>
      </p:grpSp>
      <p:grpSp>
        <p:nvGrpSpPr>
          <p:cNvPr id="5462" name="Google Shape;5462;p139"/>
          <p:cNvGrpSpPr/>
          <p:nvPr/>
        </p:nvGrpSpPr>
        <p:grpSpPr>
          <a:xfrm>
            <a:off x="4506597" y="4911280"/>
            <a:ext cx="1897402" cy="1870756"/>
            <a:chOff x="2253298" y="2428317"/>
            <a:chExt cx="948701" cy="935378"/>
          </a:xfrm>
        </p:grpSpPr>
        <p:sp>
          <p:nvSpPr>
            <p:cNvPr id="5463" name="Google Shape;5463;p139"/>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464" name="Google Shape;5464;p139"/>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182850" tIns="182850" rIns="182850" bIns="182850" anchor="ctr" anchorCtr="0">
              <a:noAutofit/>
            </a:bodyPr>
            <a:lstStyle/>
            <a:p>
              <a:endParaRPr sz="3600"/>
            </a:p>
          </p:txBody>
        </p:sp>
        <p:sp>
          <p:nvSpPr>
            <p:cNvPr id="5465" name="Google Shape;5465;p139"/>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182850" tIns="182850" rIns="182850" bIns="182850" anchor="ctr" anchorCtr="0">
              <a:noAutofit/>
            </a:bodyPr>
            <a:lstStyle/>
            <a:p>
              <a:endParaRPr sz="3600"/>
            </a:p>
          </p:txBody>
        </p:sp>
        <p:sp>
          <p:nvSpPr>
            <p:cNvPr id="5466" name="Google Shape;5466;p139"/>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182850" tIns="182850" rIns="182850" bIns="182850" anchor="ctr" anchorCtr="0">
              <a:noAutofit/>
            </a:bodyPr>
            <a:lstStyle/>
            <a:p>
              <a:endParaRPr sz="3600"/>
            </a:p>
          </p:txBody>
        </p:sp>
        <p:sp>
          <p:nvSpPr>
            <p:cNvPr id="5467" name="Google Shape;5467;p139"/>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182850" tIns="182850" rIns="182850" bIns="182850" anchor="ctr" anchorCtr="0">
              <a:noAutofit/>
            </a:bodyPr>
            <a:lstStyle/>
            <a:p>
              <a:endParaRPr sz="3600"/>
            </a:p>
          </p:txBody>
        </p:sp>
        <p:sp>
          <p:nvSpPr>
            <p:cNvPr id="5468" name="Google Shape;5468;p139"/>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469" name="Google Shape;5469;p139"/>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470" name="Google Shape;5470;p139"/>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471" name="Google Shape;5471;p139"/>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72" name="Google Shape;5472;p139"/>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73" name="Google Shape;5473;p139"/>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74" name="Google Shape;5474;p139"/>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75" name="Google Shape;5475;p139"/>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76" name="Google Shape;5476;p139"/>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77" name="Google Shape;5477;p139"/>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182850" tIns="182850" rIns="182850" bIns="182850" anchor="ctr" anchorCtr="0">
              <a:noAutofit/>
            </a:bodyPr>
            <a:lstStyle/>
            <a:p>
              <a:endParaRPr sz="3600"/>
            </a:p>
          </p:txBody>
        </p:sp>
        <p:sp>
          <p:nvSpPr>
            <p:cNvPr id="5478" name="Google Shape;5478;p139"/>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182850" tIns="182850" rIns="182850" bIns="182850" anchor="ctr" anchorCtr="0">
              <a:noAutofit/>
            </a:bodyPr>
            <a:lstStyle/>
            <a:p>
              <a:endParaRPr sz="3600"/>
            </a:p>
          </p:txBody>
        </p:sp>
        <p:sp>
          <p:nvSpPr>
            <p:cNvPr id="5479" name="Google Shape;5479;p139"/>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182850" tIns="182850" rIns="182850" bIns="182850" anchor="ctr" anchorCtr="0">
              <a:noAutofit/>
            </a:bodyPr>
            <a:lstStyle/>
            <a:p>
              <a:endParaRPr sz="3600"/>
            </a:p>
          </p:txBody>
        </p:sp>
        <p:sp>
          <p:nvSpPr>
            <p:cNvPr id="5480" name="Google Shape;5480;p139"/>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182850" tIns="182850" rIns="182850" bIns="182850" anchor="ctr" anchorCtr="0">
              <a:noAutofit/>
            </a:bodyPr>
            <a:lstStyle/>
            <a:p>
              <a:endParaRPr sz="3600"/>
            </a:p>
          </p:txBody>
        </p:sp>
        <p:sp>
          <p:nvSpPr>
            <p:cNvPr id="5481" name="Google Shape;5481;p139"/>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182850" tIns="182850" rIns="182850" bIns="182850" anchor="ctr" anchorCtr="0">
              <a:noAutofit/>
            </a:bodyPr>
            <a:lstStyle/>
            <a:p>
              <a:endParaRPr sz="3600"/>
            </a:p>
          </p:txBody>
        </p:sp>
        <p:sp>
          <p:nvSpPr>
            <p:cNvPr id="5482" name="Google Shape;5482;p139"/>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182850" tIns="182850" rIns="182850" bIns="182850" anchor="ctr" anchorCtr="0">
              <a:noAutofit/>
            </a:bodyPr>
            <a:lstStyle/>
            <a:p>
              <a:endParaRPr sz="3600"/>
            </a:p>
          </p:txBody>
        </p:sp>
        <p:sp>
          <p:nvSpPr>
            <p:cNvPr id="5483" name="Google Shape;5483;p139"/>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84" name="Google Shape;5484;p139"/>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85" name="Google Shape;5485;p139"/>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86" name="Google Shape;5486;p139"/>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87" name="Google Shape;5487;p139"/>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88" name="Google Shape;5488;p139"/>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489" name="Google Shape;5489;p139"/>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490" name="Google Shape;5490;p139"/>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491" name="Google Shape;5491;p139"/>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492" name="Google Shape;5492;p139"/>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493" name="Google Shape;5493;p139"/>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494" name="Google Shape;5494;p139"/>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sp>
          <p:nvSpPr>
            <p:cNvPr id="5495" name="Google Shape;5495;p139"/>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182850" tIns="182850" rIns="182850" bIns="182850" anchor="ctr" anchorCtr="0">
              <a:noAutofit/>
            </a:bodyPr>
            <a:lstStyle/>
            <a:p>
              <a:endParaRPr sz="3600"/>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99"/>
        <p:cNvGrpSpPr/>
        <p:nvPr/>
      </p:nvGrpSpPr>
      <p:grpSpPr>
        <a:xfrm>
          <a:off x="0" y="0"/>
          <a:ext cx="0" cy="0"/>
          <a:chOff x="0" y="0"/>
          <a:chExt cx="0" cy="0"/>
        </a:xfrm>
      </p:grpSpPr>
      <p:grpSp>
        <p:nvGrpSpPr>
          <p:cNvPr id="5500" name="Google Shape;5500;p140"/>
          <p:cNvGrpSpPr/>
          <p:nvPr/>
        </p:nvGrpSpPr>
        <p:grpSpPr>
          <a:xfrm>
            <a:off x="6707165" y="2291255"/>
            <a:ext cx="4726786" cy="2035734"/>
            <a:chOff x="3292400" y="1219146"/>
            <a:chExt cx="2615240" cy="1110239"/>
          </a:xfrm>
        </p:grpSpPr>
        <p:sp>
          <p:nvSpPr>
            <p:cNvPr id="5501" name="Google Shape;5501;p140"/>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endParaRPr sz="400">
                <a:solidFill>
                  <a:srgbClr val="FFFFFF"/>
                </a:solidFill>
              </a:endParaRPr>
            </a:p>
          </p:txBody>
        </p:sp>
        <p:sp>
          <p:nvSpPr>
            <p:cNvPr id="5502" name="Google Shape;5502;p140"/>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03" name="Google Shape;5503;p140"/>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algn="ctr">
                <a:spcAft>
                  <a:spcPts val="3200"/>
                </a:spcAft>
              </a:pPr>
              <a:r>
                <a:rPr lang="en" sz="400">
                  <a:solidFill>
                    <a:srgbClr val="FFFFFF"/>
                  </a:solidFill>
                </a:rPr>
                <a:t>JANUARY</a:t>
              </a:r>
              <a:endParaRPr sz="400">
                <a:solidFill>
                  <a:srgbClr val="FFFFFF"/>
                </a:solidFill>
              </a:endParaRPr>
            </a:p>
          </p:txBody>
        </p:sp>
        <p:sp>
          <p:nvSpPr>
            <p:cNvPr id="5504" name="Google Shape;5504;p140"/>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algn="ctr">
                <a:spcAft>
                  <a:spcPts val="3200"/>
                </a:spcAft>
              </a:pPr>
              <a:r>
                <a:rPr lang="en" sz="400">
                  <a:solidFill>
                    <a:srgbClr val="FFFFFF"/>
                  </a:solidFill>
                </a:rPr>
                <a:t>FEBRUARY</a:t>
              </a:r>
              <a:endParaRPr sz="400">
                <a:solidFill>
                  <a:srgbClr val="FFFFFF"/>
                </a:solidFill>
              </a:endParaRPr>
            </a:p>
          </p:txBody>
        </p:sp>
        <p:sp>
          <p:nvSpPr>
            <p:cNvPr id="5505" name="Google Shape;5505;p140"/>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algn="ctr">
                <a:spcAft>
                  <a:spcPts val="3200"/>
                </a:spcAft>
              </a:pPr>
              <a:r>
                <a:rPr lang="en" sz="400">
                  <a:solidFill>
                    <a:srgbClr val="FFFFFF"/>
                  </a:solidFill>
                </a:rPr>
                <a:t>MARCH</a:t>
              </a:r>
              <a:endParaRPr sz="400">
                <a:solidFill>
                  <a:srgbClr val="FFFFFF"/>
                </a:solidFill>
              </a:endParaRPr>
            </a:p>
          </p:txBody>
        </p:sp>
        <p:sp>
          <p:nvSpPr>
            <p:cNvPr id="5506" name="Google Shape;5506;p140"/>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algn="ctr">
                <a:spcAft>
                  <a:spcPts val="3200"/>
                </a:spcAft>
              </a:pPr>
              <a:r>
                <a:rPr lang="en" sz="400">
                  <a:solidFill>
                    <a:srgbClr val="FFFFFF"/>
                  </a:solidFill>
                </a:rPr>
                <a:t>APRIL</a:t>
              </a:r>
              <a:endParaRPr sz="400">
                <a:solidFill>
                  <a:srgbClr val="FFFFFF"/>
                </a:solidFill>
              </a:endParaRPr>
            </a:p>
          </p:txBody>
        </p:sp>
        <p:sp>
          <p:nvSpPr>
            <p:cNvPr id="5507" name="Google Shape;5507;p140"/>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algn="ctr">
                <a:spcAft>
                  <a:spcPts val="3200"/>
                </a:spcAft>
              </a:pPr>
              <a:r>
                <a:rPr lang="en" sz="400">
                  <a:solidFill>
                    <a:srgbClr val="FFFFFF"/>
                  </a:solidFill>
                </a:rPr>
                <a:t>MAY</a:t>
              </a:r>
              <a:endParaRPr sz="400">
                <a:solidFill>
                  <a:srgbClr val="FFFFFF"/>
                </a:solidFill>
              </a:endParaRPr>
            </a:p>
          </p:txBody>
        </p:sp>
        <p:sp>
          <p:nvSpPr>
            <p:cNvPr id="5508" name="Google Shape;5508;p140"/>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algn="ctr">
                <a:spcAft>
                  <a:spcPts val="3200"/>
                </a:spcAft>
              </a:pPr>
              <a:r>
                <a:rPr lang="en" sz="400">
                  <a:solidFill>
                    <a:srgbClr val="FFFFFF"/>
                  </a:solidFill>
                </a:rPr>
                <a:t>JUNE</a:t>
              </a:r>
              <a:endParaRPr sz="400">
                <a:solidFill>
                  <a:srgbClr val="FFFFFF"/>
                </a:solidFill>
              </a:endParaRPr>
            </a:p>
          </p:txBody>
        </p:sp>
        <p:sp>
          <p:nvSpPr>
            <p:cNvPr id="5509" name="Google Shape;5509;p140"/>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algn="r">
                <a:spcAft>
                  <a:spcPts val="3200"/>
                </a:spcAft>
              </a:pPr>
              <a:r>
                <a:rPr lang="en" sz="400">
                  <a:solidFill>
                    <a:srgbClr val="FFFFFF"/>
                  </a:solidFill>
                </a:rPr>
                <a:t>PHASE 1</a:t>
              </a:r>
              <a:endParaRPr sz="400">
                <a:solidFill>
                  <a:srgbClr val="FFFFFF"/>
                </a:solidFill>
              </a:endParaRPr>
            </a:p>
          </p:txBody>
        </p:sp>
        <p:sp>
          <p:nvSpPr>
            <p:cNvPr id="5510" name="Google Shape;5510;p140"/>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algn="r">
                <a:spcAft>
                  <a:spcPts val="3200"/>
                </a:spcAft>
              </a:pPr>
              <a:r>
                <a:rPr lang="en" sz="400">
                  <a:solidFill>
                    <a:srgbClr val="FFFFFF"/>
                  </a:solidFill>
                </a:rPr>
                <a:t>PHASE 2</a:t>
              </a:r>
              <a:endParaRPr sz="400">
                <a:solidFill>
                  <a:srgbClr val="FFFFFF"/>
                </a:solidFill>
              </a:endParaRPr>
            </a:p>
          </p:txBody>
        </p:sp>
        <p:sp>
          <p:nvSpPr>
            <p:cNvPr id="5511" name="Google Shape;5511;p140"/>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algn="r">
                <a:lnSpc>
                  <a:spcPct val="115000"/>
                </a:lnSpc>
                <a:spcAft>
                  <a:spcPts val="3200"/>
                </a:spcAft>
              </a:pPr>
              <a:r>
                <a:rPr lang="en" sz="400">
                  <a:solidFill>
                    <a:srgbClr val="FFFFFF"/>
                  </a:solidFill>
                </a:rPr>
                <a:t>Task 1</a:t>
              </a:r>
              <a:endParaRPr sz="400">
                <a:solidFill>
                  <a:srgbClr val="FFFFFF"/>
                </a:solidFill>
              </a:endParaRPr>
            </a:p>
          </p:txBody>
        </p:sp>
        <p:sp>
          <p:nvSpPr>
            <p:cNvPr id="5512" name="Google Shape;5512;p140"/>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algn="r">
                <a:lnSpc>
                  <a:spcPct val="115000"/>
                </a:lnSpc>
                <a:spcAft>
                  <a:spcPts val="3200"/>
                </a:spcAft>
              </a:pPr>
              <a:r>
                <a:rPr lang="en" sz="400">
                  <a:solidFill>
                    <a:srgbClr val="FFFFFF"/>
                  </a:solidFill>
                </a:rPr>
                <a:t>Task 2</a:t>
              </a:r>
              <a:endParaRPr sz="400">
                <a:solidFill>
                  <a:srgbClr val="FFFFFF"/>
                </a:solidFill>
              </a:endParaRPr>
            </a:p>
          </p:txBody>
        </p:sp>
        <p:sp>
          <p:nvSpPr>
            <p:cNvPr id="5513" name="Google Shape;5513;p140"/>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algn="r">
                <a:lnSpc>
                  <a:spcPct val="115000"/>
                </a:lnSpc>
                <a:spcAft>
                  <a:spcPts val="3200"/>
                </a:spcAft>
              </a:pPr>
              <a:r>
                <a:rPr lang="en" sz="400">
                  <a:solidFill>
                    <a:srgbClr val="FFFFFF"/>
                  </a:solidFill>
                </a:rPr>
                <a:t>Task 1</a:t>
              </a:r>
              <a:endParaRPr sz="400">
                <a:solidFill>
                  <a:srgbClr val="FFFFFF"/>
                </a:solidFill>
              </a:endParaRPr>
            </a:p>
          </p:txBody>
        </p:sp>
        <p:sp>
          <p:nvSpPr>
            <p:cNvPr id="5514" name="Google Shape;5514;p140"/>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algn="r">
                <a:lnSpc>
                  <a:spcPct val="115000"/>
                </a:lnSpc>
                <a:spcAft>
                  <a:spcPts val="3200"/>
                </a:spcAft>
              </a:pPr>
              <a:r>
                <a:rPr lang="en" sz="400">
                  <a:solidFill>
                    <a:srgbClr val="FFFFFF"/>
                  </a:solidFill>
                </a:rPr>
                <a:t>Task 2</a:t>
              </a:r>
              <a:endParaRPr sz="400">
                <a:solidFill>
                  <a:srgbClr val="FFFFFF"/>
                </a:solidFill>
              </a:endParaRPr>
            </a:p>
          </p:txBody>
        </p:sp>
        <p:grpSp>
          <p:nvGrpSpPr>
            <p:cNvPr id="5515" name="Google Shape;5515;p140"/>
            <p:cNvGrpSpPr/>
            <p:nvPr/>
          </p:nvGrpSpPr>
          <p:grpSpPr>
            <a:xfrm>
              <a:off x="3748438" y="1378608"/>
              <a:ext cx="2159202" cy="903971"/>
              <a:chOff x="1683525" y="2179850"/>
              <a:chExt cx="4519050" cy="2134525"/>
            </a:xfrm>
          </p:grpSpPr>
          <p:sp>
            <p:nvSpPr>
              <p:cNvPr id="5516" name="Google Shape;5516;p140"/>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17" name="Google Shape;5517;p140"/>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18" name="Google Shape;5518;p140"/>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19" name="Google Shape;5519;p140"/>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20" name="Google Shape;5520;p140"/>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21" name="Google Shape;5521;p140"/>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22" name="Google Shape;5522;p140"/>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23" name="Google Shape;5523;p140"/>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24" name="Google Shape;5524;p140"/>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25" name="Google Shape;5525;p140"/>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26" name="Google Shape;5526;p140"/>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182850" tIns="182850" rIns="182850" bIns="182850" anchor="ctr" anchorCtr="0">
                <a:noAutofit/>
              </a:bodyPr>
              <a:lstStyle/>
              <a:p>
                <a:endParaRPr sz="400">
                  <a:solidFill>
                    <a:srgbClr val="FFFFFF"/>
                  </a:solidFill>
                </a:endParaRPr>
              </a:p>
            </p:txBody>
          </p:sp>
          <p:sp>
            <p:nvSpPr>
              <p:cNvPr id="5527" name="Google Shape;5527;p140"/>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182850" tIns="182850" rIns="182850" bIns="182850" anchor="ctr" anchorCtr="0">
                <a:noAutofit/>
              </a:bodyPr>
              <a:lstStyle/>
              <a:p>
                <a:endParaRPr sz="400">
                  <a:solidFill>
                    <a:srgbClr val="FFFFFF"/>
                  </a:solidFill>
                </a:endParaRPr>
              </a:p>
            </p:txBody>
          </p:sp>
        </p:grpSp>
      </p:grpSp>
      <p:graphicFrame>
        <p:nvGraphicFramePr>
          <p:cNvPr id="5528" name="Google Shape;5528;p140"/>
          <p:cNvGraphicFramePr/>
          <p:nvPr/>
        </p:nvGraphicFramePr>
        <p:xfrm>
          <a:off x="11899350" y="4646200"/>
          <a:ext cx="6000000" cy="6000000"/>
        </p:xfrm>
        <a:graphic>
          <a:graphicData uri="http://schemas.openxmlformats.org/drawingml/2006/table">
            <a:tbl>
              <a:tblPr>
                <a:noFill/>
              </a:tblPr>
              <a:tblGrid>
                <a:gridCol w="1245650">
                  <a:extLst>
                    <a:ext uri="{9D8B030D-6E8A-4147-A177-3AD203B41FA5}">
                      <a16:colId xmlns:a16="http://schemas.microsoft.com/office/drawing/2014/main" val="20000"/>
                    </a:ext>
                  </a:extLst>
                </a:gridCol>
                <a:gridCol w="1245650">
                  <a:extLst>
                    <a:ext uri="{9D8B030D-6E8A-4147-A177-3AD203B41FA5}">
                      <a16:colId xmlns:a16="http://schemas.microsoft.com/office/drawing/2014/main" val="20001"/>
                    </a:ext>
                  </a:extLst>
                </a:gridCol>
                <a:gridCol w="1245650">
                  <a:extLst>
                    <a:ext uri="{9D8B030D-6E8A-4147-A177-3AD203B41FA5}">
                      <a16:colId xmlns:a16="http://schemas.microsoft.com/office/drawing/2014/main" val="20002"/>
                    </a:ext>
                  </a:extLst>
                </a:gridCol>
                <a:gridCol w="1245650">
                  <a:extLst>
                    <a:ext uri="{9D8B030D-6E8A-4147-A177-3AD203B41FA5}">
                      <a16:colId xmlns:a16="http://schemas.microsoft.com/office/drawing/2014/main" val="20003"/>
                    </a:ext>
                  </a:extLst>
                </a:gridCol>
              </a:tblGrid>
              <a:tr h="434300">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434300">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434300">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434300">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400" b="1">
                        <a:latin typeface="Amatic SC"/>
                        <a:ea typeface="Amatic SC"/>
                        <a:cs typeface="Amatic SC"/>
                        <a:sym typeface="Amatic SC"/>
                      </a:endParaRPr>
                    </a:p>
                  </a:txBody>
                  <a:tcPr marL="182850" marR="182850" marT="182850" marB="182850">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529" name="Google Shape;5529;p140"/>
          <p:cNvGrpSpPr/>
          <p:nvPr/>
        </p:nvGrpSpPr>
        <p:grpSpPr>
          <a:xfrm>
            <a:off x="11853849" y="6763394"/>
            <a:ext cx="5039650" cy="2002908"/>
            <a:chOff x="1906114" y="789980"/>
            <a:chExt cx="1487676" cy="606868"/>
          </a:xfrm>
        </p:grpSpPr>
        <p:cxnSp>
          <p:nvCxnSpPr>
            <p:cNvPr id="5530" name="Google Shape;5530;p140"/>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531" name="Google Shape;5531;p140"/>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532" name="Google Shape;5532;p140"/>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533" name="Google Shape;5533;p140"/>
            <p:cNvSpPr txBox="1"/>
            <p:nvPr/>
          </p:nvSpPr>
          <p:spPr>
            <a:xfrm flipH="1">
              <a:off x="2109710" y="789981"/>
              <a:ext cx="281100" cy="107400"/>
            </a:xfrm>
            <a:prstGeom prst="rect">
              <a:avLst/>
            </a:prstGeom>
            <a:noFill/>
            <a:ln>
              <a:noFill/>
            </a:ln>
          </p:spPr>
          <p:txBody>
            <a:bodyPr spcFirstLastPara="1" wrap="square" lIns="182850" tIns="182850" rIns="182850" bIns="182850" anchor="t" anchorCtr="0">
              <a:noAutofit/>
            </a:bodyPr>
            <a:lstStyle/>
            <a:p>
              <a:pPr algn="ctr">
                <a:spcAft>
                  <a:spcPts val="3200"/>
                </a:spcAft>
              </a:pPr>
              <a:r>
                <a:rPr lang="en" sz="600">
                  <a:solidFill>
                    <a:srgbClr val="E3E9ED"/>
                  </a:solidFill>
                </a:rPr>
                <a:t>JANUARY</a:t>
              </a:r>
              <a:endParaRPr sz="600">
                <a:solidFill>
                  <a:srgbClr val="E3E9ED"/>
                </a:solidFill>
              </a:endParaRPr>
            </a:p>
          </p:txBody>
        </p:sp>
        <p:sp>
          <p:nvSpPr>
            <p:cNvPr id="5534" name="Google Shape;5534;p140"/>
            <p:cNvSpPr txBox="1"/>
            <p:nvPr/>
          </p:nvSpPr>
          <p:spPr>
            <a:xfrm flipH="1">
              <a:off x="2434275" y="789980"/>
              <a:ext cx="289200" cy="107400"/>
            </a:xfrm>
            <a:prstGeom prst="rect">
              <a:avLst/>
            </a:prstGeom>
            <a:noFill/>
            <a:ln>
              <a:noFill/>
            </a:ln>
          </p:spPr>
          <p:txBody>
            <a:bodyPr spcFirstLastPara="1" wrap="square" lIns="182850" tIns="182850" rIns="182850" bIns="182850" anchor="t" anchorCtr="0">
              <a:noAutofit/>
            </a:bodyPr>
            <a:lstStyle/>
            <a:p>
              <a:pPr algn="ctr">
                <a:spcAft>
                  <a:spcPts val="3200"/>
                </a:spcAft>
              </a:pPr>
              <a:r>
                <a:rPr lang="en" sz="600">
                  <a:solidFill>
                    <a:srgbClr val="E3E9ED"/>
                  </a:solidFill>
                </a:rPr>
                <a:t>FEBRUARY</a:t>
              </a:r>
              <a:endParaRPr sz="600">
                <a:solidFill>
                  <a:srgbClr val="E3E9ED"/>
                </a:solidFill>
              </a:endParaRPr>
            </a:p>
          </p:txBody>
        </p:sp>
        <p:sp>
          <p:nvSpPr>
            <p:cNvPr id="5535" name="Google Shape;5535;p140"/>
            <p:cNvSpPr txBox="1"/>
            <p:nvPr/>
          </p:nvSpPr>
          <p:spPr>
            <a:xfrm flipH="1">
              <a:off x="2781049" y="789981"/>
              <a:ext cx="281100" cy="107400"/>
            </a:xfrm>
            <a:prstGeom prst="rect">
              <a:avLst/>
            </a:prstGeom>
            <a:noFill/>
            <a:ln>
              <a:noFill/>
            </a:ln>
          </p:spPr>
          <p:txBody>
            <a:bodyPr spcFirstLastPara="1" wrap="square" lIns="182850" tIns="182850" rIns="182850" bIns="182850" anchor="t" anchorCtr="0">
              <a:noAutofit/>
            </a:bodyPr>
            <a:lstStyle/>
            <a:p>
              <a:pPr algn="ctr">
                <a:spcAft>
                  <a:spcPts val="3200"/>
                </a:spcAft>
              </a:pPr>
              <a:r>
                <a:rPr lang="en" sz="600">
                  <a:solidFill>
                    <a:srgbClr val="E3E9ED"/>
                  </a:solidFill>
                </a:rPr>
                <a:t>MARCH</a:t>
              </a:r>
              <a:endParaRPr sz="600">
                <a:solidFill>
                  <a:srgbClr val="E3E9ED"/>
                </a:solidFill>
              </a:endParaRPr>
            </a:p>
          </p:txBody>
        </p:sp>
        <p:sp>
          <p:nvSpPr>
            <p:cNvPr id="5536" name="Google Shape;5536;p140"/>
            <p:cNvSpPr txBox="1"/>
            <p:nvPr/>
          </p:nvSpPr>
          <p:spPr>
            <a:xfrm flipH="1">
              <a:off x="3112690" y="789981"/>
              <a:ext cx="281100" cy="107400"/>
            </a:xfrm>
            <a:prstGeom prst="rect">
              <a:avLst/>
            </a:prstGeom>
            <a:noFill/>
            <a:ln>
              <a:noFill/>
            </a:ln>
          </p:spPr>
          <p:txBody>
            <a:bodyPr spcFirstLastPara="1" wrap="square" lIns="182850" tIns="182850" rIns="182850" bIns="182850" anchor="t" anchorCtr="0">
              <a:noAutofit/>
            </a:bodyPr>
            <a:lstStyle/>
            <a:p>
              <a:pPr algn="ctr">
                <a:spcAft>
                  <a:spcPts val="3200"/>
                </a:spcAft>
              </a:pPr>
              <a:r>
                <a:rPr lang="en" sz="600">
                  <a:solidFill>
                    <a:srgbClr val="E3E9ED"/>
                  </a:solidFill>
                </a:rPr>
                <a:t>APRIL</a:t>
              </a:r>
              <a:endParaRPr sz="600">
                <a:solidFill>
                  <a:srgbClr val="E3E9ED"/>
                </a:solidFill>
              </a:endParaRPr>
            </a:p>
          </p:txBody>
        </p:sp>
        <p:sp>
          <p:nvSpPr>
            <p:cNvPr id="5537" name="Google Shape;5537;p140"/>
            <p:cNvSpPr/>
            <p:nvPr/>
          </p:nvSpPr>
          <p:spPr>
            <a:xfrm>
              <a:off x="2105681" y="964326"/>
              <a:ext cx="289200" cy="42600"/>
            </a:xfrm>
            <a:prstGeom prst="rect">
              <a:avLst/>
            </a:prstGeom>
            <a:solidFill>
              <a:srgbClr val="869FB2"/>
            </a:solidFill>
            <a:ln>
              <a:noFill/>
            </a:ln>
          </p:spPr>
          <p:txBody>
            <a:bodyPr spcFirstLastPara="1" wrap="square" lIns="182850" tIns="182850" rIns="182850" bIns="182850" anchor="ctr" anchorCtr="0">
              <a:noAutofit/>
            </a:bodyPr>
            <a:lstStyle/>
            <a:p>
              <a:endParaRPr sz="3600"/>
            </a:p>
          </p:txBody>
        </p:sp>
        <p:sp>
          <p:nvSpPr>
            <p:cNvPr id="5538" name="Google Shape;5538;p140"/>
            <p:cNvSpPr/>
            <p:nvPr/>
          </p:nvSpPr>
          <p:spPr>
            <a:xfrm>
              <a:off x="2109515" y="1159286"/>
              <a:ext cx="280200" cy="42600"/>
            </a:xfrm>
            <a:prstGeom prst="rect">
              <a:avLst/>
            </a:prstGeom>
            <a:solidFill>
              <a:srgbClr val="EEEEEE"/>
            </a:solidFill>
            <a:ln>
              <a:noFill/>
            </a:ln>
          </p:spPr>
          <p:txBody>
            <a:bodyPr spcFirstLastPara="1" wrap="square" lIns="182850" tIns="182850" rIns="182850" bIns="182850" anchor="ctr" anchorCtr="0">
              <a:noAutofit/>
            </a:bodyPr>
            <a:lstStyle/>
            <a:p>
              <a:endParaRPr sz="3600"/>
            </a:p>
          </p:txBody>
        </p:sp>
        <p:sp>
          <p:nvSpPr>
            <p:cNvPr id="5539" name="Google Shape;5539;p140"/>
            <p:cNvSpPr/>
            <p:nvPr/>
          </p:nvSpPr>
          <p:spPr>
            <a:xfrm>
              <a:off x="2753389" y="1353677"/>
              <a:ext cx="325500" cy="42600"/>
            </a:xfrm>
            <a:prstGeom prst="rect">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40" name="Google Shape;5540;p140"/>
            <p:cNvSpPr/>
            <p:nvPr/>
          </p:nvSpPr>
          <p:spPr>
            <a:xfrm>
              <a:off x="2105681" y="1159287"/>
              <a:ext cx="289200" cy="42600"/>
            </a:xfrm>
            <a:prstGeom prst="rect">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41" name="Google Shape;5541;p140"/>
            <p:cNvSpPr/>
            <p:nvPr/>
          </p:nvSpPr>
          <p:spPr>
            <a:xfrm>
              <a:off x="2412005" y="1354248"/>
              <a:ext cx="325500" cy="42600"/>
            </a:xfrm>
            <a:prstGeom prst="rect">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42" name="Google Shape;5542;p140"/>
            <p:cNvSpPr/>
            <p:nvPr/>
          </p:nvSpPr>
          <p:spPr>
            <a:xfrm>
              <a:off x="2410087" y="964961"/>
              <a:ext cx="325500" cy="42600"/>
            </a:xfrm>
            <a:prstGeom prst="rect">
              <a:avLst/>
            </a:prstGeom>
            <a:solidFill>
              <a:srgbClr val="869FB2"/>
            </a:solidFill>
            <a:ln>
              <a:noFill/>
            </a:ln>
          </p:spPr>
          <p:txBody>
            <a:bodyPr spcFirstLastPara="1" wrap="square" lIns="182850" tIns="182850" rIns="182850" bIns="182850" anchor="ctr" anchorCtr="0">
              <a:noAutofit/>
            </a:bodyPr>
            <a:lstStyle/>
            <a:p>
              <a:endParaRPr sz="3600"/>
            </a:p>
          </p:txBody>
        </p:sp>
        <p:sp>
          <p:nvSpPr>
            <p:cNvPr id="5543" name="Google Shape;5543;p140"/>
            <p:cNvSpPr txBox="1"/>
            <p:nvPr/>
          </p:nvSpPr>
          <p:spPr>
            <a:xfrm flipH="1">
              <a:off x="1906114" y="918164"/>
              <a:ext cx="203400" cy="106500"/>
            </a:xfrm>
            <a:prstGeom prst="rect">
              <a:avLst/>
            </a:prstGeom>
            <a:noFill/>
            <a:ln>
              <a:noFill/>
            </a:ln>
          </p:spPr>
          <p:txBody>
            <a:bodyPr spcFirstLastPara="1" wrap="square" lIns="182850" tIns="182850" rIns="182850" bIns="182850" anchor="t" anchorCtr="0">
              <a:noAutofit/>
            </a:bodyPr>
            <a:lstStyle/>
            <a:p>
              <a:pPr algn="r">
                <a:spcAft>
                  <a:spcPts val="3200"/>
                </a:spcAft>
              </a:pPr>
              <a:r>
                <a:rPr lang="en" sz="600">
                  <a:solidFill>
                    <a:srgbClr val="E3E9ED"/>
                  </a:solidFill>
                </a:rPr>
                <a:t>PHASE 1</a:t>
              </a:r>
              <a:endParaRPr sz="600">
                <a:solidFill>
                  <a:srgbClr val="E3E9ED"/>
                </a:solidFill>
              </a:endParaRPr>
            </a:p>
          </p:txBody>
        </p:sp>
        <p:sp>
          <p:nvSpPr>
            <p:cNvPr id="5544" name="Google Shape;5544;p140"/>
            <p:cNvSpPr txBox="1"/>
            <p:nvPr/>
          </p:nvSpPr>
          <p:spPr>
            <a:xfrm flipH="1">
              <a:off x="1919618" y="1113390"/>
              <a:ext cx="189900" cy="91200"/>
            </a:xfrm>
            <a:prstGeom prst="rect">
              <a:avLst/>
            </a:prstGeom>
            <a:noFill/>
            <a:ln>
              <a:noFill/>
            </a:ln>
          </p:spPr>
          <p:txBody>
            <a:bodyPr spcFirstLastPara="1" wrap="square" lIns="182850" tIns="182850" rIns="182850" bIns="182850" anchor="t" anchorCtr="0">
              <a:noAutofit/>
            </a:bodyPr>
            <a:lstStyle/>
            <a:p>
              <a:pPr algn="r">
                <a:lnSpc>
                  <a:spcPct val="115000"/>
                </a:lnSpc>
                <a:spcAft>
                  <a:spcPts val="3200"/>
                </a:spcAft>
              </a:pPr>
              <a:r>
                <a:rPr lang="en" sz="600">
                  <a:solidFill>
                    <a:srgbClr val="E3E9ED"/>
                  </a:solidFill>
                </a:rPr>
                <a:t>Task 1</a:t>
              </a:r>
              <a:endParaRPr sz="600">
                <a:solidFill>
                  <a:srgbClr val="E3E9ED"/>
                </a:solidFill>
              </a:endParaRPr>
            </a:p>
          </p:txBody>
        </p:sp>
        <p:sp>
          <p:nvSpPr>
            <p:cNvPr id="5545" name="Google Shape;5545;p140"/>
            <p:cNvSpPr txBox="1"/>
            <p:nvPr/>
          </p:nvSpPr>
          <p:spPr>
            <a:xfrm flipH="1">
              <a:off x="1906118" y="1304527"/>
              <a:ext cx="203400" cy="91200"/>
            </a:xfrm>
            <a:prstGeom prst="rect">
              <a:avLst/>
            </a:prstGeom>
            <a:noFill/>
            <a:ln>
              <a:noFill/>
            </a:ln>
          </p:spPr>
          <p:txBody>
            <a:bodyPr spcFirstLastPara="1" wrap="square" lIns="182850" tIns="182850" rIns="182850" bIns="182850" anchor="t" anchorCtr="0">
              <a:noAutofit/>
            </a:bodyPr>
            <a:lstStyle/>
            <a:p>
              <a:pPr algn="r">
                <a:lnSpc>
                  <a:spcPct val="115000"/>
                </a:lnSpc>
                <a:spcAft>
                  <a:spcPts val="3200"/>
                </a:spcAft>
              </a:pPr>
              <a:r>
                <a:rPr lang="en" sz="600">
                  <a:solidFill>
                    <a:srgbClr val="E3E9ED"/>
                  </a:solidFill>
                </a:rPr>
                <a:t>Task 2</a:t>
              </a:r>
              <a:endParaRPr sz="600">
                <a:solidFill>
                  <a:srgbClr val="E3E9ED"/>
                </a:solidFill>
              </a:endParaRPr>
            </a:p>
          </p:txBody>
        </p:sp>
        <p:sp>
          <p:nvSpPr>
            <p:cNvPr id="5546" name="Google Shape;5546;p140"/>
            <p:cNvSpPr/>
            <p:nvPr/>
          </p:nvSpPr>
          <p:spPr>
            <a:xfrm>
              <a:off x="2750975" y="964961"/>
              <a:ext cx="325500" cy="42600"/>
            </a:xfrm>
            <a:prstGeom prst="rect">
              <a:avLst/>
            </a:pr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5547" name="Google Shape;5547;p140"/>
          <p:cNvGrpSpPr/>
          <p:nvPr/>
        </p:nvGrpSpPr>
        <p:grpSpPr>
          <a:xfrm>
            <a:off x="1452798" y="2381310"/>
            <a:ext cx="4788740" cy="1953004"/>
            <a:chOff x="749309" y="1112739"/>
            <a:chExt cx="2371603" cy="976502"/>
          </a:xfrm>
        </p:grpSpPr>
        <p:sp>
          <p:nvSpPr>
            <p:cNvPr id="5548" name="Google Shape;5548;p140"/>
            <p:cNvSpPr/>
            <p:nvPr/>
          </p:nvSpPr>
          <p:spPr>
            <a:xfrm>
              <a:off x="1092126" y="111273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49" name="Google Shape;5549;p140"/>
            <p:cNvSpPr/>
            <p:nvPr/>
          </p:nvSpPr>
          <p:spPr>
            <a:xfrm>
              <a:off x="1434943" y="111273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50" name="Google Shape;5550;p140"/>
            <p:cNvSpPr/>
            <p:nvPr/>
          </p:nvSpPr>
          <p:spPr>
            <a:xfrm>
              <a:off x="1777760" y="111273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51" name="Google Shape;5551;p140"/>
            <p:cNvSpPr/>
            <p:nvPr/>
          </p:nvSpPr>
          <p:spPr>
            <a:xfrm>
              <a:off x="2120578" y="111273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52" name="Google Shape;5552;p140"/>
            <p:cNvSpPr/>
            <p:nvPr/>
          </p:nvSpPr>
          <p:spPr>
            <a:xfrm>
              <a:off x="2463395" y="111273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53" name="Google Shape;5553;p140"/>
            <p:cNvSpPr/>
            <p:nvPr/>
          </p:nvSpPr>
          <p:spPr>
            <a:xfrm>
              <a:off x="2806212" y="111273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54" name="Google Shape;5554;p140"/>
            <p:cNvSpPr/>
            <p:nvPr/>
          </p:nvSpPr>
          <p:spPr>
            <a:xfrm>
              <a:off x="749309" y="1362294"/>
              <a:ext cx="314700" cy="226800"/>
            </a:xfrm>
            <a:prstGeom prst="rect">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55" name="Google Shape;5555;p140"/>
            <p:cNvSpPr/>
            <p:nvPr/>
          </p:nvSpPr>
          <p:spPr>
            <a:xfrm>
              <a:off x="1092126" y="136229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56" name="Google Shape;5556;p140"/>
            <p:cNvSpPr/>
            <p:nvPr/>
          </p:nvSpPr>
          <p:spPr>
            <a:xfrm>
              <a:off x="1434943" y="136229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57" name="Google Shape;5557;p140"/>
            <p:cNvSpPr/>
            <p:nvPr/>
          </p:nvSpPr>
          <p:spPr>
            <a:xfrm>
              <a:off x="1777760" y="136229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58" name="Google Shape;5558;p140"/>
            <p:cNvSpPr/>
            <p:nvPr/>
          </p:nvSpPr>
          <p:spPr>
            <a:xfrm>
              <a:off x="2120578" y="136229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59" name="Google Shape;5559;p140"/>
            <p:cNvSpPr/>
            <p:nvPr/>
          </p:nvSpPr>
          <p:spPr>
            <a:xfrm>
              <a:off x="2463395" y="136229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60" name="Google Shape;5560;p140"/>
            <p:cNvSpPr/>
            <p:nvPr/>
          </p:nvSpPr>
          <p:spPr>
            <a:xfrm>
              <a:off x="2806212" y="136229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61" name="Google Shape;5561;p140"/>
            <p:cNvSpPr/>
            <p:nvPr/>
          </p:nvSpPr>
          <p:spPr>
            <a:xfrm>
              <a:off x="749309" y="1611849"/>
              <a:ext cx="314700" cy="226800"/>
            </a:xfrm>
            <a:prstGeom prst="rect">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62" name="Google Shape;5562;p140"/>
            <p:cNvSpPr/>
            <p:nvPr/>
          </p:nvSpPr>
          <p:spPr>
            <a:xfrm>
              <a:off x="1092126" y="161184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63" name="Google Shape;5563;p140"/>
            <p:cNvSpPr/>
            <p:nvPr/>
          </p:nvSpPr>
          <p:spPr>
            <a:xfrm>
              <a:off x="1434943" y="161184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64" name="Google Shape;5564;p140"/>
            <p:cNvSpPr/>
            <p:nvPr/>
          </p:nvSpPr>
          <p:spPr>
            <a:xfrm>
              <a:off x="1777760" y="161184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65" name="Google Shape;5565;p140"/>
            <p:cNvSpPr/>
            <p:nvPr/>
          </p:nvSpPr>
          <p:spPr>
            <a:xfrm>
              <a:off x="2120578" y="161184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66" name="Google Shape;5566;p140"/>
            <p:cNvSpPr/>
            <p:nvPr/>
          </p:nvSpPr>
          <p:spPr>
            <a:xfrm>
              <a:off x="2463395" y="161184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67" name="Google Shape;5567;p140"/>
            <p:cNvSpPr/>
            <p:nvPr/>
          </p:nvSpPr>
          <p:spPr>
            <a:xfrm>
              <a:off x="2806212" y="1611849"/>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68" name="Google Shape;5568;p140"/>
            <p:cNvSpPr/>
            <p:nvPr/>
          </p:nvSpPr>
          <p:spPr>
            <a:xfrm>
              <a:off x="749309" y="1861404"/>
              <a:ext cx="314700" cy="226800"/>
            </a:xfrm>
            <a:prstGeom prst="rect">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69" name="Google Shape;5569;p140"/>
            <p:cNvSpPr/>
            <p:nvPr/>
          </p:nvSpPr>
          <p:spPr>
            <a:xfrm>
              <a:off x="1092126" y="186140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70" name="Google Shape;5570;p140"/>
            <p:cNvSpPr/>
            <p:nvPr/>
          </p:nvSpPr>
          <p:spPr>
            <a:xfrm>
              <a:off x="1434943" y="186140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71" name="Google Shape;5571;p140"/>
            <p:cNvSpPr/>
            <p:nvPr/>
          </p:nvSpPr>
          <p:spPr>
            <a:xfrm>
              <a:off x="1777760" y="186140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72" name="Google Shape;5572;p140"/>
            <p:cNvSpPr/>
            <p:nvPr/>
          </p:nvSpPr>
          <p:spPr>
            <a:xfrm>
              <a:off x="2120578" y="186140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73" name="Google Shape;5573;p140"/>
            <p:cNvSpPr/>
            <p:nvPr/>
          </p:nvSpPr>
          <p:spPr>
            <a:xfrm>
              <a:off x="2463395" y="186140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74" name="Google Shape;5574;p140"/>
            <p:cNvSpPr/>
            <p:nvPr/>
          </p:nvSpPr>
          <p:spPr>
            <a:xfrm>
              <a:off x="2806212" y="1861404"/>
              <a:ext cx="314700" cy="2268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sp>
          <p:nvSpPr>
            <p:cNvPr id="5575" name="Google Shape;5575;p140"/>
            <p:cNvSpPr/>
            <p:nvPr/>
          </p:nvSpPr>
          <p:spPr>
            <a:xfrm>
              <a:off x="749309" y="1112739"/>
              <a:ext cx="314700" cy="226800"/>
            </a:xfrm>
            <a:prstGeom prst="rect">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76" name="Google Shape;5576;p140"/>
            <p:cNvSpPr/>
            <p:nvPr/>
          </p:nvSpPr>
          <p:spPr>
            <a:xfrm>
              <a:off x="1434877" y="1258345"/>
              <a:ext cx="1685700" cy="78600"/>
            </a:xfrm>
            <a:prstGeom prst="rect">
              <a:avLst/>
            </a:prstGeom>
            <a:solidFill>
              <a:srgbClr val="7994A9"/>
            </a:solidFill>
            <a:ln>
              <a:noFill/>
            </a:ln>
          </p:spPr>
          <p:txBody>
            <a:bodyPr spcFirstLastPara="1" wrap="square" lIns="182850" tIns="182850" rIns="182850" bIns="182850" anchor="ctr" anchorCtr="0">
              <a:noAutofit/>
            </a:bodyPr>
            <a:lstStyle/>
            <a:p>
              <a:endParaRPr sz="3600"/>
            </a:p>
          </p:txBody>
        </p:sp>
        <p:sp>
          <p:nvSpPr>
            <p:cNvPr id="5577" name="Google Shape;5577;p140"/>
            <p:cNvSpPr/>
            <p:nvPr/>
          </p:nvSpPr>
          <p:spPr>
            <a:xfrm>
              <a:off x="1777683" y="2010641"/>
              <a:ext cx="1000200" cy="78600"/>
            </a:xfrm>
            <a:prstGeom prst="rect">
              <a:avLst/>
            </a:prstGeom>
            <a:solidFill>
              <a:srgbClr val="7994A9"/>
            </a:solidFill>
            <a:ln>
              <a:noFill/>
            </a:ln>
          </p:spPr>
          <p:txBody>
            <a:bodyPr spcFirstLastPara="1" wrap="square" lIns="182850" tIns="182850" rIns="182850" bIns="182850" anchor="ctr" anchorCtr="0">
              <a:noAutofit/>
            </a:bodyPr>
            <a:lstStyle/>
            <a:p>
              <a:endParaRPr sz="3600"/>
            </a:p>
          </p:txBody>
        </p:sp>
        <p:sp>
          <p:nvSpPr>
            <p:cNvPr id="5578" name="Google Shape;5578;p140"/>
            <p:cNvSpPr/>
            <p:nvPr/>
          </p:nvSpPr>
          <p:spPr>
            <a:xfrm>
              <a:off x="1092070" y="1759876"/>
              <a:ext cx="657600" cy="78600"/>
            </a:xfrm>
            <a:prstGeom prst="rect">
              <a:avLst/>
            </a:prstGeom>
            <a:solidFill>
              <a:srgbClr val="7994A9"/>
            </a:solidFill>
            <a:ln>
              <a:noFill/>
            </a:ln>
          </p:spPr>
          <p:txBody>
            <a:bodyPr spcFirstLastPara="1" wrap="square" lIns="182850" tIns="182850" rIns="182850" bIns="182850" anchor="ctr" anchorCtr="0">
              <a:noAutofit/>
            </a:bodyPr>
            <a:lstStyle/>
            <a:p>
              <a:endParaRPr sz="3600"/>
            </a:p>
          </p:txBody>
        </p:sp>
        <p:sp>
          <p:nvSpPr>
            <p:cNvPr id="5579" name="Google Shape;5579;p140"/>
            <p:cNvSpPr/>
            <p:nvPr/>
          </p:nvSpPr>
          <p:spPr>
            <a:xfrm>
              <a:off x="2463277" y="1759876"/>
              <a:ext cx="657600" cy="78600"/>
            </a:xfrm>
            <a:prstGeom prst="rect">
              <a:avLst/>
            </a:prstGeom>
            <a:solidFill>
              <a:srgbClr val="7994A9"/>
            </a:solidFill>
            <a:ln>
              <a:noFill/>
            </a:ln>
          </p:spPr>
          <p:txBody>
            <a:bodyPr spcFirstLastPara="1" wrap="square" lIns="182850" tIns="182850" rIns="182850" bIns="182850" anchor="ctr" anchorCtr="0">
              <a:noAutofit/>
            </a:bodyPr>
            <a:lstStyle/>
            <a:p>
              <a:endParaRPr sz="3600"/>
            </a:p>
          </p:txBody>
        </p:sp>
      </p:grpSp>
      <p:graphicFrame>
        <p:nvGraphicFramePr>
          <p:cNvPr id="5580" name="Google Shape;5580;p140"/>
          <p:cNvGraphicFramePr/>
          <p:nvPr/>
        </p:nvGraphicFramePr>
        <p:xfrm>
          <a:off x="11899400" y="2377900"/>
          <a:ext cx="6000000" cy="6000000"/>
        </p:xfrm>
        <a:graphic>
          <a:graphicData uri="http://schemas.openxmlformats.org/drawingml/2006/table">
            <a:tbl>
              <a:tblPr>
                <a:noFill/>
              </a:tblPr>
              <a:tblGrid>
                <a:gridCol w="1245650">
                  <a:extLst>
                    <a:ext uri="{9D8B030D-6E8A-4147-A177-3AD203B41FA5}">
                      <a16:colId xmlns:a16="http://schemas.microsoft.com/office/drawing/2014/main" val="20000"/>
                    </a:ext>
                  </a:extLst>
                </a:gridCol>
                <a:gridCol w="1245650">
                  <a:extLst>
                    <a:ext uri="{9D8B030D-6E8A-4147-A177-3AD203B41FA5}">
                      <a16:colId xmlns:a16="http://schemas.microsoft.com/office/drawing/2014/main" val="20001"/>
                    </a:ext>
                  </a:extLst>
                </a:gridCol>
                <a:gridCol w="1245650">
                  <a:extLst>
                    <a:ext uri="{9D8B030D-6E8A-4147-A177-3AD203B41FA5}">
                      <a16:colId xmlns:a16="http://schemas.microsoft.com/office/drawing/2014/main" val="20002"/>
                    </a:ext>
                  </a:extLst>
                </a:gridCol>
                <a:gridCol w="1245650">
                  <a:extLst>
                    <a:ext uri="{9D8B030D-6E8A-4147-A177-3AD203B41FA5}">
                      <a16:colId xmlns:a16="http://schemas.microsoft.com/office/drawing/2014/main" val="20003"/>
                    </a:ext>
                  </a:extLst>
                </a:gridCol>
              </a:tblGrid>
              <a:tr h="650950">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650950">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650950">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5581" name="Google Shape;5581;p140"/>
          <p:cNvGraphicFramePr/>
          <p:nvPr/>
        </p:nvGraphicFramePr>
        <p:xfrm>
          <a:off x="6712826" y="4646200"/>
          <a:ext cx="6000000" cy="6000000"/>
        </p:xfrm>
        <a:graphic>
          <a:graphicData uri="http://schemas.openxmlformats.org/drawingml/2006/table">
            <a:tbl>
              <a:tblPr>
                <a:noFill/>
              </a:tblPr>
              <a:tblGrid>
                <a:gridCol w="1181700">
                  <a:extLst>
                    <a:ext uri="{9D8B030D-6E8A-4147-A177-3AD203B41FA5}">
                      <a16:colId xmlns:a16="http://schemas.microsoft.com/office/drawing/2014/main" val="20000"/>
                    </a:ext>
                  </a:extLst>
                </a:gridCol>
                <a:gridCol w="1181700">
                  <a:extLst>
                    <a:ext uri="{9D8B030D-6E8A-4147-A177-3AD203B41FA5}">
                      <a16:colId xmlns:a16="http://schemas.microsoft.com/office/drawing/2014/main" val="20001"/>
                    </a:ext>
                  </a:extLst>
                </a:gridCol>
                <a:gridCol w="1181700">
                  <a:extLst>
                    <a:ext uri="{9D8B030D-6E8A-4147-A177-3AD203B41FA5}">
                      <a16:colId xmlns:a16="http://schemas.microsoft.com/office/drawing/2014/main" val="20002"/>
                    </a:ext>
                  </a:extLst>
                </a:gridCol>
                <a:gridCol w="1181700">
                  <a:extLst>
                    <a:ext uri="{9D8B030D-6E8A-4147-A177-3AD203B41FA5}">
                      <a16:colId xmlns:a16="http://schemas.microsoft.com/office/drawing/2014/main" val="20003"/>
                    </a:ext>
                  </a:extLst>
                </a:gridCol>
              </a:tblGrid>
              <a:tr h="579050">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579050">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579050">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400"/>
                    </a:p>
                  </a:txBody>
                  <a:tcPr marL="182850" marR="182850" marT="182850" marB="182850">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582" name="Google Shape;5582;p140"/>
          <p:cNvGrpSpPr/>
          <p:nvPr/>
        </p:nvGrpSpPr>
        <p:grpSpPr>
          <a:xfrm>
            <a:off x="8200684" y="5419486"/>
            <a:ext cx="3034872" cy="148920"/>
            <a:chOff x="3980086" y="2804397"/>
            <a:chExt cx="1227600" cy="66900"/>
          </a:xfrm>
        </p:grpSpPr>
        <p:sp>
          <p:nvSpPr>
            <p:cNvPr id="5583" name="Google Shape;5583;p14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182850" tIns="182850" rIns="182850" bIns="182850" anchor="ctr" anchorCtr="0">
              <a:noAutofit/>
            </a:bodyPr>
            <a:lstStyle/>
            <a:p>
              <a:endParaRPr sz="3600"/>
            </a:p>
          </p:txBody>
        </p:sp>
        <p:sp>
          <p:nvSpPr>
            <p:cNvPr id="5584" name="Google Shape;5584;p14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182850" tIns="182850" rIns="182850" bIns="182850" anchor="ctr" anchorCtr="0">
              <a:noAutofit/>
            </a:bodyPr>
            <a:lstStyle/>
            <a:p>
              <a:endParaRPr sz="3600"/>
            </a:p>
          </p:txBody>
        </p:sp>
      </p:grpSp>
      <p:grpSp>
        <p:nvGrpSpPr>
          <p:cNvPr id="5585" name="Google Shape;5585;p140"/>
          <p:cNvGrpSpPr/>
          <p:nvPr/>
        </p:nvGrpSpPr>
        <p:grpSpPr>
          <a:xfrm>
            <a:off x="9450812" y="6004660"/>
            <a:ext cx="1785912" cy="148920"/>
            <a:chOff x="3980086" y="2804397"/>
            <a:chExt cx="1227600" cy="66900"/>
          </a:xfrm>
        </p:grpSpPr>
        <p:sp>
          <p:nvSpPr>
            <p:cNvPr id="5586" name="Google Shape;5586;p14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182850" tIns="182850" rIns="182850" bIns="182850" anchor="ctr" anchorCtr="0">
              <a:noAutofit/>
            </a:bodyPr>
            <a:lstStyle/>
            <a:p>
              <a:endParaRPr sz="3600"/>
            </a:p>
          </p:txBody>
        </p:sp>
        <p:sp>
          <p:nvSpPr>
            <p:cNvPr id="5587" name="Google Shape;5587;p14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182850" tIns="182850" rIns="182850" bIns="182850" anchor="ctr" anchorCtr="0">
              <a:noAutofit/>
            </a:bodyPr>
            <a:lstStyle/>
            <a:p>
              <a:endParaRPr sz="3600"/>
            </a:p>
          </p:txBody>
        </p:sp>
      </p:grpSp>
      <p:grpSp>
        <p:nvGrpSpPr>
          <p:cNvPr id="5588" name="Google Shape;5588;p140"/>
          <p:cNvGrpSpPr/>
          <p:nvPr/>
        </p:nvGrpSpPr>
        <p:grpSpPr>
          <a:xfrm>
            <a:off x="6716996" y="6722427"/>
            <a:ext cx="4726488" cy="2011886"/>
            <a:chOff x="3358415" y="3361302"/>
            <a:chExt cx="2363244" cy="1024695"/>
          </a:xfrm>
        </p:grpSpPr>
        <p:grpSp>
          <p:nvGrpSpPr>
            <p:cNvPr id="5589" name="Google Shape;5589;p140"/>
            <p:cNvGrpSpPr/>
            <p:nvPr/>
          </p:nvGrpSpPr>
          <p:grpSpPr>
            <a:xfrm>
              <a:off x="3358415" y="3361302"/>
              <a:ext cx="441300" cy="1024695"/>
              <a:chOff x="3358415" y="3361302"/>
              <a:chExt cx="441300" cy="1024695"/>
            </a:xfrm>
          </p:grpSpPr>
          <p:sp>
            <p:nvSpPr>
              <p:cNvPr id="5590" name="Google Shape;5590;p140"/>
              <p:cNvSpPr/>
              <p:nvPr/>
            </p:nvSpPr>
            <p:spPr>
              <a:xfrm>
                <a:off x="3358415" y="3361302"/>
                <a:ext cx="441300" cy="136500"/>
              </a:xfrm>
              <a:prstGeom prst="flowChartAlternateProcess">
                <a:avLst/>
              </a:prstGeom>
              <a:solidFill>
                <a:srgbClr val="7994A9"/>
              </a:solidFill>
              <a:ln>
                <a:noFill/>
              </a:ln>
            </p:spPr>
            <p:txBody>
              <a:bodyPr spcFirstLastPara="1" wrap="square" lIns="182850" tIns="182850" rIns="182850" bIns="182850" anchor="ctr" anchorCtr="0">
                <a:noAutofit/>
              </a:bodyPr>
              <a:lstStyle/>
              <a:p>
                <a:endParaRPr sz="3600"/>
              </a:p>
            </p:txBody>
          </p:sp>
          <p:sp>
            <p:nvSpPr>
              <p:cNvPr id="5591" name="Google Shape;5591;p140"/>
              <p:cNvSpPr/>
              <p:nvPr/>
            </p:nvSpPr>
            <p:spPr>
              <a:xfrm>
                <a:off x="3358415" y="353894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92" name="Google Shape;5592;p140"/>
              <p:cNvSpPr/>
              <p:nvPr/>
            </p:nvSpPr>
            <p:spPr>
              <a:xfrm>
                <a:off x="3358415" y="3716591"/>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93" name="Google Shape;5593;p140"/>
              <p:cNvSpPr/>
              <p:nvPr/>
            </p:nvSpPr>
            <p:spPr>
              <a:xfrm>
                <a:off x="3358415" y="389423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94" name="Google Shape;5594;p140"/>
              <p:cNvSpPr/>
              <p:nvPr/>
            </p:nvSpPr>
            <p:spPr>
              <a:xfrm>
                <a:off x="3358415" y="407186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95" name="Google Shape;5595;p140"/>
              <p:cNvSpPr/>
              <p:nvPr/>
            </p:nvSpPr>
            <p:spPr>
              <a:xfrm>
                <a:off x="3358415" y="424949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596" name="Google Shape;5596;p140"/>
            <p:cNvGrpSpPr/>
            <p:nvPr/>
          </p:nvGrpSpPr>
          <p:grpSpPr>
            <a:xfrm>
              <a:off x="3838901" y="3361302"/>
              <a:ext cx="441300" cy="1024695"/>
              <a:chOff x="3838901" y="3361302"/>
              <a:chExt cx="441300" cy="1024695"/>
            </a:xfrm>
          </p:grpSpPr>
          <p:sp>
            <p:nvSpPr>
              <p:cNvPr id="5597" name="Google Shape;5597;p140"/>
              <p:cNvSpPr/>
              <p:nvPr/>
            </p:nvSpPr>
            <p:spPr>
              <a:xfrm>
                <a:off x="3838901" y="3361302"/>
                <a:ext cx="441300" cy="136500"/>
              </a:xfrm>
              <a:prstGeom prst="flowChartAlternateProcess">
                <a:avLst/>
              </a:prstGeom>
              <a:solidFill>
                <a:srgbClr val="7994A9"/>
              </a:solidFill>
              <a:ln>
                <a:noFill/>
              </a:ln>
            </p:spPr>
            <p:txBody>
              <a:bodyPr spcFirstLastPara="1" wrap="square" lIns="182850" tIns="182850" rIns="182850" bIns="182850" anchor="ctr" anchorCtr="0">
                <a:noAutofit/>
              </a:bodyPr>
              <a:lstStyle/>
              <a:p>
                <a:endParaRPr sz="3600"/>
              </a:p>
            </p:txBody>
          </p:sp>
          <p:sp>
            <p:nvSpPr>
              <p:cNvPr id="5598" name="Google Shape;5598;p140"/>
              <p:cNvSpPr/>
              <p:nvPr/>
            </p:nvSpPr>
            <p:spPr>
              <a:xfrm>
                <a:off x="3838901" y="353894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599" name="Google Shape;5599;p140"/>
              <p:cNvSpPr/>
              <p:nvPr/>
            </p:nvSpPr>
            <p:spPr>
              <a:xfrm>
                <a:off x="3838901" y="3716591"/>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00" name="Google Shape;5600;p140"/>
              <p:cNvSpPr/>
              <p:nvPr/>
            </p:nvSpPr>
            <p:spPr>
              <a:xfrm>
                <a:off x="3838901" y="389423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01" name="Google Shape;5601;p140"/>
              <p:cNvSpPr/>
              <p:nvPr/>
            </p:nvSpPr>
            <p:spPr>
              <a:xfrm>
                <a:off x="3838901" y="407186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02" name="Google Shape;5602;p140"/>
              <p:cNvSpPr/>
              <p:nvPr/>
            </p:nvSpPr>
            <p:spPr>
              <a:xfrm>
                <a:off x="3838901" y="424949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03" name="Google Shape;5603;p140"/>
            <p:cNvGrpSpPr/>
            <p:nvPr/>
          </p:nvGrpSpPr>
          <p:grpSpPr>
            <a:xfrm>
              <a:off x="4319387" y="3361302"/>
              <a:ext cx="441300" cy="1024695"/>
              <a:chOff x="4319387" y="3361302"/>
              <a:chExt cx="441300" cy="1024695"/>
            </a:xfrm>
          </p:grpSpPr>
          <p:sp>
            <p:nvSpPr>
              <p:cNvPr id="5604" name="Google Shape;5604;p140"/>
              <p:cNvSpPr/>
              <p:nvPr/>
            </p:nvSpPr>
            <p:spPr>
              <a:xfrm>
                <a:off x="4319387" y="3361302"/>
                <a:ext cx="441300" cy="136500"/>
              </a:xfrm>
              <a:prstGeom prst="flowChartAlternateProcess">
                <a:avLst/>
              </a:prstGeom>
              <a:solidFill>
                <a:srgbClr val="7994A9"/>
              </a:solidFill>
              <a:ln>
                <a:noFill/>
              </a:ln>
            </p:spPr>
            <p:txBody>
              <a:bodyPr spcFirstLastPara="1" wrap="square" lIns="182850" tIns="182850" rIns="182850" bIns="182850" anchor="ctr" anchorCtr="0">
                <a:noAutofit/>
              </a:bodyPr>
              <a:lstStyle/>
              <a:p>
                <a:endParaRPr sz="3600"/>
              </a:p>
            </p:txBody>
          </p:sp>
          <p:sp>
            <p:nvSpPr>
              <p:cNvPr id="5605" name="Google Shape;5605;p140"/>
              <p:cNvSpPr/>
              <p:nvPr/>
            </p:nvSpPr>
            <p:spPr>
              <a:xfrm>
                <a:off x="4319387" y="353894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06" name="Google Shape;5606;p140"/>
              <p:cNvSpPr/>
              <p:nvPr/>
            </p:nvSpPr>
            <p:spPr>
              <a:xfrm>
                <a:off x="4319387" y="3716591"/>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07" name="Google Shape;5607;p140"/>
              <p:cNvSpPr/>
              <p:nvPr/>
            </p:nvSpPr>
            <p:spPr>
              <a:xfrm>
                <a:off x="4319387" y="389423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08" name="Google Shape;5608;p140"/>
              <p:cNvSpPr/>
              <p:nvPr/>
            </p:nvSpPr>
            <p:spPr>
              <a:xfrm>
                <a:off x="4319387" y="407186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09" name="Google Shape;5609;p140"/>
              <p:cNvSpPr/>
              <p:nvPr/>
            </p:nvSpPr>
            <p:spPr>
              <a:xfrm>
                <a:off x="4319387" y="424949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10" name="Google Shape;5610;p140"/>
            <p:cNvGrpSpPr/>
            <p:nvPr/>
          </p:nvGrpSpPr>
          <p:grpSpPr>
            <a:xfrm>
              <a:off x="4799873" y="3361302"/>
              <a:ext cx="441300" cy="1024695"/>
              <a:chOff x="4799873" y="3361302"/>
              <a:chExt cx="441300" cy="1024695"/>
            </a:xfrm>
          </p:grpSpPr>
          <p:sp>
            <p:nvSpPr>
              <p:cNvPr id="5611" name="Google Shape;5611;p140"/>
              <p:cNvSpPr/>
              <p:nvPr/>
            </p:nvSpPr>
            <p:spPr>
              <a:xfrm>
                <a:off x="4799873" y="3361302"/>
                <a:ext cx="441300" cy="136500"/>
              </a:xfrm>
              <a:prstGeom prst="flowChartAlternateProcess">
                <a:avLst/>
              </a:prstGeom>
              <a:solidFill>
                <a:srgbClr val="7994A9"/>
              </a:solidFill>
              <a:ln>
                <a:noFill/>
              </a:ln>
            </p:spPr>
            <p:txBody>
              <a:bodyPr spcFirstLastPara="1" wrap="square" lIns="182850" tIns="182850" rIns="182850" bIns="182850" anchor="ctr" anchorCtr="0">
                <a:noAutofit/>
              </a:bodyPr>
              <a:lstStyle/>
              <a:p>
                <a:endParaRPr sz="3600"/>
              </a:p>
            </p:txBody>
          </p:sp>
          <p:sp>
            <p:nvSpPr>
              <p:cNvPr id="5612" name="Google Shape;5612;p140"/>
              <p:cNvSpPr/>
              <p:nvPr/>
            </p:nvSpPr>
            <p:spPr>
              <a:xfrm>
                <a:off x="4799873" y="353894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13" name="Google Shape;5613;p140"/>
              <p:cNvSpPr/>
              <p:nvPr/>
            </p:nvSpPr>
            <p:spPr>
              <a:xfrm>
                <a:off x="4799873" y="3716591"/>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14" name="Google Shape;5614;p140"/>
              <p:cNvSpPr/>
              <p:nvPr/>
            </p:nvSpPr>
            <p:spPr>
              <a:xfrm>
                <a:off x="4799873" y="389423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15" name="Google Shape;5615;p140"/>
              <p:cNvSpPr/>
              <p:nvPr/>
            </p:nvSpPr>
            <p:spPr>
              <a:xfrm>
                <a:off x="4799873" y="407186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16" name="Google Shape;5616;p140"/>
              <p:cNvSpPr/>
              <p:nvPr/>
            </p:nvSpPr>
            <p:spPr>
              <a:xfrm>
                <a:off x="4799873" y="424949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17" name="Google Shape;5617;p140"/>
            <p:cNvGrpSpPr/>
            <p:nvPr/>
          </p:nvGrpSpPr>
          <p:grpSpPr>
            <a:xfrm>
              <a:off x="5280360" y="3361302"/>
              <a:ext cx="441300" cy="1024695"/>
              <a:chOff x="5280360" y="3361302"/>
              <a:chExt cx="441300" cy="1024695"/>
            </a:xfrm>
          </p:grpSpPr>
          <p:sp>
            <p:nvSpPr>
              <p:cNvPr id="5618" name="Google Shape;5618;p140"/>
              <p:cNvSpPr/>
              <p:nvPr/>
            </p:nvSpPr>
            <p:spPr>
              <a:xfrm>
                <a:off x="5280360" y="3361302"/>
                <a:ext cx="441300" cy="136500"/>
              </a:xfrm>
              <a:prstGeom prst="flowChartAlternateProcess">
                <a:avLst/>
              </a:prstGeom>
              <a:solidFill>
                <a:srgbClr val="7994A9"/>
              </a:solidFill>
              <a:ln>
                <a:noFill/>
              </a:ln>
            </p:spPr>
            <p:txBody>
              <a:bodyPr spcFirstLastPara="1" wrap="square" lIns="182850" tIns="182850" rIns="182850" bIns="182850" anchor="ctr" anchorCtr="0">
                <a:noAutofit/>
              </a:bodyPr>
              <a:lstStyle/>
              <a:p>
                <a:endParaRPr sz="3600"/>
              </a:p>
            </p:txBody>
          </p:sp>
          <p:sp>
            <p:nvSpPr>
              <p:cNvPr id="5619" name="Google Shape;5619;p140"/>
              <p:cNvSpPr/>
              <p:nvPr/>
            </p:nvSpPr>
            <p:spPr>
              <a:xfrm>
                <a:off x="5280360" y="353894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20" name="Google Shape;5620;p140"/>
              <p:cNvSpPr/>
              <p:nvPr/>
            </p:nvSpPr>
            <p:spPr>
              <a:xfrm>
                <a:off x="5280360" y="3716591"/>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21" name="Google Shape;5621;p140"/>
              <p:cNvSpPr/>
              <p:nvPr/>
            </p:nvSpPr>
            <p:spPr>
              <a:xfrm>
                <a:off x="5280360" y="389423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22" name="Google Shape;5622;p140"/>
              <p:cNvSpPr/>
              <p:nvPr/>
            </p:nvSpPr>
            <p:spPr>
              <a:xfrm>
                <a:off x="5280360" y="4071866"/>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sp>
            <p:nvSpPr>
              <p:cNvPr id="5623" name="Google Shape;5623;p140"/>
              <p:cNvSpPr/>
              <p:nvPr/>
            </p:nvSpPr>
            <p:spPr>
              <a:xfrm>
                <a:off x="5280360" y="4249497"/>
                <a:ext cx="441300" cy="136500"/>
              </a:xfrm>
              <a:prstGeom prst="flowChartAlternateProcess">
                <a:avLst/>
              </a:prstGeom>
              <a:solidFill>
                <a:srgbClr val="E3E9ED"/>
              </a:solidFill>
              <a:ln>
                <a:noFill/>
              </a:ln>
            </p:spPr>
            <p:txBody>
              <a:bodyPr spcFirstLastPara="1" wrap="square" lIns="182850" tIns="182850" rIns="182850" bIns="182850" anchor="ctr" anchorCtr="0">
                <a:noAutofit/>
              </a:bodyPr>
              <a:lstStyle/>
              <a:p>
                <a:endParaRPr sz="3600"/>
              </a:p>
            </p:txBody>
          </p:sp>
        </p:grpSp>
      </p:grpSp>
      <p:graphicFrame>
        <p:nvGraphicFramePr>
          <p:cNvPr id="5624" name="Google Shape;5624;p140"/>
          <p:cNvGraphicFramePr/>
          <p:nvPr/>
        </p:nvGraphicFramePr>
        <p:xfrm>
          <a:off x="1449850" y="4646200"/>
          <a:ext cx="6000000" cy="6000000"/>
        </p:xfrm>
        <a:graphic>
          <a:graphicData uri="http://schemas.openxmlformats.org/drawingml/2006/table">
            <a:tbl>
              <a:tblPr>
                <a:noFill/>
              </a:tblPr>
              <a:tblGrid>
                <a:gridCol w="1201800">
                  <a:extLst>
                    <a:ext uri="{9D8B030D-6E8A-4147-A177-3AD203B41FA5}">
                      <a16:colId xmlns:a16="http://schemas.microsoft.com/office/drawing/2014/main" val="20000"/>
                    </a:ext>
                  </a:extLst>
                </a:gridCol>
                <a:gridCol w="1201800">
                  <a:extLst>
                    <a:ext uri="{9D8B030D-6E8A-4147-A177-3AD203B41FA5}">
                      <a16:colId xmlns:a16="http://schemas.microsoft.com/office/drawing/2014/main" val="20001"/>
                    </a:ext>
                  </a:extLst>
                </a:gridCol>
                <a:gridCol w="1201800">
                  <a:extLst>
                    <a:ext uri="{9D8B030D-6E8A-4147-A177-3AD203B41FA5}">
                      <a16:colId xmlns:a16="http://schemas.microsoft.com/office/drawing/2014/main" val="20002"/>
                    </a:ext>
                  </a:extLst>
                </a:gridCol>
                <a:gridCol w="1201800">
                  <a:extLst>
                    <a:ext uri="{9D8B030D-6E8A-4147-A177-3AD203B41FA5}">
                      <a16:colId xmlns:a16="http://schemas.microsoft.com/office/drawing/2014/main" val="20003"/>
                    </a:ext>
                  </a:extLst>
                </a:gridCol>
              </a:tblGrid>
              <a:tr h="587600">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587600">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587600">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400"/>
                    </a:p>
                  </a:txBody>
                  <a:tcPr marL="182850" marR="182850" marT="182850" marB="182850">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625" name="Google Shape;5625;p140"/>
          <p:cNvGrpSpPr/>
          <p:nvPr/>
        </p:nvGrpSpPr>
        <p:grpSpPr>
          <a:xfrm>
            <a:off x="1452900" y="6745650"/>
            <a:ext cx="4807228" cy="2011800"/>
            <a:chOff x="726450" y="3372825"/>
            <a:chExt cx="2403614" cy="1005900"/>
          </a:xfrm>
        </p:grpSpPr>
        <p:grpSp>
          <p:nvGrpSpPr>
            <p:cNvPr id="5626" name="Google Shape;5626;p140"/>
            <p:cNvGrpSpPr/>
            <p:nvPr/>
          </p:nvGrpSpPr>
          <p:grpSpPr>
            <a:xfrm>
              <a:off x="726450" y="3696000"/>
              <a:ext cx="2403614" cy="500898"/>
              <a:chOff x="726450" y="3696000"/>
              <a:chExt cx="2403614" cy="500898"/>
            </a:xfrm>
          </p:grpSpPr>
          <p:sp>
            <p:nvSpPr>
              <p:cNvPr id="5627" name="Google Shape;5627;p140"/>
              <p:cNvSpPr/>
              <p:nvPr/>
            </p:nvSpPr>
            <p:spPr>
              <a:xfrm>
                <a:off x="726450" y="3696000"/>
                <a:ext cx="2403600" cy="167100"/>
              </a:xfrm>
              <a:prstGeom prst="rect">
                <a:avLst/>
              </a:prstGeom>
              <a:solidFill>
                <a:srgbClr val="869FB1"/>
              </a:solidFill>
              <a:ln>
                <a:noFill/>
              </a:ln>
            </p:spPr>
            <p:txBody>
              <a:bodyPr spcFirstLastPara="1" wrap="square" lIns="182850" tIns="182850" rIns="182850" bIns="182850" anchor="ctr" anchorCtr="0">
                <a:noAutofit/>
              </a:bodyPr>
              <a:lstStyle/>
              <a:p>
                <a:endParaRPr sz="400"/>
              </a:p>
            </p:txBody>
          </p:sp>
          <p:sp>
            <p:nvSpPr>
              <p:cNvPr id="5628" name="Google Shape;5628;p140"/>
              <p:cNvSpPr/>
              <p:nvPr/>
            </p:nvSpPr>
            <p:spPr>
              <a:xfrm>
                <a:off x="726464" y="4029798"/>
                <a:ext cx="2403600" cy="167100"/>
              </a:xfrm>
              <a:prstGeom prst="rect">
                <a:avLst/>
              </a:prstGeom>
              <a:solidFill>
                <a:srgbClr val="869FB1"/>
              </a:solidFill>
              <a:ln>
                <a:noFill/>
              </a:ln>
            </p:spPr>
            <p:txBody>
              <a:bodyPr spcFirstLastPara="1" wrap="square" lIns="182850" tIns="182850" rIns="182850" bIns="182850" anchor="ctr" anchorCtr="0">
                <a:noAutofit/>
              </a:bodyPr>
              <a:lstStyle/>
              <a:p>
                <a:endParaRPr sz="400"/>
              </a:p>
            </p:txBody>
          </p:sp>
        </p:grpSp>
        <p:grpSp>
          <p:nvGrpSpPr>
            <p:cNvPr id="5629" name="Google Shape;5629;p140"/>
            <p:cNvGrpSpPr/>
            <p:nvPr/>
          </p:nvGrpSpPr>
          <p:grpSpPr>
            <a:xfrm>
              <a:off x="1348050" y="3372825"/>
              <a:ext cx="1720425" cy="1005900"/>
              <a:chOff x="1348050" y="3372825"/>
              <a:chExt cx="1720425" cy="1005900"/>
            </a:xfrm>
          </p:grpSpPr>
          <p:sp>
            <p:nvSpPr>
              <p:cNvPr id="5630" name="Google Shape;5630;p140"/>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182850" tIns="182850" rIns="182850" bIns="182850" anchor="ctr" anchorCtr="0">
                <a:noAutofit/>
              </a:bodyPr>
              <a:lstStyle/>
              <a:p>
                <a:endParaRPr sz="400"/>
              </a:p>
            </p:txBody>
          </p:sp>
          <p:sp>
            <p:nvSpPr>
              <p:cNvPr id="5631" name="Google Shape;5631;p140"/>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182850" tIns="182850" rIns="182850" bIns="182850" anchor="ctr" anchorCtr="0">
                <a:noAutofit/>
              </a:bodyPr>
              <a:lstStyle/>
              <a:p>
                <a:endParaRPr sz="400"/>
              </a:p>
            </p:txBody>
          </p:sp>
          <p:sp>
            <p:nvSpPr>
              <p:cNvPr id="5632" name="Google Shape;5632;p140"/>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182850" tIns="182850" rIns="182850" bIns="182850" anchor="ctr" anchorCtr="0">
                <a:noAutofit/>
              </a:bodyPr>
              <a:lstStyle/>
              <a:p>
                <a:endParaRPr sz="400"/>
              </a:p>
            </p:txBody>
          </p:sp>
          <p:sp>
            <p:nvSpPr>
              <p:cNvPr id="5633" name="Google Shape;5633;p140"/>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182850" tIns="182850" rIns="182850" bIns="182850" anchor="ctr" anchorCtr="0">
                <a:noAutofit/>
              </a:bodyPr>
              <a:lstStyle/>
              <a:p>
                <a:endParaRPr sz="400"/>
              </a:p>
            </p:txBody>
          </p:sp>
          <p:sp>
            <p:nvSpPr>
              <p:cNvPr id="5634" name="Google Shape;5634;p140"/>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182850" tIns="182850" rIns="182850" bIns="182850" anchor="ctr" anchorCtr="0">
                <a:noAutofit/>
              </a:bodyPr>
              <a:lstStyle/>
              <a:p>
                <a:endParaRPr sz="400"/>
              </a:p>
            </p:txBody>
          </p:sp>
        </p:grpSp>
        <p:grpSp>
          <p:nvGrpSpPr>
            <p:cNvPr id="5635" name="Google Shape;5635;p140"/>
            <p:cNvGrpSpPr/>
            <p:nvPr/>
          </p:nvGrpSpPr>
          <p:grpSpPr>
            <a:xfrm>
              <a:off x="1455707" y="3731058"/>
              <a:ext cx="1491150" cy="417657"/>
              <a:chOff x="1455707" y="3731058"/>
              <a:chExt cx="1491150" cy="417657"/>
            </a:xfrm>
          </p:grpSpPr>
          <p:grpSp>
            <p:nvGrpSpPr>
              <p:cNvPr id="5636" name="Google Shape;5636;p140"/>
              <p:cNvGrpSpPr/>
              <p:nvPr/>
            </p:nvGrpSpPr>
            <p:grpSpPr>
              <a:xfrm>
                <a:off x="1472938" y="3745828"/>
                <a:ext cx="72126" cy="53788"/>
                <a:chOff x="1472938" y="3745828"/>
                <a:chExt cx="72126" cy="53788"/>
              </a:xfrm>
            </p:grpSpPr>
            <p:sp>
              <p:nvSpPr>
                <p:cNvPr id="5637" name="Google Shape;5637;p140"/>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38" name="Google Shape;5638;p140"/>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39" name="Google Shape;5639;p140"/>
              <p:cNvGrpSpPr/>
              <p:nvPr/>
            </p:nvGrpSpPr>
            <p:grpSpPr>
              <a:xfrm>
                <a:off x="1819181" y="4089633"/>
                <a:ext cx="72126" cy="53788"/>
                <a:chOff x="1819181" y="4089633"/>
                <a:chExt cx="72126" cy="53788"/>
              </a:xfrm>
            </p:grpSpPr>
            <p:sp>
              <p:nvSpPr>
                <p:cNvPr id="5640" name="Google Shape;5640;p140"/>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41" name="Google Shape;5641;p140"/>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42" name="Google Shape;5642;p140"/>
              <p:cNvGrpSpPr/>
              <p:nvPr/>
            </p:nvGrpSpPr>
            <p:grpSpPr>
              <a:xfrm>
                <a:off x="1455707" y="4084171"/>
                <a:ext cx="64321" cy="64544"/>
                <a:chOff x="1455707" y="4084171"/>
                <a:chExt cx="64321" cy="64544"/>
              </a:xfrm>
            </p:grpSpPr>
            <p:sp>
              <p:nvSpPr>
                <p:cNvPr id="5643" name="Google Shape;5643;p140"/>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44" name="Google Shape;5644;p140"/>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45" name="Google Shape;5645;p140"/>
              <p:cNvGrpSpPr/>
              <p:nvPr/>
            </p:nvGrpSpPr>
            <p:grpSpPr>
              <a:xfrm>
                <a:off x="1818610" y="3731058"/>
                <a:ext cx="64321" cy="64544"/>
                <a:chOff x="1818610" y="3731058"/>
                <a:chExt cx="64321" cy="64544"/>
              </a:xfrm>
            </p:grpSpPr>
            <p:sp>
              <p:nvSpPr>
                <p:cNvPr id="5646" name="Google Shape;5646;p140"/>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47" name="Google Shape;5647;p140"/>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48" name="Google Shape;5648;p140"/>
              <p:cNvGrpSpPr/>
              <p:nvPr/>
            </p:nvGrpSpPr>
            <p:grpSpPr>
              <a:xfrm>
                <a:off x="2172491" y="4089633"/>
                <a:ext cx="72126" cy="53788"/>
                <a:chOff x="2172491" y="4089633"/>
                <a:chExt cx="72126" cy="53788"/>
              </a:xfrm>
            </p:grpSpPr>
            <p:sp>
              <p:nvSpPr>
                <p:cNvPr id="5649" name="Google Shape;5649;p140"/>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50" name="Google Shape;5650;p140"/>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51" name="Google Shape;5651;p140"/>
              <p:cNvGrpSpPr/>
              <p:nvPr/>
            </p:nvGrpSpPr>
            <p:grpSpPr>
              <a:xfrm>
                <a:off x="2171920" y="3731058"/>
                <a:ext cx="64321" cy="64544"/>
                <a:chOff x="2171920" y="3731058"/>
                <a:chExt cx="64321" cy="64544"/>
              </a:xfrm>
            </p:grpSpPr>
            <p:sp>
              <p:nvSpPr>
                <p:cNvPr id="5652" name="Google Shape;5652;p140"/>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53" name="Google Shape;5653;p140"/>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54" name="Google Shape;5654;p140"/>
              <p:cNvGrpSpPr/>
              <p:nvPr/>
            </p:nvGrpSpPr>
            <p:grpSpPr>
              <a:xfrm>
                <a:off x="2874730" y="3745828"/>
                <a:ext cx="72126" cy="53788"/>
                <a:chOff x="2874730" y="3745828"/>
                <a:chExt cx="72126" cy="53788"/>
              </a:xfrm>
            </p:grpSpPr>
            <p:sp>
              <p:nvSpPr>
                <p:cNvPr id="5655" name="Google Shape;5655;p140"/>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56" name="Google Shape;5656;p140"/>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57" name="Google Shape;5657;p140"/>
              <p:cNvGrpSpPr/>
              <p:nvPr/>
            </p:nvGrpSpPr>
            <p:grpSpPr>
              <a:xfrm>
                <a:off x="2878589" y="4081481"/>
                <a:ext cx="64321" cy="64544"/>
                <a:chOff x="2878589" y="4081481"/>
                <a:chExt cx="64321" cy="64544"/>
              </a:xfrm>
            </p:grpSpPr>
            <p:sp>
              <p:nvSpPr>
                <p:cNvPr id="5658" name="Google Shape;5658;p140"/>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59" name="Google Shape;5659;p140"/>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60" name="Google Shape;5660;p140"/>
              <p:cNvGrpSpPr/>
              <p:nvPr/>
            </p:nvGrpSpPr>
            <p:grpSpPr>
              <a:xfrm>
                <a:off x="2525796" y="4089633"/>
                <a:ext cx="72126" cy="53788"/>
                <a:chOff x="2525796" y="4089633"/>
                <a:chExt cx="72126" cy="53788"/>
              </a:xfrm>
            </p:grpSpPr>
            <p:sp>
              <p:nvSpPr>
                <p:cNvPr id="5661" name="Google Shape;5661;p140"/>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62" name="Google Shape;5662;p140"/>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63" name="Google Shape;5663;p140"/>
              <p:cNvGrpSpPr/>
              <p:nvPr/>
            </p:nvGrpSpPr>
            <p:grpSpPr>
              <a:xfrm>
                <a:off x="2525225" y="3731058"/>
                <a:ext cx="64321" cy="64544"/>
                <a:chOff x="2525225" y="3731058"/>
                <a:chExt cx="64321" cy="64544"/>
              </a:xfrm>
            </p:grpSpPr>
            <p:sp>
              <p:nvSpPr>
                <p:cNvPr id="5664" name="Google Shape;5664;p140"/>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65" name="Google Shape;5665;p140"/>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669"/>
        <p:cNvGrpSpPr/>
        <p:nvPr/>
      </p:nvGrpSpPr>
      <p:grpSpPr>
        <a:xfrm>
          <a:off x="0" y="0"/>
          <a:ext cx="0" cy="0"/>
          <a:chOff x="0" y="0"/>
          <a:chExt cx="0" cy="0"/>
        </a:xfrm>
      </p:grpSpPr>
      <p:grpSp>
        <p:nvGrpSpPr>
          <p:cNvPr id="5670" name="Google Shape;5670;p141"/>
          <p:cNvGrpSpPr/>
          <p:nvPr/>
        </p:nvGrpSpPr>
        <p:grpSpPr>
          <a:xfrm>
            <a:off x="1464857" y="2342712"/>
            <a:ext cx="1691842" cy="1381504"/>
            <a:chOff x="732428" y="1198513"/>
            <a:chExt cx="845921" cy="690752"/>
          </a:xfrm>
        </p:grpSpPr>
        <p:grpSp>
          <p:nvGrpSpPr>
            <p:cNvPr id="5671" name="Google Shape;5671;p141"/>
            <p:cNvGrpSpPr/>
            <p:nvPr/>
          </p:nvGrpSpPr>
          <p:grpSpPr>
            <a:xfrm>
              <a:off x="823030" y="1198513"/>
              <a:ext cx="755319" cy="690752"/>
              <a:chOff x="823030" y="1198513"/>
              <a:chExt cx="755319" cy="690752"/>
            </a:xfrm>
          </p:grpSpPr>
          <p:sp>
            <p:nvSpPr>
              <p:cNvPr id="5672" name="Google Shape;5672;p141"/>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182850" tIns="182850" rIns="182850" bIns="182850" anchor="ctr" anchorCtr="0">
                <a:noAutofit/>
              </a:bodyPr>
              <a:lstStyle/>
              <a:p>
                <a:endParaRPr sz="3600"/>
              </a:p>
            </p:txBody>
          </p:sp>
          <p:sp>
            <p:nvSpPr>
              <p:cNvPr id="5673" name="Google Shape;5673;p141"/>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74" name="Google Shape;5674;p141"/>
            <p:cNvGrpSpPr/>
            <p:nvPr/>
          </p:nvGrpSpPr>
          <p:grpSpPr>
            <a:xfrm>
              <a:off x="732428" y="1239937"/>
              <a:ext cx="739912" cy="607886"/>
              <a:chOff x="732428" y="1239937"/>
              <a:chExt cx="739912" cy="607886"/>
            </a:xfrm>
          </p:grpSpPr>
          <p:sp>
            <p:nvSpPr>
              <p:cNvPr id="5675" name="Google Shape;5675;p141"/>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76" name="Google Shape;5676;p141"/>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77" name="Google Shape;5677;p141"/>
            <p:cNvGrpSpPr/>
            <p:nvPr/>
          </p:nvGrpSpPr>
          <p:grpSpPr>
            <a:xfrm>
              <a:off x="732428" y="1277018"/>
              <a:ext cx="702832" cy="533758"/>
              <a:chOff x="732428" y="1277018"/>
              <a:chExt cx="702832" cy="533758"/>
            </a:xfrm>
          </p:grpSpPr>
          <p:sp>
            <p:nvSpPr>
              <p:cNvPr id="5678" name="Google Shape;5678;p141"/>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679" name="Google Shape;5679;p141"/>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80" name="Google Shape;5680;p141"/>
            <p:cNvGrpSpPr/>
            <p:nvPr/>
          </p:nvGrpSpPr>
          <p:grpSpPr>
            <a:xfrm>
              <a:off x="931170" y="1306653"/>
              <a:ext cx="647179" cy="474455"/>
              <a:chOff x="931170" y="1306653"/>
              <a:chExt cx="647179" cy="474455"/>
            </a:xfrm>
          </p:grpSpPr>
          <p:sp>
            <p:nvSpPr>
              <p:cNvPr id="5681" name="Google Shape;5681;p141"/>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682" name="Google Shape;5682;p141"/>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sp>
          <p:nvSpPr>
            <p:cNvPr id="5683" name="Google Shape;5683;p141"/>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684" name="Google Shape;5684;p141"/>
          <p:cNvGrpSpPr/>
          <p:nvPr/>
        </p:nvGrpSpPr>
        <p:grpSpPr>
          <a:xfrm>
            <a:off x="7928074" y="2342726"/>
            <a:ext cx="1269312" cy="1399964"/>
            <a:chOff x="5985650" y="2860025"/>
            <a:chExt cx="1396075" cy="1539775"/>
          </a:xfrm>
        </p:grpSpPr>
        <p:sp>
          <p:nvSpPr>
            <p:cNvPr id="5685" name="Google Shape;5685;p141"/>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686" name="Google Shape;5686;p141"/>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687" name="Google Shape;5687;p141"/>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688" name="Google Shape;5688;p141"/>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689" name="Google Shape;5689;p141"/>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0" name="Google Shape;5690;p141"/>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1" name="Google Shape;5691;p141"/>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2" name="Google Shape;5692;p141"/>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3" name="Google Shape;5693;p141"/>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4" name="Google Shape;5694;p141"/>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5" name="Google Shape;5695;p141"/>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6" name="Google Shape;5696;p141"/>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7" name="Google Shape;5697;p141"/>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8" name="Google Shape;5698;p141"/>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699" name="Google Shape;5699;p141"/>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0" name="Google Shape;5700;p141"/>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1" name="Google Shape;5701;p141"/>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2" name="Google Shape;5702;p141"/>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3" name="Google Shape;5703;p141"/>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4" name="Google Shape;5704;p141"/>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5" name="Google Shape;5705;p141"/>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6" name="Google Shape;5706;p141"/>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7" name="Google Shape;5707;p141"/>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8" name="Google Shape;5708;p141"/>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09" name="Google Shape;5709;p141"/>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10" name="Google Shape;5710;p141"/>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11" name="Google Shape;5711;p141"/>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12" name="Google Shape;5712;p141"/>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13" name="Google Shape;5713;p141"/>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14" name="Google Shape;5714;p141"/>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15" name="Google Shape;5715;p141"/>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16" name="Google Shape;5716;p141"/>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717" name="Google Shape;5717;p141"/>
          <p:cNvGrpSpPr/>
          <p:nvPr/>
        </p:nvGrpSpPr>
        <p:grpSpPr>
          <a:xfrm>
            <a:off x="9439375" y="2342713"/>
            <a:ext cx="1451690" cy="1399950"/>
            <a:chOff x="4249973" y="1201875"/>
            <a:chExt cx="1958568" cy="1888762"/>
          </a:xfrm>
        </p:grpSpPr>
        <p:sp>
          <p:nvSpPr>
            <p:cNvPr id="5718" name="Google Shape;5718;p141"/>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182850" tIns="182850" rIns="182850" bIns="182850" anchor="ctr" anchorCtr="0">
              <a:noAutofit/>
            </a:bodyPr>
            <a:lstStyle/>
            <a:p>
              <a:endParaRPr sz="3600"/>
            </a:p>
          </p:txBody>
        </p:sp>
        <p:grpSp>
          <p:nvGrpSpPr>
            <p:cNvPr id="5719" name="Google Shape;5719;p141"/>
            <p:cNvGrpSpPr/>
            <p:nvPr/>
          </p:nvGrpSpPr>
          <p:grpSpPr>
            <a:xfrm>
              <a:off x="5853086" y="1789142"/>
              <a:ext cx="355454" cy="1048099"/>
              <a:chOff x="5576108" y="2016725"/>
              <a:chExt cx="565200" cy="1666560"/>
            </a:xfrm>
          </p:grpSpPr>
          <p:sp>
            <p:nvSpPr>
              <p:cNvPr id="5720" name="Google Shape;5720;p141"/>
              <p:cNvSpPr/>
              <p:nvPr/>
            </p:nvSpPr>
            <p:spPr>
              <a:xfrm>
                <a:off x="5576108" y="2016725"/>
                <a:ext cx="565200" cy="565500"/>
              </a:xfrm>
              <a:prstGeom prst="ellipse">
                <a:avLst/>
              </a:prstGeom>
              <a:solidFill>
                <a:srgbClr val="667E92"/>
              </a:solidFill>
              <a:ln>
                <a:noFill/>
              </a:ln>
            </p:spPr>
            <p:txBody>
              <a:bodyPr spcFirstLastPara="1" wrap="square" lIns="182850" tIns="182850" rIns="182850" bIns="182850" anchor="ctr" anchorCtr="0">
                <a:noAutofit/>
              </a:bodyPr>
              <a:lstStyle/>
              <a:p>
                <a:pPr algn="ctr"/>
                <a:endParaRPr sz="2400">
                  <a:solidFill>
                    <a:srgbClr val="FFFFFF"/>
                  </a:solidFill>
                  <a:latin typeface="Roboto Medium"/>
                  <a:ea typeface="Roboto Medium"/>
                  <a:cs typeface="Roboto Medium"/>
                  <a:sym typeface="Roboto Medium"/>
                </a:endParaRPr>
              </a:p>
            </p:txBody>
          </p:sp>
          <p:sp>
            <p:nvSpPr>
              <p:cNvPr id="5721" name="Google Shape;5721;p141"/>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722" name="Google Shape;5722;p141"/>
            <p:cNvGrpSpPr/>
            <p:nvPr/>
          </p:nvGrpSpPr>
          <p:grpSpPr>
            <a:xfrm>
              <a:off x="4869455" y="2691676"/>
              <a:ext cx="1013897" cy="398961"/>
              <a:chOff x="4012057" y="3451825"/>
              <a:chExt cx="1612175" cy="634379"/>
            </a:xfrm>
          </p:grpSpPr>
          <p:sp>
            <p:nvSpPr>
              <p:cNvPr id="5723" name="Google Shape;5723;p141"/>
              <p:cNvSpPr/>
              <p:nvPr/>
            </p:nvSpPr>
            <p:spPr>
              <a:xfrm>
                <a:off x="5059033" y="3451825"/>
                <a:ext cx="565200" cy="565500"/>
              </a:xfrm>
              <a:prstGeom prst="ellipse">
                <a:avLst/>
              </a:prstGeom>
              <a:solidFill>
                <a:srgbClr val="667E92"/>
              </a:solidFill>
              <a:ln>
                <a:noFill/>
              </a:ln>
            </p:spPr>
            <p:txBody>
              <a:bodyPr spcFirstLastPara="1" wrap="square" lIns="182850" tIns="182850" rIns="182850" bIns="182850" anchor="ctr" anchorCtr="0">
                <a:noAutofit/>
              </a:bodyPr>
              <a:lstStyle/>
              <a:p>
                <a:pPr algn="ctr"/>
                <a:endParaRPr sz="2400">
                  <a:solidFill>
                    <a:srgbClr val="FFFFFF"/>
                  </a:solidFill>
                  <a:latin typeface="Roboto Medium"/>
                  <a:ea typeface="Roboto Medium"/>
                  <a:cs typeface="Roboto Medium"/>
                  <a:sym typeface="Roboto Medium"/>
                </a:endParaRPr>
              </a:p>
            </p:txBody>
          </p:sp>
          <p:sp>
            <p:nvSpPr>
              <p:cNvPr id="5724" name="Google Shape;5724;p141"/>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725" name="Google Shape;5725;p141"/>
            <p:cNvGrpSpPr/>
            <p:nvPr/>
          </p:nvGrpSpPr>
          <p:grpSpPr>
            <a:xfrm>
              <a:off x="4276937" y="2155961"/>
              <a:ext cx="651965" cy="891358"/>
              <a:chOff x="3069908" y="2599997"/>
              <a:chExt cx="1036675" cy="1417328"/>
            </a:xfrm>
          </p:grpSpPr>
          <p:sp>
            <p:nvSpPr>
              <p:cNvPr id="5726" name="Google Shape;5726;p141"/>
              <p:cNvSpPr/>
              <p:nvPr/>
            </p:nvSpPr>
            <p:spPr>
              <a:xfrm>
                <a:off x="3541383" y="3451825"/>
                <a:ext cx="565200" cy="565500"/>
              </a:xfrm>
              <a:prstGeom prst="ellipse">
                <a:avLst/>
              </a:prstGeom>
              <a:solidFill>
                <a:srgbClr val="667E92"/>
              </a:solidFill>
              <a:ln>
                <a:noFill/>
              </a:ln>
            </p:spPr>
            <p:txBody>
              <a:bodyPr spcFirstLastPara="1" wrap="square" lIns="182850" tIns="182850" rIns="182850" bIns="182850" anchor="ctr" anchorCtr="0">
                <a:noAutofit/>
              </a:bodyPr>
              <a:lstStyle/>
              <a:p>
                <a:pPr algn="ctr"/>
                <a:endParaRPr sz="2400">
                  <a:solidFill>
                    <a:srgbClr val="FFFFFF"/>
                  </a:solidFill>
                  <a:latin typeface="Roboto Medium"/>
                  <a:ea typeface="Roboto Medium"/>
                  <a:cs typeface="Roboto Medium"/>
                  <a:sym typeface="Roboto Medium"/>
                </a:endParaRPr>
              </a:p>
            </p:txBody>
          </p:sp>
          <p:sp>
            <p:nvSpPr>
              <p:cNvPr id="5727" name="Google Shape;5727;p141"/>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728" name="Google Shape;5728;p141"/>
            <p:cNvGrpSpPr/>
            <p:nvPr/>
          </p:nvGrpSpPr>
          <p:grpSpPr>
            <a:xfrm>
              <a:off x="5054918" y="1201875"/>
              <a:ext cx="999548" cy="602711"/>
              <a:chOff x="4306958" y="1082925"/>
              <a:chExt cx="1589359" cy="958358"/>
            </a:xfrm>
          </p:grpSpPr>
          <p:sp>
            <p:nvSpPr>
              <p:cNvPr id="5729" name="Google Shape;5729;p141"/>
              <p:cNvSpPr/>
              <p:nvPr/>
            </p:nvSpPr>
            <p:spPr>
              <a:xfrm>
                <a:off x="4306958" y="1082925"/>
                <a:ext cx="565200" cy="565500"/>
              </a:xfrm>
              <a:prstGeom prst="ellipse">
                <a:avLst/>
              </a:prstGeom>
              <a:solidFill>
                <a:srgbClr val="5F7D95"/>
              </a:solidFill>
              <a:ln>
                <a:noFill/>
              </a:ln>
            </p:spPr>
            <p:txBody>
              <a:bodyPr spcFirstLastPara="1" wrap="square" lIns="182850" tIns="182850" rIns="182850" bIns="182850" anchor="ctr" anchorCtr="0">
                <a:noAutofit/>
              </a:bodyPr>
              <a:lstStyle/>
              <a:p>
                <a:pPr algn="ctr"/>
                <a:endParaRPr sz="2400">
                  <a:solidFill>
                    <a:srgbClr val="FFFFFF"/>
                  </a:solidFill>
                  <a:latin typeface="Roboto Medium"/>
                  <a:ea typeface="Roboto Medium"/>
                  <a:cs typeface="Roboto Medium"/>
                  <a:sym typeface="Roboto Medium"/>
                </a:endParaRPr>
              </a:p>
            </p:txBody>
          </p:sp>
          <p:sp>
            <p:nvSpPr>
              <p:cNvPr id="5730" name="Google Shape;5730;p141"/>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5731" name="Google Shape;5731;p141"/>
            <p:cNvGrpSpPr/>
            <p:nvPr/>
          </p:nvGrpSpPr>
          <p:grpSpPr>
            <a:xfrm>
              <a:off x="4249973" y="1303451"/>
              <a:ext cx="799317" cy="841334"/>
              <a:chOff x="3027033" y="1244439"/>
              <a:chExt cx="1270977" cy="1337786"/>
            </a:xfrm>
          </p:grpSpPr>
          <p:sp>
            <p:nvSpPr>
              <p:cNvPr id="5732" name="Google Shape;5732;p141"/>
              <p:cNvSpPr/>
              <p:nvPr/>
            </p:nvSpPr>
            <p:spPr>
              <a:xfrm>
                <a:off x="3027033" y="2016725"/>
                <a:ext cx="565200" cy="565500"/>
              </a:xfrm>
              <a:prstGeom prst="ellipse">
                <a:avLst/>
              </a:prstGeom>
              <a:solidFill>
                <a:srgbClr val="667E92"/>
              </a:solidFill>
              <a:ln>
                <a:noFill/>
              </a:ln>
            </p:spPr>
            <p:txBody>
              <a:bodyPr spcFirstLastPara="1" wrap="square" lIns="182850" tIns="182850" rIns="182850" bIns="182850" anchor="ctr" anchorCtr="0">
                <a:noAutofit/>
              </a:bodyPr>
              <a:lstStyle/>
              <a:p>
                <a:pPr algn="ctr"/>
                <a:endParaRPr sz="2400">
                  <a:solidFill>
                    <a:srgbClr val="FFFFFF"/>
                  </a:solidFill>
                  <a:latin typeface="Roboto Medium"/>
                  <a:ea typeface="Roboto Medium"/>
                  <a:cs typeface="Roboto Medium"/>
                  <a:sym typeface="Roboto Medium"/>
                </a:endParaRPr>
              </a:p>
            </p:txBody>
          </p:sp>
          <p:sp>
            <p:nvSpPr>
              <p:cNvPr id="5733" name="Google Shape;5733;p141"/>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182850" tIns="182850" rIns="182850" bIns="182850" anchor="ctr" anchorCtr="0">
                <a:noAutofit/>
              </a:bodyPr>
              <a:lstStyle/>
              <a:p>
                <a:endParaRPr sz="3600"/>
              </a:p>
            </p:txBody>
          </p:sp>
        </p:grpSp>
      </p:grpSp>
      <p:grpSp>
        <p:nvGrpSpPr>
          <p:cNvPr id="5734" name="Google Shape;5734;p141"/>
          <p:cNvGrpSpPr/>
          <p:nvPr/>
        </p:nvGrpSpPr>
        <p:grpSpPr>
          <a:xfrm>
            <a:off x="8145103" y="4116274"/>
            <a:ext cx="1501538" cy="1367568"/>
            <a:chOff x="4204684" y="2104422"/>
            <a:chExt cx="699822" cy="637382"/>
          </a:xfrm>
        </p:grpSpPr>
        <p:grpSp>
          <p:nvGrpSpPr>
            <p:cNvPr id="5735" name="Google Shape;5735;p141"/>
            <p:cNvGrpSpPr/>
            <p:nvPr/>
          </p:nvGrpSpPr>
          <p:grpSpPr>
            <a:xfrm>
              <a:off x="4204684" y="2430067"/>
              <a:ext cx="342957" cy="311738"/>
              <a:chOff x="4204684" y="2430067"/>
              <a:chExt cx="342957" cy="311738"/>
            </a:xfrm>
          </p:grpSpPr>
          <p:sp>
            <p:nvSpPr>
              <p:cNvPr id="5736" name="Google Shape;5736;p141"/>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37" name="Google Shape;5737;p141"/>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738" name="Google Shape;5738;p141"/>
            <p:cNvGrpSpPr/>
            <p:nvPr/>
          </p:nvGrpSpPr>
          <p:grpSpPr>
            <a:xfrm>
              <a:off x="4561586" y="2430067"/>
              <a:ext cx="342920" cy="311738"/>
              <a:chOff x="4561586" y="2430067"/>
              <a:chExt cx="342920" cy="311738"/>
            </a:xfrm>
          </p:grpSpPr>
          <p:sp>
            <p:nvSpPr>
              <p:cNvPr id="5739" name="Google Shape;5739;p141"/>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740" name="Google Shape;5740;p141"/>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5741" name="Google Shape;5741;p141"/>
            <p:cNvGrpSpPr/>
            <p:nvPr/>
          </p:nvGrpSpPr>
          <p:grpSpPr>
            <a:xfrm>
              <a:off x="4561586" y="2104422"/>
              <a:ext cx="342920" cy="311738"/>
              <a:chOff x="4561586" y="2104422"/>
              <a:chExt cx="342920" cy="311738"/>
            </a:xfrm>
          </p:grpSpPr>
          <p:sp>
            <p:nvSpPr>
              <p:cNvPr id="5742" name="Google Shape;5742;p141"/>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743" name="Google Shape;5743;p141"/>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744" name="Google Shape;5744;p141"/>
            <p:cNvGrpSpPr/>
            <p:nvPr/>
          </p:nvGrpSpPr>
          <p:grpSpPr>
            <a:xfrm>
              <a:off x="4204684" y="2104422"/>
              <a:ext cx="342957" cy="311664"/>
              <a:chOff x="4204684" y="2104422"/>
              <a:chExt cx="342957" cy="311664"/>
            </a:xfrm>
          </p:grpSpPr>
          <p:sp>
            <p:nvSpPr>
              <p:cNvPr id="5745" name="Google Shape;5745;p141"/>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746" name="Google Shape;5746;p141"/>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grpSp>
        <p:nvGrpSpPr>
          <p:cNvPr id="5747" name="Google Shape;5747;p141"/>
          <p:cNvGrpSpPr/>
          <p:nvPr/>
        </p:nvGrpSpPr>
        <p:grpSpPr>
          <a:xfrm>
            <a:off x="11073969" y="2342703"/>
            <a:ext cx="1321182" cy="1377734"/>
            <a:chOff x="5830645" y="1267368"/>
            <a:chExt cx="530340" cy="553040"/>
          </a:xfrm>
        </p:grpSpPr>
        <p:sp>
          <p:nvSpPr>
            <p:cNvPr id="5748" name="Google Shape;5748;p141"/>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nvGrpSpPr>
            <p:cNvPr id="5749" name="Google Shape;5749;p141"/>
            <p:cNvGrpSpPr/>
            <p:nvPr/>
          </p:nvGrpSpPr>
          <p:grpSpPr>
            <a:xfrm>
              <a:off x="5830645" y="1267368"/>
              <a:ext cx="259743" cy="269909"/>
              <a:chOff x="5830645" y="1267368"/>
              <a:chExt cx="259743" cy="269909"/>
            </a:xfrm>
          </p:grpSpPr>
          <p:sp>
            <p:nvSpPr>
              <p:cNvPr id="5750" name="Google Shape;5750;p141"/>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751" name="Google Shape;5751;p141"/>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grpSp>
          <p:nvGrpSpPr>
            <p:cNvPr id="5752" name="Google Shape;5752;p141"/>
            <p:cNvGrpSpPr/>
            <p:nvPr/>
          </p:nvGrpSpPr>
          <p:grpSpPr>
            <a:xfrm>
              <a:off x="6101293" y="1267368"/>
              <a:ext cx="259692" cy="269909"/>
              <a:chOff x="6101293" y="1267368"/>
              <a:chExt cx="259692" cy="269909"/>
            </a:xfrm>
          </p:grpSpPr>
          <p:sp>
            <p:nvSpPr>
              <p:cNvPr id="5753" name="Google Shape;5753;p141"/>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754" name="Google Shape;5754;p141"/>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5755" name="Google Shape;5755;p141"/>
            <p:cNvGrpSpPr/>
            <p:nvPr/>
          </p:nvGrpSpPr>
          <p:grpSpPr>
            <a:xfrm>
              <a:off x="5830645" y="1550500"/>
              <a:ext cx="259692" cy="269909"/>
              <a:chOff x="5830645" y="1550500"/>
              <a:chExt cx="259692" cy="269909"/>
            </a:xfrm>
          </p:grpSpPr>
          <p:sp>
            <p:nvSpPr>
              <p:cNvPr id="5756" name="Google Shape;5756;p141"/>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757" name="Google Shape;5757;p141"/>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5758" name="Google Shape;5758;p141"/>
            <p:cNvGrpSpPr/>
            <p:nvPr/>
          </p:nvGrpSpPr>
          <p:grpSpPr>
            <a:xfrm>
              <a:off x="6101293" y="1550500"/>
              <a:ext cx="259692" cy="269909"/>
              <a:chOff x="6101293" y="1550500"/>
              <a:chExt cx="259692" cy="269909"/>
            </a:xfrm>
          </p:grpSpPr>
          <p:sp>
            <p:nvSpPr>
              <p:cNvPr id="5759" name="Google Shape;5759;p141"/>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760" name="Google Shape;5760;p141"/>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182850" tIns="182850" rIns="182850" bIns="182850" anchor="ctr" anchorCtr="0">
                <a:noAutofit/>
              </a:bodyPr>
              <a:lstStyle/>
              <a:p>
                <a:endParaRPr sz="3600"/>
              </a:p>
            </p:txBody>
          </p:sp>
        </p:grpSp>
      </p:grpSp>
      <p:grpSp>
        <p:nvGrpSpPr>
          <p:cNvPr id="5761" name="Google Shape;5761;p141"/>
          <p:cNvGrpSpPr/>
          <p:nvPr/>
        </p:nvGrpSpPr>
        <p:grpSpPr>
          <a:xfrm>
            <a:off x="1478276" y="4123620"/>
            <a:ext cx="1394308" cy="1359148"/>
            <a:chOff x="2679875" y="2361475"/>
            <a:chExt cx="780425" cy="760575"/>
          </a:xfrm>
        </p:grpSpPr>
        <p:sp>
          <p:nvSpPr>
            <p:cNvPr id="5762" name="Google Shape;5762;p141"/>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763" name="Google Shape;5763;p141"/>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764" name="Google Shape;5764;p141"/>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765" name="Google Shape;5765;p141"/>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766" name="Google Shape;5766;p141"/>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767" name="Google Shape;5767;p141"/>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5768" name="Google Shape;5768;p141"/>
          <p:cNvGrpSpPr/>
          <p:nvPr/>
        </p:nvGrpSpPr>
        <p:grpSpPr>
          <a:xfrm>
            <a:off x="6276595" y="2342805"/>
            <a:ext cx="1471658" cy="1369094"/>
            <a:chOff x="3351965" y="1148808"/>
            <a:chExt cx="750770" cy="698375"/>
          </a:xfrm>
        </p:grpSpPr>
        <p:grpSp>
          <p:nvGrpSpPr>
            <p:cNvPr id="5769" name="Google Shape;5769;p141"/>
            <p:cNvGrpSpPr/>
            <p:nvPr/>
          </p:nvGrpSpPr>
          <p:grpSpPr>
            <a:xfrm>
              <a:off x="3586796" y="1148808"/>
              <a:ext cx="294857" cy="286830"/>
              <a:chOff x="3750225" y="1774000"/>
              <a:chExt cx="149575" cy="145525"/>
            </a:xfrm>
          </p:grpSpPr>
          <p:sp>
            <p:nvSpPr>
              <p:cNvPr id="5770" name="Google Shape;5770;p141"/>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5771" name="Google Shape;5771;p141"/>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772" name="Google Shape;5772;p141"/>
            <p:cNvGrpSpPr/>
            <p:nvPr/>
          </p:nvGrpSpPr>
          <p:grpSpPr>
            <a:xfrm>
              <a:off x="3779245" y="1375768"/>
              <a:ext cx="323490" cy="286978"/>
              <a:chOff x="3847850" y="1889150"/>
              <a:chExt cx="164100" cy="145600"/>
            </a:xfrm>
          </p:grpSpPr>
          <p:sp>
            <p:nvSpPr>
              <p:cNvPr id="5773" name="Google Shape;5773;p141"/>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774" name="Google Shape;5774;p141"/>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775" name="Google Shape;5775;p141"/>
            <p:cNvGrpSpPr/>
            <p:nvPr/>
          </p:nvGrpSpPr>
          <p:grpSpPr>
            <a:xfrm>
              <a:off x="3351965" y="1330435"/>
              <a:ext cx="295449" cy="285401"/>
              <a:chOff x="3631100" y="1866150"/>
              <a:chExt cx="149875" cy="144800"/>
            </a:xfrm>
          </p:grpSpPr>
          <p:sp>
            <p:nvSpPr>
              <p:cNvPr id="5776" name="Google Shape;5776;p141"/>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182850" tIns="182850" rIns="182850" bIns="182850" anchor="ctr" anchorCtr="0">
                <a:noAutofit/>
              </a:bodyPr>
              <a:lstStyle/>
              <a:p>
                <a:endParaRPr sz="3600"/>
              </a:p>
            </p:txBody>
          </p:sp>
          <p:sp>
            <p:nvSpPr>
              <p:cNvPr id="5777" name="Google Shape;5777;p141"/>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778" name="Google Shape;5778;p141"/>
            <p:cNvGrpSpPr/>
            <p:nvPr/>
          </p:nvGrpSpPr>
          <p:grpSpPr>
            <a:xfrm>
              <a:off x="3548208" y="1560352"/>
              <a:ext cx="294808" cy="286830"/>
              <a:chOff x="3730650" y="1982800"/>
              <a:chExt cx="149550" cy="145525"/>
            </a:xfrm>
          </p:grpSpPr>
          <p:sp>
            <p:nvSpPr>
              <p:cNvPr id="5779" name="Google Shape;5779;p141"/>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780" name="Google Shape;5780;p141"/>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grpSp>
        <p:nvGrpSpPr>
          <p:cNvPr id="5781" name="Google Shape;5781;p141"/>
          <p:cNvGrpSpPr/>
          <p:nvPr/>
        </p:nvGrpSpPr>
        <p:grpSpPr>
          <a:xfrm>
            <a:off x="15279899" y="2342713"/>
            <a:ext cx="1609130" cy="1355590"/>
            <a:chOff x="7636443" y="1204988"/>
            <a:chExt cx="804565" cy="677795"/>
          </a:xfrm>
        </p:grpSpPr>
        <p:grpSp>
          <p:nvGrpSpPr>
            <p:cNvPr id="5782" name="Google Shape;5782;p141"/>
            <p:cNvGrpSpPr/>
            <p:nvPr/>
          </p:nvGrpSpPr>
          <p:grpSpPr>
            <a:xfrm>
              <a:off x="7636443" y="1509705"/>
              <a:ext cx="804565" cy="373078"/>
              <a:chOff x="7636443" y="1509705"/>
              <a:chExt cx="804565" cy="373078"/>
            </a:xfrm>
          </p:grpSpPr>
          <p:sp>
            <p:nvSpPr>
              <p:cNvPr id="5783" name="Google Shape;5783;p141"/>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5784" name="Google Shape;5784;p141"/>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182850" tIns="182850" rIns="182850" bIns="182850" anchor="ctr" anchorCtr="0">
                <a:noAutofit/>
              </a:bodyPr>
              <a:lstStyle/>
              <a:p>
                <a:endParaRPr sz="3600"/>
              </a:p>
            </p:txBody>
          </p:sp>
        </p:grpSp>
        <p:grpSp>
          <p:nvGrpSpPr>
            <p:cNvPr id="5785" name="Google Shape;5785;p141"/>
            <p:cNvGrpSpPr/>
            <p:nvPr/>
          </p:nvGrpSpPr>
          <p:grpSpPr>
            <a:xfrm>
              <a:off x="7636443" y="1408133"/>
              <a:ext cx="804565" cy="373078"/>
              <a:chOff x="7636443" y="1408133"/>
              <a:chExt cx="804565" cy="373078"/>
            </a:xfrm>
          </p:grpSpPr>
          <p:sp>
            <p:nvSpPr>
              <p:cNvPr id="5786" name="Google Shape;5786;p141"/>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5787" name="Google Shape;5787;p141"/>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5788" name="Google Shape;5788;p141"/>
            <p:cNvGrpSpPr/>
            <p:nvPr/>
          </p:nvGrpSpPr>
          <p:grpSpPr>
            <a:xfrm>
              <a:off x="7636443" y="1306560"/>
              <a:ext cx="804565" cy="373078"/>
              <a:chOff x="7636443" y="1306560"/>
              <a:chExt cx="804565" cy="373078"/>
            </a:xfrm>
          </p:grpSpPr>
          <p:sp>
            <p:nvSpPr>
              <p:cNvPr id="5789" name="Google Shape;5789;p141"/>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5790" name="Google Shape;5790;p141"/>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grpSp>
        <p:grpSp>
          <p:nvGrpSpPr>
            <p:cNvPr id="5791" name="Google Shape;5791;p141"/>
            <p:cNvGrpSpPr/>
            <p:nvPr/>
          </p:nvGrpSpPr>
          <p:grpSpPr>
            <a:xfrm>
              <a:off x="7636443" y="1204988"/>
              <a:ext cx="804565" cy="373078"/>
              <a:chOff x="7636443" y="1204988"/>
              <a:chExt cx="804565" cy="373078"/>
            </a:xfrm>
          </p:grpSpPr>
          <p:sp>
            <p:nvSpPr>
              <p:cNvPr id="5792" name="Google Shape;5792;p141"/>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793" name="Google Shape;5793;p141"/>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grpSp>
        <p:nvGrpSpPr>
          <p:cNvPr id="5794" name="Google Shape;5794;p141"/>
          <p:cNvGrpSpPr/>
          <p:nvPr/>
        </p:nvGrpSpPr>
        <p:grpSpPr>
          <a:xfrm>
            <a:off x="9957593" y="4157542"/>
            <a:ext cx="1322678" cy="1322376"/>
            <a:chOff x="3990000" y="975400"/>
            <a:chExt cx="3934200" cy="3933300"/>
          </a:xfrm>
        </p:grpSpPr>
        <p:sp>
          <p:nvSpPr>
            <p:cNvPr id="5795" name="Google Shape;5795;p141"/>
            <p:cNvSpPr/>
            <p:nvPr/>
          </p:nvSpPr>
          <p:spPr>
            <a:xfrm>
              <a:off x="3990000" y="975400"/>
              <a:ext cx="3934200" cy="3933300"/>
            </a:xfrm>
            <a:prstGeom prst="ellipse">
              <a:avLst/>
            </a:prstGeom>
            <a:solidFill>
              <a:srgbClr val="667E92"/>
            </a:solidFill>
            <a:ln>
              <a:noFill/>
            </a:ln>
          </p:spPr>
          <p:txBody>
            <a:bodyPr spcFirstLastPara="1" wrap="square" lIns="182850" tIns="182850" rIns="182850" bIns="182850" anchor="ctr" anchorCtr="0">
              <a:noAutofit/>
            </a:bodyPr>
            <a:lstStyle/>
            <a:p>
              <a:endParaRPr sz="3600"/>
            </a:p>
          </p:txBody>
        </p:sp>
        <p:sp>
          <p:nvSpPr>
            <p:cNvPr id="5796" name="Google Shape;5796;p141"/>
            <p:cNvSpPr/>
            <p:nvPr/>
          </p:nvSpPr>
          <p:spPr>
            <a:xfrm>
              <a:off x="4346550" y="1331800"/>
              <a:ext cx="3221100" cy="3220500"/>
            </a:xfrm>
            <a:prstGeom prst="ellipse">
              <a:avLst/>
            </a:prstGeom>
            <a:solidFill>
              <a:srgbClr val="869FB2"/>
            </a:solidFill>
            <a:ln>
              <a:noFill/>
            </a:ln>
          </p:spPr>
          <p:txBody>
            <a:bodyPr spcFirstLastPara="1" wrap="square" lIns="182850" tIns="182850" rIns="182850" bIns="182850" anchor="ctr" anchorCtr="0">
              <a:noAutofit/>
            </a:bodyPr>
            <a:lstStyle/>
            <a:p>
              <a:endParaRPr sz="3600"/>
            </a:p>
          </p:txBody>
        </p:sp>
        <p:sp>
          <p:nvSpPr>
            <p:cNvPr id="5797" name="Google Shape;5797;p141"/>
            <p:cNvSpPr/>
            <p:nvPr/>
          </p:nvSpPr>
          <p:spPr>
            <a:xfrm>
              <a:off x="4786800" y="1771750"/>
              <a:ext cx="2340600" cy="2340600"/>
            </a:xfrm>
            <a:prstGeom prst="ellipse">
              <a:avLst/>
            </a:prstGeom>
            <a:solidFill>
              <a:srgbClr val="BAC8D3"/>
            </a:solidFill>
            <a:ln>
              <a:noFill/>
            </a:ln>
          </p:spPr>
          <p:txBody>
            <a:bodyPr spcFirstLastPara="1" wrap="square" lIns="182850" tIns="182850" rIns="182850" bIns="182850" anchor="ctr" anchorCtr="0">
              <a:noAutofit/>
            </a:bodyPr>
            <a:lstStyle/>
            <a:p>
              <a:endParaRPr sz="3600"/>
            </a:p>
          </p:txBody>
        </p:sp>
        <p:sp>
          <p:nvSpPr>
            <p:cNvPr id="5798" name="Google Shape;5798;p141"/>
            <p:cNvSpPr/>
            <p:nvPr/>
          </p:nvSpPr>
          <p:spPr>
            <a:xfrm>
              <a:off x="5218650" y="2203450"/>
              <a:ext cx="1476900" cy="1477200"/>
            </a:xfrm>
            <a:prstGeom prst="ellipse">
              <a:avLst/>
            </a:pr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5799" name="Google Shape;5799;p141"/>
          <p:cNvGrpSpPr/>
          <p:nvPr/>
        </p:nvGrpSpPr>
        <p:grpSpPr>
          <a:xfrm>
            <a:off x="13244889" y="4114819"/>
            <a:ext cx="1737762" cy="1368482"/>
            <a:chOff x="6598259" y="2078634"/>
            <a:chExt cx="868881" cy="684241"/>
          </a:xfrm>
        </p:grpSpPr>
        <p:sp>
          <p:nvSpPr>
            <p:cNvPr id="5800" name="Google Shape;5800;p141"/>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182850" tIns="182850" rIns="182850" bIns="182850" anchor="ctr" anchorCtr="0">
              <a:noAutofit/>
            </a:bodyPr>
            <a:lstStyle/>
            <a:p>
              <a:endParaRPr sz="3600"/>
            </a:p>
          </p:txBody>
        </p:sp>
        <p:sp>
          <p:nvSpPr>
            <p:cNvPr id="5801" name="Google Shape;5801;p141"/>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182850" tIns="182850" rIns="182850" bIns="182850" anchor="ctr" anchorCtr="0">
              <a:noAutofit/>
            </a:bodyPr>
            <a:lstStyle/>
            <a:p>
              <a:endParaRPr sz="3600"/>
            </a:p>
          </p:txBody>
        </p:sp>
        <p:sp>
          <p:nvSpPr>
            <p:cNvPr id="5802" name="Google Shape;5802;p141"/>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182850" tIns="182850" rIns="182850" bIns="182850" anchor="ctr" anchorCtr="0">
              <a:noAutofit/>
            </a:bodyPr>
            <a:lstStyle/>
            <a:p>
              <a:endParaRPr sz="3600"/>
            </a:p>
          </p:txBody>
        </p:sp>
        <p:sp>
          <p:nvSpPr>
            <p:cNvPr id="5803" name="Google Shape;5803;p141"/>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182850" tIns="182850" rIns="182850" bIns="182850" anchor="ctr" anchorCtr="0">
              <a:noAutofit/>
            </a:bodyPr>
            <a:lstStyle/>
            <a:p>
              <a:endParaRPr sz="3600"/>
            </a:p>
          </p:txBody>
        </p:sp>
        <p:sp>
          <p:nvSpPr>
            <p:cNvPr id="5804" name="Google Shape;5804;p141"/>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182850" tIns="182850" rIns="182850" bIns="182850" anchor="ctr" anchorCtr="0">
              <a:noAutofit/>
            </a:bodyPr>
            <a:lstStyle/>
            <a:p>
              <a:endParaRPr sz="3600"/>
            </a:p>
          </p:txBody>
        </p:sp>
        <p:sp>
          <p:nvSpPr>
            <p:cNvPr id="5805" name="Google Shape;5805;p141"/>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182850" tIns="182850" rIns="182850" bIns="182850" anchor="ctr" anchorCtr="0">
              <a:noAutofit/>
            </a:bodyPr>
            <a:lstStyle/>
            <a:p>
              <a:endParaRPr sz="3600"/>
            </a:p>
          </p:txBody>
        </p:sp>
        <p:grpSp>
          <p:nvGrpSpPr>
            <p:cNvPr id="5806" name="Google Shape;5806;p141"/>
            <p:cNvGrpSpPr/>
            <p:nvPr/>
          </p:nvGrpSpPr>
          <p:grpSpPr>
            <a:xfrm>
              <a:off x="6808175" y="2078634"/>
              <a:ext cx="452229" cy="684241"/>
              <a:chOff x="6808175" y="2078634"/>
              <a:chExt cx="452229" cy="684241"/>
            </a:xfrm>
          </p:grpSpPr>
          <p:sp>
            <p:nvSpPr>
              <p:cNvPr id="5807" name="Google Shape;5807;p141"/>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808" name="Google Shape;5808;p141"/>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182850" tIns="182850" rIns="182850" bIns="182850" anchor="ctr" anchorCtr="0">
                <a:noAutofit/>
              </a:bodyPr>
              <a:lstStyle/>
              <a:p>
                <a:endParaRPr sz="3600"/>
              </a:p>
            </p:txBody>
          </p:sp>
          <p:sp>
            <p:nvSpPr>
              <p:cNvPr id="5809" name="Google Shape;5809;p141"/>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810" name="Google Shape;5810;p141"/>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811" name="Google Shape;5811;p141"/>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812" name="Google Shape;5812;p141"/>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nvGrpSpPr>
              <p:cNvPr id="5813" name="Google Shape;5813;p141"/>
              <p:cNvGrpSpPr/>
              <p:nvPr/>
            </p:nvGrpSpPr>
            <p:grpSpPr>
              <a:xfrm>
                <a:off x="6821586" y="2078634"/>
                <a:ext cx="426871" cy="684241"/>
                <a:chOff x="6821586" y="2078634"/>
                <a:chExt cx="426871" cy="684241"/>
              </a:xfrm>
            </p:grpSpPr>
            <p:grpSp>
              <p:nvGrpSpPr>
                <p:cNvPr id="5814" name="Google Shape;5814;p141"/>
                <p:cNvGrpSpPr/>
                <p:nvPr/>
              </p:nvGrpSpPr>
              <p:grpSpPr>
                <a:xfrm>
                  <a:off x="6821586" y="2078634"/>
                  <a:ext cx="426871" cy="684241"/>
                  <a:chOff x="6821586" y="2078634"/>
                  <a:chExt cx="426871" cy="684241"/>
                </a:xfrm>
              </p:grpSpPr>
              <p:sp>
                <p:nvSpPr>
                  <p:cNvPr id="5815" name="Google Shape;5815;p141"/>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182850" tIns="182850" rIns="182850" bIns="182850" anchor="ctr" anchorCtr="0">
                    <a:noAutofit/>
                  </a:bodyPr>
                  <a:lstStyle/>
                  <a:p>
                    <a:endParaRPr sz="3600"/>
                  </a:p>
                </p:txBody>
              </p:sp>
              <p:sp>
                <p:nvSpPr>
                  <p:cNvPr id="5816" name="Google Shape;5816;p141"/>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182850" tIns="182850" rIns="182850" bIns="182850" anchor="ctr" anchorCtr="0">
                    <a:noAutofit/>
                  </a:bodyPr>
                  <a:lstStyle/>
                  <a:p>
                    <a:endParaRPr sz="3600"/>
                  </a:p>
                </p:txBody>
              </p:sp>
              <p:sp>
                <p:nvSpPr>
                  <p:cNvPr id="5817" name="Google Shape;5817;p141"/>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182850" tIns="182850" rIns="182850" bIns="182850" anchor="ctr" anchorCtr="0">
                    <a:noAutofit/>
                  </a:bodyPr>
                  <a:lstStyle/>
                  <a:p>
                    <a:endParaRPr sz="3600"/>
                  </a:p>
                </p:txBody>
              </p:sp>
              <p:sp>
                <p:nvSpPr>
                  <p:cNvPr id="5818" name="Google Shape;5818;p141"/>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182850" tIns="182850" rIns="182850" bIns="182850" anchor="ctr" anchorCtr="0">
                    <a:noAutofit/>
                  </a:bodyPr>
                  <a:lstStyle/>
                  <a:p>
                    <a:endParaRPr sz="3600"/>
                  </a:p>
                </p:txBody>
              </p:sp>
              <p:sp>
                <p:nvSpPr>
                  <p:cNvPr id="5819" name="Google Shape;5819;p141"/>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182850" tIns="182850" rIns="182850" bIns="182850" anchor="ctr" anchorCtr="0">
                    <a:noAutofit/>
                  </a:bodyPr>
                  <a:lstStyle/>
                  <a:p>
                    <a:endParaRPr sz="3600"/>
                  </a:p>
                </p:txBody>
              </p:sp>
              <p:sp>
                <p:nvSpPr>
                  <p:cNvPr id="5820" name="Google Shape;5820;p141"/>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182850" tIns="182850" rIns="182850" bIns="182850" anchor="ctr" anchorCtr="0">
                    <a:noAutofit/>
                  </a:bodyPr>
                  <a:lstStyle/>
                  <a:p>
                    <a:endParaRPr sz="3600"/>
                  </a:p>
                </p:txBody>
              </p:sp>
              <p:sp>
                <p:nvSpPr>
                  <p:cNvPr id="5821" name="Google Shape;5821;p141"/>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822" name="Google Shape;5822;p141"/>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823" name="Google Shape;5823;p141"/>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182850" tIns="182850" rIns="182850" bIns="182850" anchor="ctr" anchorCtr="0">
                    <a:noAutofit/>
                  </a:bodyPr>
                  <a:lstStyle/>
                  <a:p>
                    <a:endParaRPr sz="3600"/>
                  </a:p>
                </p:txBody>
              </p:sp>
              <p:sp>
                <p:nvSpPr>
                  <p:cNvPr id="5824" name="Google Shape;5824;p141"/>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182850" tIns="182850" rIns="182850" bIns="182850" anchor="ctr" anchorCtr="0">
                    <a:noAutofit/>
                  </a:bodyPr>
                  <a:lstStyle/>
                  <a:p>
                    <a:endParaRPr sz="3600"/>
                  </a:p>
                </p:txBody>
              </p:sp>
              <p:sp>
                <p:nvSpPr>
                  <p:cNvPr id="5825" name="Google Shape;5825;p141"/>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182850" tIns="182850" rIns="182850" bIns="182850" anchor="ctr" anchorCtr="0">
                    <a:noAutofit/>
                  </a:bodyPr>
                  <a:lstStyle/>
                  <a:p>
                    <a:endParaRPr sz="3600"/>
                  </a:p>
                </p:txBody>
              </p:sp>
              <p:sp>
                <p:nvSpPr>
                  <p:cNvPr id="5826" name="Google Shape;5826;p141"/>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182850" tIns="182850" rIns="182850" bIns="182850" anchor="ctr" anchorCtr="0">
                    <a:noAutofit/>
                  </a:bodyPr>
                  <a:lstStyle/>
                  <a:p>
                    <a:endParaRPr sz="3600"/>
                  </a:p>
                </p:txBody>
              </p:sp>
              <p:sp>
                <p:nvSpPr>
                  <p:cNvPr id="5827" name="Google Shape;5827;p141"/>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182850" tIns="182850" rIns="182850" bIns="182850" anchor="ctr" anchorCtr="0">
                    <a:noAutofit/>
                  </a:bodyPr>
                  <a:lstStyle/>
                  <a:p>
                    <a:endParaRPr sz="3600"/>
                  </a:p>
                </p:txBody>
              </p:sp>
              <p:sp>
                <p:nvSpPr>
                  <p:cNvPr id="5828" name="Google Shape;5828;p141"/>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182850" tIns="182850" rIns="182850" bIns="182850" anchor="ctr" anchorCtr="0">
                    <a:noAutofit/>
                  </a:bodyPr>
                  <a:lstStyle/>
                  <a:p>
                    <a:endParaRPr sz="3600"/>
                  </a:p>
                </p:txBody>
              </p:sp>
              <p:sp>
                <p:nvSpPr>
                  <p:cNvPr id="5829" name="Google Shape;5829;p141"/>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182850" tIns="182850" rIns="182850" bIns="182850" anchor="ctr" anchorCtr="0">
                    <a:noAutofit/>
                  </a:bodyPr>
                  <a:lstStyle/>
                  <a:p>
                    <a:endParaRPr sz="3600"/>
                  </a:p>
                </p:txBody>
              </p:sp>
              <p:sp>
                <p:nvSpPr>
                  <p:cNvPr id="5830" name="Google Shape;5830;p141"/>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182850" tIns="182850" rIns="182850" bIns="182850" anchor="ctr" anchorCtr="0">
                    <a:noAutofit/>
                  </a:bodyPr>
                  <a:lstStyle/>
                  <a:p>
                    <a:endParaRPr sz="3600"/>
                  </a:p>
                </p:txBody>
              </p:sp>
              <p:sp>
                <p:nvSpPr>
                  <p:cNvPr id="5831" name="Google Shape;5831;p141"/>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182850" tIns="182850" rIns="182850" bIns="182850" anchor="ctr" anchorCtr="0">
                    <a:noAutofit/>
                  </a:bodyPr>
                  <a:lstStyle/>
                  <a:p>
                    <a:endParaRPr sz="3600"/>
                  </a:p>
                </p:txBody>
              </p:sp>
              <p:sp>
                <p:nvSpPr>
                  <p:cNvPr id="5832" name="Google Shape;5832;p141"/>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182850" tIns="182850" rIns="182850" bIns="182850" anchor="ctr" anchorCtr="0">
                    <a:noAutofit/>
                  </a:bodyPr>
                  <a:lstStyle/>
                  <a:p>
                    <a:endParaRPr sz="3600"/>
                  </a:p>
                </p:txBody>
              </p:sp>
              <p:sp>
                <p:nvSpPr>
                  <p:cNvPr id="5833" name="Google Shape;5833;p141"/>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182850" tIns="182850" rIns="182850" bIns="182850" anchor="ctr" anchorCtr="0">
                    <a:noAutofit/>
                  </a:bodyPr>
                  <a:lstStyle/>
                  <a:p>
                    <a:endParaRPr sz="3600"/>
                  </a:p>
                </p:txBody>
              </p:sp>
            </p:grpSp>
            <p:sp>
              <p:nvSpPr>
                <p:cNvPr id="5834" name="Google Shape;5834;p141"/>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182850" tIns="182850" rIns="182850" bIns="182850" anchor="ctr" anchorCtr="0">
                  <a:noAutofit/>
                </a:bodyPr>
                <a:lstStyle/>
                <a:p>
                  <a:endParaRPr sz="3600"/>
                </a:p>
              </p:txBody>
            </p:sp>
            <p:sp>
              <p:nvSpPr>
                <p:cNvPr id="5835" name="Google Shape;5835;p141"/>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182850" tIns="182850" rIns="182850" bIns="182850" anchor="ctr" anchorCtr="0">
                  <a:noAutofit/>
                </a:bodyPr>
                <a:lstStyle/>
                <a:p>
                  <a:endParaRPr sz="3600"/>
                </a:p>
              </p:txBody>
            </p:sp>
            <p:sp>
              <p:nvSpPr>
                <p:cNvPr id="5836" name="Google Shape;5836;p141"/>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182850" tIns="182850" rIns="182850" bIns="182850" anchor="ctr" anchorCtr="0">
                  <a:noAutofit/>
                </a:bodyPr>
                <a:lstStyle/>
                <a:p>
                  <a:endParaRPr sz="3600"/>
                </a:p>
              </p:txBody>
            </p:sp>
            <p:sp>
              <p:nvSpPr>
                <p:cNvPr id="5837" name="Google Shape;5837;p141"/>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182850" tIns="182850" rIns="182850" bIns="182850" anchor="ctr" anchorCtr="0">
                  <a:noAutofit/>
                </a:bodyPr>
                <a:lstStyle/>
                <a:p>
                  <a:endParaRPr sz="3600"/>
                </a:p>
              </p:txBody>
            </p:sp>
            <p:sp>
              <p:nvSpPr>
                <p:cNvPr id="5838" name="Google Shape;5838;p141"/>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182850" tIns="182850" rIns="182850" bIns="182850" anchor="ctr" anchorCtr="0">
                  <a:noAutofit/>
                </a:bodyPr>
                <a:lstStyle/>
                <a:p>
                  <a:endParaRPr sz="3600"/>
                </a:p>
              </p:txBody>
            </p:sp>
            <p:sp>
              <p:nvSpPr>
                <p:cNvPr id="5839" name="Google Shape;5839;p141"/>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182850" tIns="182850" rIns="182850" bIns="182850" anchor="ctr" anchorCtr="0">
                  <a:noAutofit/>
                </a:bodyPr>
                <a:lstStyle/>
                <a:p>
                  <a:endParaRPr sz="3600"/>
                </a:p>
              </p:txBody>
            </p:sp>
          </p:grpSp>
        </p:grpSp>
      </p:grpSp>
      <p:grpSp>
        <p:nvGrpSpPr>
          <p:cNvPr id="5840" name="Google Shape;5840;p141"/>
          <p:cNvGrpSpPr/>
          <p:nvPr/>
        </p:nvGrpSpPr>
        <p:grpSpPr>
          <a:xfrm>
            <a:off x="11591220" y="4126036"/>
            <a:ext cx="1342716" cy="1342716"/>
            <a:chOff x="6535625" y="760425"/>
            <a:chExt cx="1665900" cy="1665900"/>
          </a:xfrm>
        </p:grpSpPr>
        <p:sp>
          <p:nvSpPr>
            <p:cNvPr id="5841" name="Google Shape;5841;p141"/>
            <p:cNvSpPr/>
            <p:nvPr/>
          </p:nvSpPr>
          <p:spPr>
            <a:xfrm>
              <a:off x="6535625" y="760425"/>
              <a:ext cx="1665900" cy="1665900"/>
            </a:xfrm>
            <a:prstGeom prst="ellipse">
              <a:avLst/>
            </a:prstGeom>
            <a:solidFill>
              <a:srgbClr val="5F7D95"/>
            </a:solidFill>
            <a:ln>
              <a:noFill/>
            </a:ln>
          </p:spPr>
          <p:txBody>
            <a:bodyPr spcFirstLastPara="1" wrap="square" lIns="182850" tIns="182850" rIns="182850" bIns="182850" anchor="ctr" anchorCtr="0">
              <a:noAutofit/>
            </a:bodyPr>
            <a:lstStyle/>
            <a:p>
              <a:endParaRPr sz="3600"/>
            </a:p>
          </p:txBody>
        </p:sp>
        <p:sp>
          <p:nvSpPr>
            <p:cNvPr id="5842" name="Google Shape;5842;p141"/>
            <p:cNvSpPr/>
            <p:nvPr/>
          </p:nvSpPr>
          <p:spPr>
            <a:xfrm>
              <a:off x="6713675" y="1116525"/>
              <a:ext cx="1309800" cy="1309800"/>
            </a:xfrm>
            <a:prstGeom prst="ellipse">
              <a:avLst/>
            </a:prstGeom>
            <a:solidFill>
              <a:srgbClr val="869FB2"/>
            </a:solidFill>
            <a:ln>
              <a:noFill/>
            </a:ln>
          </p:spPr>
          <p:txBody>
            <a:bodyPr spcFirstLastPara="1" wrap="square" lIns="182850" tIns="182850" rIns="182850" bIns="182850" anchor="ctr" anchorCtr="0">
              <a:noAutofit/>
            </a:bodyPr>
            <a:lstStyle/>
            <a:p>
              <a:endParaRPr sz="3600"/>
            </a:p>
          </p:txBody>
        </p:sp>
        <p:sp>
          <p:nvSpPr>
            <p:cNvPr id="5843" name="Google Shape;5843;p141"/>
            <p:cNvSpPr/>
            <p:nvPr/>
          </p:nvSpPr>
          <p:spPr>
            <a:xfrm>
              <a:off x="6831275" y="1351725"/>
              <a:ext cx="1074600" cy="1074600"/>
            </a:xfrm>
            <a:prstGeom prst="ellipse">
              <a:avLst/>
            </a:prstGeom>
            <a:solidFill>
              <a:srgbClr val="BAC8D3"/>
            </a:solidFill>
            <a:ln>
              <a:noFill/>
            </a:ln>
          </p:spPr>
          <p:txBody>
            <a:bodyPr spcFirstLastPara="1" wrap="square" lIns="182850" tIns="182850" rIns="182850" bIns="182850" anchor="ctr" anchorCtr="0">
              <a:noAutofit/>
            </a:bodyPr>
            <a:lstStyle/>
            <a:p>
              <a:endParaRPr sz="3600"/>
            </a:p>
          </p:txBody>
        </p:sp>
        <p:sp>
          <p:nvSpPr>
            <p:cNvPr id="5844" name="Google Shape;5844;p141"/>
            <p:cNvSpPr/>
            <p:nvPr/>
          </p:nvSpPr>
          <p:spPr>
            <a:xfrm>
              <a:off x="6942425" y="1574025"/>
              <a:ext cx="852300" cy="852300"/>
            </a:xfrm>
            <a:prstGeom prst="ellipse">
              <a:avLst/>
            </a:pr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845" name="Google Shape;5845;p141"/>
          <p:cNvGrpSpPr/>
          <p:nvPr/>
        </p:nvGrpSpPr>
        <p:grpSpPr>
          <a:xfrm>
            <a:off x="1464855" y="7462836"/>
            <a:ext cx="2681578" cy="1281660"/>
            <a:chOff x="238125" y="1151100"/>
            <a:chExt cx="7139450" cy="3412300"/>
          </a:xfrm>
        </p:grpSpPr>
        <p:sp>
          <p:nvSpPr>
            <p:cNvPr id="5846" name="Google Shape;5846;p141"/>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847" name="Google Shape;5847;p141"/>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848" name="Google Shape;5848;p141"/>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849" name="Google Shape;5849;p141"/>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850" name="Google Shape;5850;p141"/>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851" name="Google Shape;5851;p141"/>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852" name="Google Shape;5852;p141"/>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853" name="Google Shape;5853;p141"/>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854" name="Google Shape;5854;p141"/>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855" name="Google Shape;5855;p141"/>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856" name="Google Shape;5856;p141"/>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182850" tIns="182850" rIns="182850" bIns="182850" anchor="ctr" anchorCtr="0">
              <a:noAutofit/>
            </a:bodyPr>
            <a:lstStyle/>
            <a:p>
              <a:endParaRPr sz="3600"/>
            </a:p>
          </p:txBody>
        </p:sp>
        <p:sp>
          <p:nvSpPr>
            <p:cNvPr id="5857" name="Google Shape;5857;p141"/>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5858" name="Google Shape;5858;p141"/>
          <p:cNvGrpSpPr/>
          <p:nvPr/>
        </p:nvGrpSpPr>
        <p:grpSpPr>
          <a:xfrm>
            <a:off x="11199301" y="5869398"/>
            <a:ext cx="1970714" cy="1171528"/>
            <a:chOff x="5145061" y="2881789"/>
            <a:chExt cx="1107641" cy="658458"/>
          </a:xfrm>
        </p:grpSpPr>
        <p:grpSp>
          <p:nvGrpSpPr>
            <p:cNvPr id="5859" name="Google Shape;5859;p141"/>
            <p:cNvGrpSpPr/>
            <p:nvPr/>
          </p:nvGrpSpPr>
          <p:grpSpPr>
            <a:xfrm>
              <a:off x="5722989" y="3244587"/>
              <a:ext cx="529713" cy="295659"/>
              <a:chOff x="5722989" y="3244587"/>
              <a:chExt cx="529713" cy="295659"/>
            </a:xfrm>
          </p:grpSpPr>
          <p:sp>
            <p:nvSpPr>
              <p:cNvPr id="5860" name="Google Shape;5860;p141"/>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endParaRPr/>
              </a:p>
            </p:txBody>
          </p:sp>
          <p:sp>
            <p:nvSpPr>
              <p:cNvPr id="5861" name="Google Shape;5861;p141"/>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endParaRPr/>
              </a:p>
            </p:txBody>
          </p:sp>
        </p:grpSp>
        <p:grpSp>
          <p:nvGrpSpPr>
            <p:cNvPr id="5862" name="Google Shape;5862;p141"/>
            <p:cNvGrpSpPr/>
            <p:nvPr/>
          </p:nvGrpSpPr>
          <p:grpSpPr>
            <a:xfrm>
              <a:off x="5145061" y="3244587"/>
              <a:ext cx="536807" cy="295659"/>
              <a:chOff x="5145061" y="3244587"/>
              <a:chExt cx="536807" cy="295659"/>
            </a:xfrm>
          </p:grpSpPr>
          <p:sp>
            <p:nvSpPr>
              <p:cNvPr id="5863" name="Google Shape;5863;p141"/>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endParaRPr/>
              </a:p>
            </p:txBody>
          </p:sp>
          <p:sp>
            <p:nvSpPr>
              <p:cNvPr id="5864" name="Google Shape;5864;p141"/>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endParaRPr/>
              </a:p>
            </p:txBody>
          </p:sp>
        </p:grpSp>
        <p:grpSp>
          <p:nvGrpSpPr>
            <p:cNvPr id="5865" name="Google Shape;5865;p141"/>
            <p:cNvGrpSpPr/>
            <p:nvPr/>
          </p:nvGrpSpPr>
          <p:grpSpPr>
            <a:xfrm>
              <a:off x="5341327" y="2898245"/>
              <a:ext cx="532309" cy="614891"/>
              <a:chOff x="5341327" y="2898245"/>
              <a:chExt cx="532309" cy="614891"/>
            </a:xfrm>
          </p:grpSpPr>
          <p:sp>
            <p:nvSpPr>
              <p:cNvPr id="5866" name="Google Shape;5866;p141"/>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endParaRPr/>
              </a:p>
            </p:txBody>
          </p:sp>
          <p:sp>
            <p:nvSpPr>
              <p:cNvPr id="5867" name="Google Shape;5867;p141"/>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endParaRPr/>
              </a:p>
            </p:txBody>
          </p:sp>
        </p:grpSp>
        <p:grpSp>
          <p:nvGrpSpPr>
            <p:cNvPr id="5868" name="Google Shape;5868;p141"/>
            <p:cNvGrpSpPr/>
            <p:nvPr/>
          </p:nvGrpSpPr>
          <p:grpSpPr>
            <a:xfrm>
              <a:off x="5532290" y="2881789"/>
              <a:ext cx="620516" cy="305456"/>
              <a:chOff x="5532290" y="2881789"/>
              <a:chExt cx="620516" cy="305456"/>
            </a:xfrm>
          </p:grpSpPr>
          <p:sp>
            <p:nvSpPr>
              <p:cNvPr id="5869" name="Google Shape;5869;p141"/>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endParaRPr/>
              </a:p>
            </p:txBody>
          </p:sp>
          <p:sp>
            <p:nvSpPr>
              <p:cNvPr id="5870" name="Google Shape;5870;p141"/>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endParaRPr/>
              </a:p>
            </p:txBody>
          </p:sp>
        </p:grpSp>
      </p:grpSp>
      <p:grpSp>
        <p:nvGrpSpPr>
          <p:cNvPr id="5871" name="Google Shape;5871;p141"/>
          <p:cNvGrpSpPr/>
          <p:nvPr/>
        </p:nvGrpSpPr>
        <p:grpSpPr>
          <a:xfrm>
            <a:off x="16357146" y="7453515"/>
            <a:ext cx="538136" cy="1290982"/>
            <a:chOff x="7026852" y="3311869"/>
            <a:chExt cx="434331" cy="1041954"/>
          </a:xfrm>
        </p:grpSpPr>
        <p:sp>
          <p:nvSpPr>
            <p:cNvPr id="5872" name="Google Shape;5872;p141"/>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873" name="Google Shape;5873;p141"/>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182850" tIns="182850" rIns="182850" bIns="182850" anchor="ctr" anchorCtr="0">
              <a:noAutofit/>
            </a:bodyPr>
            <a:lstStyle/>
            <a:p>
              <a:endParaRPr sz="3600"/>
            </a:p>
          </p:txBody>
        </p:sp>
        <p:sp>
          <p:nvSpPr>
            <p:cNvPr id="5874" name="Google Shape;5874;p141"/>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5875" name="Google Shape;5875;p141"/>
          <p:cNvGrpSpPr/>
          <p:nvPr/>
        </p:nvGrpSpPr>
        <p:grpSpPr>
          <a:xfrm>
            <a:off x="12390308" y="7531990"/>
            <a:ext cx="587764" cy="587672"/>
            <a:chOff x="4873519" y="3311869"/>
            <a:chExt cx="499374" cy="499296"/>
          </a:xfrm>
        </p:grpSpPr>
        <p:sp>
          <p:nvSpPr>
            <p:cNvPr id="5876" name="Google Shape;5876;p141"/>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877" name="Google Shape;5877;p141"/>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182850" tIns="182850" rIns="182850" bIns="182850" anchor="ctr" anchorCtr="0">
              <a:noAutofit/>
            </a:bodyPr>
            <a:lstStyle/>
            <a:p>
              <a:endParaRPr sz="3600"/>
            </a:p>
          </p:txBody>
        </p:sp>
      </p:grpSp>
      <p:grpSp>
        <p:nvGrpSpPr>
          <p:cNvPr id="5878" name="Google Shape;5878;p141"/>
          <p:cNvGrpSpPr/>
          <p:nvPr/>
        </p:nvGrpSpPr>
        <p:grpSpPr>
          <a:xfrm>
            <a:off x="12390308" y="8156732"/>
            <a:ext cx="587764" cy="587764"/>
            <a:chOff x="4873519" y="3875839"/>
            <a:chExt cx="499374" cy="499374"/>
          </a:xfrm>
        </p:grpSpPr>
        <p:sp>
          <p:nvSpPr>
            <p:cNvPr id="5879" name="Google Shape;5879;p141"/>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880" name="Google Shape;5880;p141"/>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182850" tIns="182850" rIns="182850" bIns="182850" anchor="ctr" anchorCtr="0">
              <a:noAutofit/>
            </a:bodyPr>
            <a:lstStyle/>
            <a:p>
              <a:endParaRPr sz="3600"/>
            </a:p>
          </p:txBody>
        </p:sp>
      </p:grpSp>
      <p:grpSp>
        <p:nvGrpSpPr>
          <p:cNvPr id="5881" name="Google Shape;5881;p141"/>
          <p:cNvGrpSpPr/>
          <p:nvPr/>
        </p:nvGrpSpPr>
        <p:grpSpPr>
          <a:xfrm>
            <a:off x="4851362" y="4100638"/>
            <a:ext cx="1396208" cy="1396416"/>
            <a:chOff x="2565073" y="2075876"/>
            <a:chExt cx="672482" cy="672518"/>
          </a:xfrm>
        </p:grpSpPr>
        <p:sp>
          <p:nvSpPr>
            <p:cNvPr id="5882" name="Google Shape;5882;p141"/>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883" name="Google Shape;5883;p141"/>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884" name="Google Shape;5884;p141"/>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885" name="Google Shape;5885;p141"/>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886" name="Google Shape;5886;p141"/>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887" name="Google Shape;5887;p141"/>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888" name="Google Shape;5888;p141"/>
          <p:cNvGrpSpPr/>
          <p:nvPr/>
        </p:nvGrpSpPr>
        <p:grpSpPr>
          <a:xfrm>
            <a:off x="11298184" y="7469839"/>
            <a:ext cx="876708" cy="1274658"/>
            <a:chOff x="1697726" y="3244179"/>
            <a:chExt cx="788124" cy="1146069"/>
          </a:xfrm>
        </p:grpSpPr>
        <p:sp>
          <p:nvSpPr>
            <p:cNvPr id="5889" name="Google Shape;5889;p141"/>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890" name="Google Shape;5890;p141"/>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sp>
        <p:nvSpPr>
          <p:cNvPr id="5891" name="Google Shape;5891;p141"/>
          <p:cNvSpPr/>
          <p:nvPr/>
        </p:nvSpPr>
        <p:spPr>
          <a:xfrm>
            <a:off x="16292702" y="7245406"/>
            <a:ext cx="408" cy="8"/>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nvGrpSpPr>
          <p:cNvPr id="5892" name="Google Shape;5892;p141"/>
          <p:cNvGrpSpPr/>
          <p:nvPr/>
        </p:nvGrpSpPr>
        <p:grpSpPr>
          <a:xfrm>
            <a:off x="15300613" y="4126564"/>
            <a:ext cx="1599130" cy="1340564"/>
            <a:chOff x="7617850" y="2063282"/>
            <a:chExt cx="799565" cy="670282"/>
          </a:xfrm>
        </p:grpSpPr>
        <p:cxnSp>
          <p:nvCxnSpPr>
            <p:cNvPr id="5893" name="Google Shape;5893;p141"/>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894" name="Google Shape;5894;p141"/>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895" name="Google Shape;5895;p141"/>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896" name="Google Shape;5896;p141"/>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897" name="Google Shape;5897;p141"/>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898" name="Google Shape;5898;p141"/>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899" name="Google Shape;5899;p141"/>
            <p:cNvGrpSpPr/>
            <p:nvPr/>
          </p:nvGrpSpPr>
          <p:grpSpPr>
            <a:xfrm>
              <a:off x="7734309" y="2063282"/>
              <a:ext cx="570957" cy="620095"/>
              <a:chOff x="7734309" y="2063282"/>
              <a:chExt cx="570957" cy="620095"/>
            </a:xfrm>
          </p:grpSpPr>
          <p:grpSp>
            <p:nvGrpSpPr>
              <p:cNvPr id="5900" name="Google Shape;5900;p141"/>
              <p:cNvGrpSpPr/>
              <p:nvPr/>
            </p:nvGrpSpPr>
            <p:grpSpPr>
              <a:xfrm>
                <a:off x="8031573" y="2063282"/>
                <a:ext cx="273693" cy="620095"/>
                <a:chOff x="8031573" y="2063282"/>
                <a:chExt cx="273693" cy="620095"/>
              </a:xfrm>
            </p:grpSpPr>
            <p:sp>
              <p:nvSpPr>
                <p:cNvPr id="5901" name="Google Shape;5901;p14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902" name="Google Shape;5902;p14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903" name="Google Shape;5903;p14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904" name="Google Shape;5904;p14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grpSp>
            <p:nvGrpSpPr>
              <p:cNvPr id="5905" name="Google Shape;5905;p141"/>
              <p:cNvGrpSpPr/>
              <p:nvPr/>
            </p:nvGrpSpPr>
            <p:grpSpPr>
              <a:xfrm flipH="1">
                <a:off x="7734309" y="2063282"/>
                <a:ext cx="273693" cy="620095"/>
                <a:chOff x="8031573" y="2063282"/>
                <a:chExt cx="273693" cy="620095"/>
              </a:xfrm>
            </p:grpSpPr>
            <p:sp>
              <p:nvSpPr>
                <p:cNvPr id="5906" name="Google Shape;5906;p14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907" name="Google Shape;5907;p14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908" name="Google Shape;5908;p14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909" name="Google Shape;5909;p14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grpSp>
      </p:grpSp>
      <p:sp>
        <p:nvSpPr>
          <p:cNvPr id="5910" name="Google Shape;5910;p141"/>
          <p:cNvSpPr/>
          <p:nvPr/>
        </p:nvSpPr>
        <p:spPr>
          <a:xfrm>
            <a:off x="14221122" y="7510745"/>
            <a:ext cx="1117484" cy="1233754"/>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911" name="Google Shape;5911;p141"/>
          <p:cNvSpPr/>
          <p:nvPr/>
        </p:nvSpPr>
        <p:spPr>
          <a:xfrm rot="10800000">
            <a:off x="13193487" y="7505572"/>
            <a:ext cx="812222" cy="1238924"/>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5912" name="Google Shape;5912;p141"/>
          <p:cNvGrpSpPr/>
          <p:nvPr/>
        </p:nvGrpSpPr>
        <p:grpSpPr>
          <a:xfrm>
            <a:off x="15673827" y="5833530"/>
            <a:ext cx="1205134" cy="1203768"/>
            <a:chOff x="1186975" y="238125"/>
            <a:chExt cx="5244275" cy="5238325"/>
          </a:xfrm>
        </p:grpSpPr>
        <p:sp>
          <p:nvSpPr>
            <p:cNvPr id="5913" name="Google Shape;5913;p141"/>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914" name="Google Shape;5914;p141"/>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915" name="Google Shape;5915;p141"/>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916" name="Google Shape;5916;p141"/>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grpSp>
        <p:nvGrpSpPr>
          <p:cNvPr id="5917" name="Google Shape;5917;p141"/>
          <p:cNvGrpSpPr/>
          <p:nvPr/>
        </p:nvGrpSpPr>
        <p:grpSpPr>
          <a:xfrm>
            <a:off x="6559300" y="4112498"/>
            <a:ext cx="1303696" cy="1374676"/>
            <a:chOff x="3400515" y="2056248"/>
            <a:chExt cx="698134" cy="735987"/>
          </a:xfrm>
        </p:grpSpPr>
        <p:grpSp>
          <p:nvGrpSpPr>
            <p:cNvPr id="5918" name="Google Shape;5918;p141"/>
            <p:cNvGrpSpPr/>
            <p:nvPr/>
          </p:nvGrpSpPr>
          <p:grpSpPr>
            <a:xfrm>
              <a:off x="3400515" y="2283913"/>
              <a:ext cx="312919" cy="219900"/>
              <a:chOff x="3400515" y="2283913"/>
              <a:chExt cx="312919" cy="219900"/>
            </a:xfrm>
          </p:grpSpPr>
          <p:sp>
            <p:nvSpPr>
              <p:cNvPr id="5919" name="Google Shape;5919;p141"/>
              <p:cNvSpPr/>
              <p:nvPr/>
            </p:nvSpPr>
            <p:spPr>
              <a:xfrm>
                <a:off x="3493534" y="2283913"/>
                <a:ext cx="219900" cy="219900"/>
              </a:xfrm>
              <a:prstGeom prst="ellipse">
                <a:avLst/>
              </a:prstGeom>
              <a:solidFill>
                <a:srgbClr val="435D74"/>
              </a:solidFill>
              <a:ln>
                <a:noFill/>
              </a:ln>
            </p:spPr>
            <p:txBody>
              <a:bodyPr spcFirstLastPara="1" wrap="square" lIns="137150" tIns="68550" rIns="137150" bIns="68550" anchor="ctr" anchorCtr="0">
                <a:noAutofit/>
              </a:bodyPr>
              <a:lstStyle/>
              <a:p>
                <a:pPr algn="ctr"/>
                <a:endParaRPr sz="2800">
                  <a:solidFill>
                    <a:srgbClr val="00C3B1"/>
                  </a:solidFill>
                  <a:latin typeface="Calibri"/>
                  <a:ea typeface="Calibri"/>
                  <a:cs typeface="Calibri"/>
                  <a:sym typeface="Calibri"/>
                </a:endParaRPr>
              </a:p>
            </p:txBody>
          </p:sp>
          <p:cxnSp>
            <p:nvCxnSpPr>
              <p:cNvPr id="5920" name="Google Shape;5920;p141"/>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921" name="Google Shape;5921;p141"/>
            <p:cNvGrpSpPr/>
            <p:nvPr/>
          </p:nvGrpSpPr>
          <p:grpSpPr>
            <a:xfrm>
              <a:off x="3547823" y="2461089"/>
              <a:ext cx="219900" cy="331146"/>
              <a:chOff x="3547823" y="2461089"/>
              <a:chExt cx="219900" cy="331146"/>
            </a:xfrm>
          </p:grpSpPr>
          <p:sp>
            <p:nvSpPr>
              <p:cNvPr id="5922" name="Google Shape;5922;p141"/>
              <p:cNvSpPr/>
              <p:nvPr/>
            </p:nvSpPr>
            <p:spPr>
              <a:xfrm>
                <a:off x="3547823" y="2461089"/>
                <a:ext cx="219900" cy="219900"/>
              </a:xfrm>
              <a:prstGeom prst="ellipse">
                <a:avLst/>
              </a:prstGeom>
              <a:solidFill>
                <a:srgbClr val="5F7D95"/>
              </a:solidFill>
              <a:ln>
                <a:noFill/>
              </a:ln>
            </p:spPr>
            <p:txBody>
              <a:bodyPr spcFirstLastPara="1" wrap="square" lIns="137150" tIns="68550" rIns="137150" bIns="68550" anchor="ctr" anchorCtr="0">
                <a:noAutofit/>
              </a:bodyPr>
              <a:lstStyle/>
              <a:p>
                <a:pPr algn="ctr"/>
                <a:endParaRPr sz="2800">
                  <a:solidFill>
                    <a:srgbClr val="00C3B1"/>
                  </a:solidFill>
                  <a:latin typeface="Calibri"/>
                  <a:ea typeface="Calibri"/>
                  <a:cs typeface="Calibri"/>
                  <a:sym typeface="Calibri"/>
                </a:endParaRPr>
              </a:p>
            </p:txBody>
          </p:sp>
          <p:cxnSp>
            <p:nvCxnSpPr>
              <p:cNvPr id="5923" name="Google Shape;5923;p141"/>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924" name="Google Shape;5924;p141"/>
            <p:cNvGrpSpPr/>
            <p:nvPr/>
          </p:nvGrpSpPr>
          <p:grpSpPr>
            <a:xfrm>
              <a:off x="3734138" y="2461089"/>
              <a:ext cx="219900" cy="331146"/>
              <a:chOff x="3734138" y="2461089"/>
              <a:chExt cx="219900" cy="331146"/>
            </a:xfrm>
          </p:grpSpPr>
          <p:sp>
            <p:nvSpPr>
              <p:cNvPr id="5925" name="Google Shape;5925;p141"/>
              <p:cNvSpPr/>
              <p:nvPr/>
            </p:nvSpPr>
            <p:spPr>
              <a:xfrm>
                <a:off x="3734138" y="2461089"/>
                <a:ext cx="219900" cy="219900"/>
              </a:xfrm>
              <a:prstGeom prst="ellipse">
                <a:avLst/>
              </a:prstGeom>
              <a:solidFill>
                <a:srgbClr val="869FB2"/>
              </a:solidFill>
              <a:ln>
                <a:noFill/>
              </a:ln>
            </p:spPr>
            <p:txBody>
              <a:bodyPr spcFirstLastPara="1" wrap="square" lIns="137150" tIns="68550" rIns="137150" bIns="68550" anchor="ctr" anchorCtr="0">
                <a:noAutofit/>
              </a:bodyPr>
              <a:lstStyle/>
              <a:p>
                <a:pPr algn="ctr"/>
                <a:endParaRPr sz="2800">
                  <a:solidFill>
                    <a:srgbClr val="00C3B1"/>
                  </a:solidFill>
                  <a:latin typeface="Calibri"/>
                  <a:ea typeface="Calibri"/>
                  <a:cs typeface="Calibri"/>
                  <a:sym typeface="Calibri"/>
                </a:endParaRPr>
              </a:p>
            </p:txBody>
          </p:sp>
          <p:cxnSp>
            <p:nvCxnSpPr>
              <p:cNvPr id="5926" name="Google Shape;5926;p141"/>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927" name="Google Shape;5927;p141"/>
            <p:cNvGrpSpPr/>
            <p:nvPr/>
          </p:nvGrpSpPr>
          <p:grpSpPr>
            <a:xfrm>
              <a:off x="3787560" y="2281742"/>
              <a:ext cx="311089" cy="219900"/>
              <a:chOff x="3787560" y="2281742"/>
              <a:chExt cx="311089" cy="219900"/>
            </a:xfrm>
          </p:grpSpPr>
          <p:sp>
            <p:nvSpPr>
              <p:cNvPr id="5928" name="Google Shape;5928;p141"/>
              <p:cNvSpPr/>
              <p:nvPr/>
            </p:nvSpPr>
            <p:spPr>
              <a:xfrm>
                <a:off x="3787560" y="2281742"/>
                <a:ext cx="219900" cy="219900"/>
              </a:xfrm>
              <a:prstGeom prst="ellipse">
                <a:avLst/>
              </a:prstGeom>
              <a:solidFill>
                <a:srgbClr val="A5B7C6"/>
              </a:solidFill>
              <a:ln>
                <a:noFill/>
              </a:ln>
            </p:spPr>
            <p:txBody>
              <a:bodyPr spcFirstLastPara="1" wrap="square" lIns="137150" tIns="68550" rIns="137150" bIns="68550" anchor="ctr" anchorCtr="0">
                <a:noAutofit/>
              </a:bodyPr>
              <a:lstStyle/>
              <a:p>
                <a:pPr algn="ctr"/>
                <a:endParaRPr sz="2800">
                  <a:solidFill>
                    <a:srgbClr val="00C3B1"/>
                  </a:solidFill>
                  <a:latin typeface="Calibri"/>
                  <a:ea typeface="Calibri"/>
                  <a:cs typeface="Calibri"/>
                  <a:sym typeface="Calibri"/>
                </a:endParaRPr>
              </a:p>
            </p:txBody>
          </p:sp>
          <p:cxnSp>
            <p:nvCxnSpPr>
              <p:cNvPr id="5929" name="Google Shape;5929;p141"/>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930" name="Google Shape;5930;p141"/>
            <p:cNvGrpSpPr/>
            <p:nvPr/>
          </p:nvGrpSpPr>
          <p:grpSpPr>
            <a:xfrm>
              <a:off x="3637290" y="2056248"/>
              <a:ext cx="219900" cy="330736"/>
              <a:chOff x="3637290" y="2056248"/>
              <a:chExt cx="219900" cy="330736"/>
            </a:xfrm>
          </p:grpSpPr>
          <p:sp>
            <p:nvSpPr>
              <p:cNvPr id="5931" name="Google Shape;5931;p141"/>
              <p:cNvSpPr/>
              <p:nvPr/>
            </p:nvSpPr>
            <p:spPr>
              <a:xfrm>
                <a:off x="3637290" y="2167085"/>
                <a:ext cx="219900" cy="219900"/>
              </a:xfrm>
              <a:prstGeom prst="ellipse">
                <a:avLst/>
              </a:prstGeom>
              <a:solidFill>
                <a:srgbClr val="BAC8D3"/>
              </a:solidFill>
              <a:ln>
                <a:noFill/>
              </a:ln>
            </p:spPr>
            <p:txBody>
              <a:bodyPr spcFirstLastPara="1" wrap="square" lIns="137150" tIns="68550" rIns="137150" bIns="68550" anchor="ctr" anchorCtr="0">
                <a:noAutofit/>
              </a:bodyPr>
              <a:lstStyle/>
              <a:p>
                <a:pPr algn="ctr"/>
                <a:endParaRPr sz="2800">
                  <a:solidFill>
                    <a:srgbClr val="FFFFFF"/>
                  </a:solidFill>
                  <a:latin typeface="Calibri"/>
                  <a:ea typeface="Calibri"/>
                  <a:cs typeface="Calibri"/>
                  <a:sym typeface="Calibri"/>
                </a:endParaRPr>
              </a:p>
            </p:txBody>
          </p:sp>
          <p:cxnSp>
            <p:nvCxnSpPr>
              <p:cNvPr id="5932" name="Google Shape;5932;p141"/>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933" name="Google Shape;5933;p141"/>
          <p:cNvGrpSpPr/>
          <p:nvPr/>
        </p:nvGrpSpPr>
        <p:grpSpPr>
          <a:xfrm>
            <a:off x="5142712" y="5852510"/>
            <a:ext cx="2536288" cy="1184788"/>
            <a:chOff x="238125" y="1188750"/>
            <a:chExt cx="7140450" cy="3335550"/>
          </a:xfrm>
        </p:grpSpPr>
        <p:sp>
          <p:nvSpPr>
            <p:cNvPr id="5934" name="Google Shape;5934;p141"/>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935" name="Google Shape;5935;p141"/>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936" name="Google Shape;5936;p141"/>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937" name="Google Shape;5937;p141"/>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938" name="Google Shape;5938;p141"/>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939" name="Google Shape;5939;p141"/>
          <p:cNvGrpSpPr/>
          <p:nvPr/>
        </p:nvGrpSpPr>
        <p:grpSpPr>
          <a:xfrm>
            <a:off x="13358514" y="5856821"/>
            <a:ext cx="2107888" cy="1180294"/>
            <a:chOff x="238125" y="1335475"/>
            <a:chExt cx="5418735" cy="3034175"/>
          </a:xfrm>
        </p:grpSpPr>
        <p:sp>
          <p:nvSpPr>
            <p:cNvPr id="5940" name="Google Shape;5940;p141"/>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941" name="Google Shape;5941;p141"/>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5942" name="Google Shape;5942;p141"/>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grpSp>
        <p:nvGrpSpPr>
          <p:cNvPr id="5943" name="Google Shape;5943;p141"/>
          <p:cNvGrpSpPr/>
          <p:nvPr/>
        </p:nvGrpSpPr>
        <p:grpSpPr>
          <a:xfrm>
            <a:off x="8220133" y="7466619"/>
            <a:ext cx="2536414" cy="1277878"/>
            <a:chOff x="3967651" y="3645904"/>
            <a:chExt cx="1479304" cy="745292"/>
          </a:xfrm>
        </p:grpSpPr>
        <p:grpSp>
          <p:nvGrpSpPr>
            <p:cNvPr id="5944" name="Google Shape;5944;p141"/>
            <p:cNvGrpSpPr/>
            <p:nvPr/>
          </p:nvGrpSpPr>
          <p:grpSpPr>
            <a:xfrm>
              <a:off x="3967651" y="4009026"/>
              <a:ext cx="1479304" cy="382170"/>
              <a:chOff x="3967651" y="4009026"/>
              <a:chExt cx="1479304" cy="382170"/>
            </a:xfrm>
          </p:grpSpPr>
          <p:grpSp>
            <p:nvGrpSpPr>
              <p:cNvPr id="5945" name="Google Shape;5945;p141"/>
              <p:cNvGrpSpPr/>
              <p:nvPr/>
            </p:nvGrpSpPr>
            <p:grpSpPr>
              <a:xfrm>
                <a:off x="4892216" y="4195630"/>
                <a:ext cx="554739" cy="195566"/>
                <a:chOff x="3604375" y="4892160"/>
                <a:chExt cx="1651500" cy="582215"/>
              </a:xfrm>
            </p:grpSpPr>
            <p:sp>
              <p:nvSpPr>
                <p:cNvPr id="5946" name="Google Shape;5946;p141"/>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947" name="Google Shape;5947;p141"/>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948" name="Google Shape;5948;p141"/>
              <p:cNvGrpSpPr/>
              <p:nvPr/>
            </p:nvGrpSpPr>
            <p:grpSpPr>
              <a:xfrm>
                <a:off x="3967651" y="4146303"/>
                <a:ext cx="579402" cy="244893"/>
                <a:chOff x="851875" y="4745310"/>
                <a:chExt cx="1724925" cy="729065"/>
              </a:xfrm>
            </p:grpSpPr>
            <p:sp>
              <p:nvSpPr>
                <p:cNvPr id="5949" name="Google Shape;5949;p141"/>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950" name="Google Shape;5950;p141"/>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5951" name="Google Shape;5951;p141"/>
              <p:cNvGrpSpPr/>
              <p:nvPr/>
            </p:nvGrpSpPr>
            <p:grpSpPr>
              <a:xfrm>
                <a:off x="4460753" y="4009026"/>
                <a:ext cx="493110" cy="382170"/>
                <a:chOff x="2319875" y="4336625"/>
                <a:chExt cx="1468025" cy="1137750"/>
              </a:xfrm>
            </p:grpSpPr>
            <p:sp>
              <p:nvSpPr>
                <p:cNvPr id="5952" name="Google Shape;5952;p141"/>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5953" name="Google Shape;5953;p141"/>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182850" tIns="182850" rIns="182850" bIns="182850" anchor="ctr" anchorCtr="0">
                  <a:noAutofit/>
                </a:bodyPr>
                <a:lstStyle/>
                <a:p>
                  <a:endParaRPr sz="3600"/>
                </a:p>
              </p:txBody>
            </p:sp>
          </p:grpSp>
        </p:grpSp>
        <p:grpSp>
          <p:nvGrpSpPr>
            <p:cNvPr id="5954" name="Google Shape;5954;p141"/>
            <p:cNvGrpSpPr/>
            <p:nvPr/>
          </p:nvGrpSpPr>
          <p:grpSpPr>
            <a:xfrm>
              <a:off x="4479443" y="3645904"/>
              <a:ext cx="455965" cy="388789"/>
              <a:chOff x="2957425" y="238100"/>
              <a:chExt cx="1910200" cy="1628775"/>
            </a:xfrm>
          </p:grpSpPr>
          <p:sp>
            <p:nvSpPr>
              <p:cNvPr id="5955" name="Google Shape;5955;p141"/>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956" name="Google Shape;5956;p141"/>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182850" tIns="182850" rIns="182850" bIns="182850" anchor="ctr" anchorCtr="0">
                <a:noAutofit/>
              </a:bodyPr>
              <a:lstStyle/>
              <a:p>
                <a:endParaRPr sz="3600"/>
              </a:p>
            </p:txBody>
          </p:sp>
          <p:sp>
            <p:nvSpPr>
              <p:cNvPr id="5957" name="Google Shape;5957;p141"/>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958" name="Google Shape;5958;p141"/>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182850" tIns="182850" rIns="182850" bIns="182850" anchor="ctr" anchorCtr="0">
                <a:noAutofit/>
              </a:bodyPr>
              <a:lstStyle/>
              <a:p>
                <a:endParaRPr sz="3600"/>
              </a:p>
            </p:txBody>
          </p:sp>
          <p:sp>
            <p:nvSpPr>
              <p:cNvPr id="5959" name="Google Shape;5959;p141"/>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960" name="Google Shape;5960;p141"/>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961" name="Google Shape;5961;p141"/>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182850" tIns="182850" rIns="182850" bIns="182850" anchor="ctr" anchorCtr="0">
                <a:noAutofit/>
              </a:bodyPr>
              <a:lstStyle/>
              <a:p>
                <a:endParaRPr sz="3600"/>
              </a:p>
            </p:txBody>
          </p:sp>
          <p:sp>
            <p:nvSpPr>
              <p:cNvPr id="5962" name="Google Shape;5962;p141"/>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182850" tIns="182850" rIns="182850" bIns="182850" anchor="ctr" anchorCtr="0">
                <a:noAutofit/>
              </a:bodyPr>
              <a:lstStyle/>
              <a:p>
                <a:endParaRPr sz="3600"/>
              </a:p>
            </p:txBody>
          </p:sp>
          <p:sp>
            <p:nvSpPr>
              <p:cNvPr id="5963" name="Google Shape;5963;p141"/>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182850" tIns="182850" rIns="182850" bIns="182850" anchor="ctr" anchorCtr="0">
                <a:noAutofit/>
              </a:bodyPr>
              <a:lstStyle/>
              <a:p>
                <a:endParaRPr sz="3600"/>
              </a:p>
            </p:txBody>
          </p:sp>
          <p:sp>
            <p:nvSpPr>
              <p:cNvPr id="5964" name="Google Shape;5964;p141"/>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grpSp>
      <p:grpSp>
        <p:nvGrpSpPr>
          <p:cNvPr id="5965" name="Google Shape;5965;p141"/>
          <p:cNvGrpSpPr/>
          <p:nvPr/>
        </p:nvGrpSpPr>
        <p:grpSpPr>
          <a:xfrm>
            <a:off x="4992358" y="7469021"/>
            <a:ext cx="2486256" cy="1275478"/>
            <a:chOff x="2496310" y="3693351"/>
            <a:chExt cx="1342906" cy="688926"/>
          </a:xfrm>
        </p:grpSpPr>
        <p:grpSp>
          <p:nvGrpSpPr>
            <p:cNvPr id="5966" name="Google Shape;5966;p141"/>
            <p:cNvGrpSpPr/>
            <p:nvPr/>
          </p:nvGrpSpPr>
          <p:grpSpPr>
            <a:xfrm>
              <a:off x="2496310" y="3693351"/>
              <a:ext cx="1342906" cy="688875"/>
              <a:chOff x="2496310" y="3693351"/>
              <a:chExt cx="1342906" cy="688875"/>
            </a:xfrm>
          </p:grpSpPr>
          <p:sp>
            <p:nvSpPr>
              <p:cNvPr id="5967" name="Google Shape;5967;p141"/>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5968" name="Google Shape;5968;p141"/>
              <p:cNvSpPr/>
              <p:nvPr/>
            </p:nvSpPr>
            <p:spPr>
              <a:xfrm>
                <a:off x="3420688" y="3858516"/>
                <a:ext cx="65100" cy="65100"/>
              </a:xfrm>
              <a:prstGeom prst="ellipse">
                <a:avLst/>
              </a:prstGeom>
              <a:solidFill>
                <a:srgbClr val="869FB2"/>
              </a:solidFill>
              <a:ln>
                <a:noFill/>
              </a:ln>
            </p:spPr>
            <p:txBody>
              <a:bodyPr spcFirstLastPara="1" wrap="square" lIns="182850" tIns="182850" rIns="182850" bIns="182850" anchor="ctr" anchorCtr="0">
                <a:noAutofit/>
              </a:bodyPr>
              <a:lstStyle/>
              <a:p>
                <a:endParaRPr sz="3600"/>
              </a:p>
            </p:txBody>
          </p:sp>
          <p:sp>
            <p:nvSpPr>
              <p:cNvPr id="5969" name="Google Shape;5969;p141"/>
              <p:cNvSpPr/>
              <p:nvPr/>
            </p:nvSpPr>
            <p:spPr>
              <a:xfrm>
                <a:off x="3135700" y="3791751"/>
                <a:ext cx="65100" cy="65100"/>
              </a:xfrm>
              <a:prstGeom prst="ellipse">
                <a:avLst/>
              </a:prstGeom>
              <a:solidFill>
                <a:srgbClr val="869FB2"/>
              </a:solidFill>
              <a:ln>
                <a:noFill/>
              </a:ln>
            </p:spPr>
            <p:txBody>
              <a:bodyPr spcFirstLastPara="1" wrap="square" lIns="182850" tIns="182850" rIns="182850" bIns="182850" anchor="ctr" anchorCtr="0">
                <a:noAutofit/>
              </a:bodyPr>
              <a:lstStyle/>
              <a:p>
                <a:endParaRPr sz="3600"/>
              </a:p>
            </p:txBody>
          </p:sp>
          <p:sp>
            <p:nvSpPr>
              <p:cNvPr id="5970" name="Google Shape;5970;p141"/>
              <p:cNvSpPr/>
              <p:nvPr/>
            </p:nvSpPr>
            <p:spPr>
              <a:xfrm>
                <a:off x="3620515" y="4032917"/>
                <a:ext cx="65100" cy="65100"/>
              </a:xfrm>
              <a:prstGeom prst="ellipse">
                <a:avLst/>
              </a:prstGeom>
              <a:solidFill>
                <a:srgbClr val="869FB2"/>
              </a:solidFill>
              <a:ln>
                <a:noFill/>
              </a:ln>
            </p:spPr>
            <p:txBody>
              <a:bodyPr spcFirstLastPara="1" wrap="square" lIns="182850" tIns="182850" rIns="182850" bIns="182850" anchor="ctr" anchorCtr="0">
                <a:noAutofit/>
              </a:bodyPr>
              <a:lstStyle/>
              <a:p>
                <a:endParaRPr sz="3600"/>
              </a:p>
            </p:txBody>
          </p:sp>
          <p:sp>
            <p:nvSpPr>
              <p:cNvPr id="5971" name="Google Shape;5971;p141"/>
              <p:cNvSpPr/>
              <p:nvPr/>
            </p:nvSpPr>
            <p:spPr>
              <a:xfrm>
                <a:off x="2843808" y="3858516"/>
                <a:ext cx="65100" cy="65100"/>
              </a:xfrm>
              <a:prstGeom prst="ellipse">
                <a:avLst/>
              </a:prstGeom>
              <a:solidFill>
                <a:srgbClr val="869FB2"/>
              </a:solidFill>
              <a:ln>
                <a:noFill/>
              </a:ln>
            </p:spPr>
            <p:txBody>
              <a:bodyPr spcFirstLastPara="1" wrap="square" lIns="182850" tIns="182850" rIns="182850" bIns="182850" anchor="ctr" anchorCtr="0">
                <a:noAutofit/>
              </a:bodyPr>
              <a:lstStyle/>
              <a:p>
                <a:endParaRPr sz="3600"/>
              </a:p>
            </p:txBody>
          </p:sp>
          <p:sp>
            <p:nvSpPr>
              <p:cNvPr id="5972" name="Google Shape;5972;p141"/>
              <p:cNvSpPr/>
              <p:nvPr/>
            </p:nvSpPr>
            <p:spPr>
              <a:xfrm>
                <a:off x="2652010" y="4032917"/>
                <a:ext cx="65100" cy="65100"/>
              </a:xfrm>
              <a:prstGeom prst="ellipse">
                <a:avLst/>
              </a:prstGeom>
              <a:solidFill>
                <a:srgbClr val="869FB2"/>
              </a:solidFill>
              <a:ln>
                <a:noFill/>
              </a:ln>
            </p:spPr>
            <p:txBody>
              <a:bodyPr spcFirstLastPara="1" wrap="square" lIns="182850" tIns="182850" rIns="182850" bIns="182850" anchor="ctr" anchorCtr="0">
                <a:noAutofit/>
              </a:bodyPr>
              <a:lstStyle/>
              <a:p>
                <a:endParaRPr sz="3600"/>
              </a:p>
            </p:txBody>
          </p:sp>
          <p:cxnSp>
            <p:nvCxnSpPr>
              <p:cNvPr id="5973" name="Google Shape;5973;p141"/>
              <p:cNvCxnSpPr>
                <a:stCxn id="5971"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974" name="Google Shape;5974;p141"/>
              <p:cNvCxnSpPr>
                <a:stCxn id="5968"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975" name="Google Shape;5975;p141"/>
              <p:cNvCxnSpPr>
                <a:stCxn id="5969"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976" name="Google Shape;5976;p141"/>
              <p:cNvCxnSpPr>
                <a:stCxn id="5972"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977" name="Google Shape;5977;p141"/>
              <p:cNvCxnSpPr>
                <a:stCxn id="5970"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978" name="Google Shape;5978;p141"/>
            <p:cNvGrpSpPr/>
            <p:nvPr/>
          </p:nvGrpSpPr>
          <p:grpSpPr>
            <a:xfrm>
              <a:off x="2675275" y="3930557"/>
              <a:ext cx="1003306" cy="451719"/>
              <a:chOff x="2675275" y="4174282"/>
              <a:chExt cx="1003306" cy="451719"/>
            </a:xfrm>
          </p:grpSpPr>
          <p:sp>
            <p:nvSpPr>
              <p:cNvPr id="5979" name="Google Shape;5979;p141"/>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182850" tIns="182850" rIns="182850" bIns="182850" anchor="ctr" anchorCtr="0">
                <a:noAutofit/>
              </a:bodyPr>
              <a:lstStyle/>
              <a:p>
                <a:endParaRPr sz="3600"/>
              </a:p>
            </p:txBody>
          </p:sp>
          <p:sp>
            <p:nvSpPr>
              <p:cNvPr id="5980" name="Google Shape;5980;p141"/>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5981" name="Google Shape;5981;p141"/>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grpSp>
        <p:nvGrpSpPr>
          <p:cNvPr id="5982" name="Google Shape;5982;p141"/>
          <p:cNvGrpSpPr/>
          <p:nvPr/>
        </p:nvGrpSpPr>
        <p:grpSpPr>
          <a:xfrm>
            <a:off x="3339701" y="2342713"/>
            <a:ext cx="1149022" cy="1749418"/>
            <a:chOff x="1715404" y="1112080"/>
            <a:chExt cx="642270" cy="977984"/>
          </a:xfrm>
        </p:grpSpPr>
        <p:grpSp>
          <p:nvGrpSpPr>
            <p:cNvPr id="5983" name="Google Shape;5983;p141"/>
            <p:cNvGrpSpPr/>
            <p:nvPr/>
          </p:nvGrpSpPr>
          <p:grpSpPr>
            <a:xfrm>
              <a:off x="1715404" y="1112080"/>
              <a:ext cx="642270" cy="977984"/>
              <a:chOff x="1715404" y="1112080"/>
              <a:chExt cx="642270" cy="977984"/>
            </a:xfrm>
          </p:grpSpPr>
          <p:sp>
            <p:nvSpPr>
              <p:cNvPr id="5984" name="Google Shape;5984;p141"/>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182850" tIns="182850" rIns="182850" bIns="182850" anchor="ctr" anchorCtr="0">
                <a:noAutofit/>
              </a:bodyPr>
              <a:lstStyle/>
              <a:p>
                <a:endParaRPr sz="3600"/>
              </a:p>
            </p:txBody>
          </p:sp>
          <p:sp>
            <p:nvSpPr>
              <p:cNvPr id="5985" name="Google Shape;5985;p141"/>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182850" tIns="182850" rIns="182850" bIns="182850" anchor="ctr" anchorCtr="0">
                <a:noAutofit/>
              </a:bodyPr>
              <a:lstStyle/>
              <a:p>
                <a:endParaRPr sz="3600"/>
              </a:p>
            </p:txBody>
          </p:sp>
        </p:grpSp>
        <p:grpSp>
          <p:nvGrpSpPr>
            <p:cNvPr id="5986" name="Google Shape;5986;p141"/>
            <p:cNvGrpSpPr/>
            <p:nvPr/>
          </p:nvGrpSpPr>
          <p:grpSpPr>
            <a:xfrm>
              <a:off x="1768927" y="1165603"/>
              <a:ext cx="535225" cy="851367"/>
              <a:chOff x="1768927" y="1165603"/>
              <a:chExt cx="535225" cy="851367"/>
            </a:xfrm>
          </p:grpSpPr>
          <p:sp>
            <p:nvSpPr>
              <p:cNvPr id="5987" name="Google Shape;5987;p141"/>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5988" name="Google Shape;5988;p141"/>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5989" name="Google Shape;5989;p141"/>
            <p:cNvGrpSpPr/>
            <p:nvPr/>
          </p:nvGrpSpPr>
          <p:grpSpPr>
            <a:xfrm>
              <a:off x="1822449" y="1219125"/>
              <a:ext cx="428180" cy="718859"/>
              <a:chOff x="1822449" y="1219125"/>
              <a:chExt cx="428180" cy="718859"/>
            </a:xfrm>
          </p:grpSpPr>
          <p:sp>
            <p:nvSpPr>
              <p:cNvPr id="5990" name="Google Shape;5990;p141"/>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5991" name="Google Shape;5991;p141"/>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grpSp>
          <p:nvGrpSpPr>
            <p:cNvPr id="5992" name="Google Shape;5992;p141"/>
            <p:cNvGrpSpPr/>
            <p:nvPr/>
          </p:nvGrpSpPr>
          <p:grpSpPr>
            <a:xfrm>
              <a:off x="1875972" y="1272648"/>
              <a:ext cx="321135" cy="586939"/>
              <a:chOff x="1875972" y="1272648"/>
              <a:chExt cx="321135" cy="586939"/>
            </a:xfrm>
          </p:grpSpPr>
          <p:sp>
            <p:nvSpPr>
              <p:cNvPr id="5993" name="Google Shape;5993;p141"/>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5994" name="Google Shape;5994;p141"/>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grpSp>
        <p:nvGrpSpPr>
          <p:cNvPr id="5995" name="Google Shape;5995;p141"/>
          <p:cNvGrpSpPr/>
          <p:nvPr/>
        </p:nvGrpSpPr>
        <p:grpSpPr>
          <a:xfrm>
            <a:off x="15554023" y="7456156"/>
            <a:ext cx="587710" cy="1288340"/>
            <a:chOff x="241025" y="3151575"/>
            <a:chExt cx="293855" cy="644170"/>
          </a:xfrm>
        </p:grpSpPr>
        <p:sp>
          <p:nvSpPr>
            <p:cNvPr id="5996" name="Google Shape;5996;p141"/>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5997" name="Google Shape;5997;p141"/>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5998" name="Google Shape;5998;p141"/>
          <p:cNvGrpSpPr/>
          <p:nvPr/>
        </p:nvGrpSpPr>
        <p:grpSpPr>
          <a:xfrm>
            <a:off x="1449989" y="5856156"/>
            <a:ext cx="3559298" cy="1183240"/>
            <a:chOff x="246070" y="1983375"/>
            <a:chExt cx="1855347" cy="616849"/>
          </a:xfrm>
        </p:grpSpPr>
        <p:sp>
          <p:nvSpPr>
            <p:cNvPr id="5999" name="Google Shape;5999;p141"/>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000" name="Google Shape;6000;p141"/>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001" name="Google Shape;6001;p141"/>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6002" name="Google Shape;6002;p141"/>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182850" tIns="182850" rIns="182850" bIns="182850" anchor="ctr" anchorCtr="0">
              <a:noAutofit/>
            </a:bodyPr>
            <a:lstStyle/>
            <a:p>
              <a:endParaRPr sz="3600"/>
            </a:p>
          </p:txBody>
        </p:sp>
        <p:sp>
          <p:nvSpPr>
            <p:cNvPr id="6003" name="Google Shape;6003;p141"/>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004" name="Google Shape;6004;p141"/>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6005" name="Google Shape;6005;p141"/>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006" name="Google Shape;6006;p141"/>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007" name="Google Shape;6007;p141"/>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182850" tIns="182850" rIns="182850" bIns="182850" anchor="ctr" anchorCtr="0">
              <a:noAutofit/>
            </a:bodyPr>
            <a:lstStyle/>
            <a:p>
              <a:endParaRPr sz="3600"/>
            </a:p>
          </p:txBody>
        </p:sp>
      </p:grpSp>
      <p:grpSp>
        <p:nvGrpSpPr>
          <p:cNvPr id="6008" name="Google Shape;6008;p141"/>
          <p:cNvGrpSpPr/>
          <p:nvPr/>
        </p:nvGrpSpPr>
        <p:grpSpPr>
          <a:xfrm>
            <a:off x="4671723" y="2342713"/>
            <a:ext cx="1422110" cy="1491986"/>
            <a:chOff x="2496269" y="1171698"/>
            <a:chExt cx="761953" cy="799392"/>
          </a:xfrm>
        </p:grpSpPr>
        <p:grpSp>
          <p:nvGrpSpPr>
            <p:cNvPr id="6009" name="Google Shape;6009;p141"/>
            <p:cNvGrpSpPr/>
            <p:nvPr/>
          </p:nvGrpSpPr>
          <p:grpSpPr>
            <a:xfrm>
              <a:off x="2496269" y="1171698"/>
              <a:ext cx="761953" cy="723022"/>
              <a:chOff x="2496269" y="1171698"/>
              <a:chExt cx="761953" cy="723022"/>
            </a:xfrm>
          </p:grpSpPr>
          <p:sp>
            <p:nvSpPr>
              <p:cNvPr id="6010" name="Google Shape;6010;p141"/>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182850" tIns="182850" rIns="182850" bIns="182850" anchor="ctr" anchorCtr="0">
                <a:noAutofit/>
              </a:bodyPr>
              <a:lstStyle/>
              <a:p>
                <a:endParaRPr sz="3600"/>
              </a:p>
            </p:txBody>
          </p:sp>
          <p:sp>
            <p:nvSpPr>
              <p:cNvPr id="6011" name="Google Shape;6011;p141"/>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nvGrpSpPr>
              <p:cNvPr id="6012" name="Google Shape;6012;p141"/>
              <p:cNvGrpSpPr/>
              <p:nvPr/>
            </p:nvGrpSpPr>
            <p:grpSpPr>
              <a:xfrm>
                <a:off x="2496269" y="1171698"/>
                <a:ext cx="761953" cy="723022"/>
                <a:chOff x="2496269" y="1120652"/>
                <a:chExt cx="761953" cy="723022"/>
              </a:xfrm>
            </p:grpSpPr>
            <p:grpSp>
              <p:nvGrpSpPr>
                <p:cNvPr id="6013" name="Google Shape;6013;p141"/>
                <p:cNvGrpSpPr/>
                <p:nvPr/>
              </p:nvGrpSpPr>
              <p:grpSpPr>
                <a:xfrm>
                  <a:off x="2496269" y="1120652"/>
                  <a:ext cx="761953" cy="723022"/>
                  <a:chOff x="2496269" y="1120652"/>
                  <a:chExt cx="761953" cy="723022"/>
                </a:xfrm>
              </p:grpSpPr>
              <p:grpSp>
                <p:nvGrpSpPr>
                  <p:cNvPr id="6014" name="Google Shape;6014;p141"/>
                  <p:cNvGrpSpPr/>
                  <p:nvPr/>
                </p:nvGrpSpPr>
                <p:grpSpPr>
                  <a:xfrm>
                    <a:off x="2496269" y="1304589"/>
                    <a:ext cx="407089" cy="305057"/>
                    <a:chOff x="2496269" y="1304589"/>
                    <a:chExt cx="407089" cy="305057"/>
                  </a:xfrm>
                </p:grpSpPr>
                <p:sp>
                  <p:nvSpPr>
                    <p:cNvPr id="6015" name="Google Shape;6015;p141"/>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182850" tIns="182850" rIns="182850" bIns="182850" anchor="ctr" anchorCtr="0">
                      <a:noAutofit/>
                    </a:bodyPr>
                    <a:lstStyle/>
                    <a:p>
                      <a:endParaRPr sz="3600"/>
                    </a:p>
                  </p:txBody>
                </p:sp>
                <p:sp>
                  <p:nvSpPr>
                    <p:cNvPr id="6016" name="Google Shape;6016;p141"/>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6017" name="Google Shape;6017;p141"/>
                  <p:cNvGrpSpPr/>
                  <p:nvPr/>
                </p:nvGrpSpPr>
                <p:grpSpPr>
                  <a:xfrm>
                    <a:off x="2586468" y="1493376"/>
                    <a:ext cx="358850" cy="349656"/>
                    <a:chOff x="2586468" y="1493376"/>
                    <a:chExt cx="358850" cy="349656"/>
                  </a:xfrm>
                </p:grpSpPr>
                <p:sp>
                  <p:nvSpPr>
                    <p:cNvPr id="6018" name="Google Shape;6018;p141"/>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6019" name="Google Shape;6019;p141"/>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6020" name="Google Shape;6020;p141"/>
                  <p:cNvGrpSpPr/>
                  <p:nvPr/>
                </p:nvGrpSpPr>
                <p:grpSpPr>
                  <a:xfrm>
                    <a:off x="2807939" y="1494024"/>
                    <a:ext cx="358857" cy="349650"/>
                    <a:chOff x="2807939" y="1494024"/>
                    <a:chExt cx="358857" cy="349650"/>
                  </a:xfrm>
                </p:grpSpPr>
                <p:sp>
                  <p:nvSpPr>
                    <p:cNvPr id="6021" name="Google Shape;6021;p141"/>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022" name="Google Shape;6022;p141"/>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6023" name="Google Shape;6023;p141"/>
                  <p:cNvGrpSpPr/>
                  <p:nvPr/>
                </p:nvGrpSpPr>
                <p:grpSpPr>
                  <a:xfrm>
                    <a:off x="2851133" y="1305635"/>
                    <a:ext cx="407089" cy="305057"/>
                    <a:chOff x="2851133" y="1305635"/>
                    <a:chExt cx="407089" cy="305057"/>
                  </a:xfrm>
                </p:grpSpPr>
                <p:sp>
                  <p:nvSpPr>
                    <p:cNvPr id="6024" name="Google Shape;6024;p141"/>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6025" name="Google Shape;6025;p141"/>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nvGrpSpPr>
                  <p:cNvPr id="6026" name="Google Shape;6026;p141"/>
                  <p:cNvGrpSpPr/>
                  <p:nvPr/>
                </p:nvGrpSpPr>
                <p:grpSpPr>
                  <a:xfrm>
                    <a:off x="2727495" y="1120652"/>
                    <a:ext cx="300271" cy="396358"/>
                    <a:chOff x="2727495" y="1120652"/>
                    <a:chExt cx="300271" cy="396358"/>
                  </a:xfrm>
                </p:grpSpPr>
                <p:sp>
                  <p:nvSpPr>
                    <p:cNvPr id="6027" name="Google Shape;6027;p141"/>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028" name="Google Shape;6028;p141"/>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grpSp>
              <p:nvGrpSpPr>
                <p:cNvPr id="6029" name="Google Shape;6029;p141"/>
                <p:cNvGrpSpPr/>
                <p:nvPr/>
              </p:nvGrpSpPr>
              <p:grpSpPr>
                <a:xfrm>
                  <a:off x="2722305" y="1350460"/>
                  <a:ext cx="308357" cy="308344"/>
                  <a:chOff x="2722305" y="1350460"/>
                  <a:chExt cx="308357" cy="308344"/>
                </a:xfrm>
              </p:grpSpPr>
              <p:sp>
                <p:nvSpPr>
                  <p:cNvPr id="6030" name="Google Shape;6030;p141"/>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182850" tIns="182850" rIns="182850" bIns="182850" anchor="ctr" anchorCtr="0">
                    <a:noAutofit/>
                  </a:bodyPr>
                  <a:lstStyle/>
                  <a:p>
                    <a:endParaRPr sz="3600"/>
                  </a:p>
                </p:txBody>
              </p:sp>
              <p:grpSp>
                <p:nvGrpSpPr>
                  <p:cNvPr id="6031" name="Google Shape;6031;p141"/>
                  <p:cNvGrpSpPr/>
                  <p:nvPr/>
                </p:nvGrpSpPr>
                <p:grpSpPr>
                  <a:xfrm>
                    <a:off x="2725064" y="1364529"/>
                    <a:ext cx="297954" cy="280182"/>
                    <a:chOff x="2725064" y="1364529"/>
                    <a:chExt cx="297954" cy="280182"/>
                  </a:xfrm>
                </p:grpSpPr>
                <p:sp>
                  <p:nvSpPr>
                    <p:cNvPr id="6032" name="Google Shape;6032;p141"/>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6033" name="Google Shape;6033;p141"/>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6034" name="Google Shape;6034;p141"/>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035" name="Google Shape;6035;p141"/>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036" name="Google Shape;6036;p141"/>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182850" tIns="182850" rIns="182850" bIns="182850" anchor="ctr" anchorCtr="0">
                      <a:noAutofit/>
                    </a:bodyPr>
                    <a:lstStyle/>
                    <a:p>
                      <a:endParaRPr sz="3600"/>
                    </a:p>
                  </p:txBody>
                </p:sp>
              </p:grpSp>
            </p:grpSp>
          </p:grpSp>
        </p:grpSp>
        <p:sp>
          <p:nvSpPr>
            <p:cNvPr id="6037" name="Google Shape;6037;p141"/>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038" name="Google Shape;6038;p141"/>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039" name="Google Shape;6039;p141"/>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040" name="Google Shape;6040;p141"/>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041" name="Google Shape;6041;p141"/>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6042" name="Google Shape;6042;p141"/>
          <p:cNvGrpSpPr/>
          <p:nvPr/>
        </p:nvGrpSpPr>
        <p:grpSpPr>
          <a:xfrm>
            <a:off x="7849122" y="5854925"/>
            <a:ext cx="3138288" cy="1182030"/>
            <a:chOff x="3820100" y="3023049"/>
            <a:chExt cx="1303926" cy="491162"/>
          </a:xfrm>
        </p:grpSpPr>
        <p:grpSp>
          <p:nvGrpSpPr>
            <p:cNvPr id="6043" name="Google Shape;6043;p141"/>
            <p:cNvGrpSpPr/>
            <p:nvPr/>
          </p:nvGrpSpPr>
          <p:grpSpPr>
            <a:xfrm>
              <a:off x="3820100" y="3023072"/>
              <a:ext cx="1303926" cy="491139"/>
              <a:chOff x="3820100" y="3023072"/>
              <a:chExt cx="1303926" cy="491139"/>
            </a:xfrm>
          </p:grpSpPr>
          <p:sp>
            <p:nvSpPr>
              <p:cNvPr id="6044" name="Google Shape;6044;p141"/>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6045" name="Google Shape;6045;p141"/>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182850" tIns="182850" rIns="182850" bIns="182850" anchor="ctr" anchorCtr="0">
                <a:noAutofit/>
              </a:bodyPr>
              <a:lstStyle/>
              <a:p>
                <a:endParaRPr sz="3600"/>
              </a:p>
            </p:txBody>
          </p:sp>
        </p:grpSp>
        <p:grpSp>
          <p:nvGrpSpPr>
            <p:cNvPr id="6046" name="Google Shape;6046;p141"/>
            <p:cNvGrpSpPr/>
            <p:nvPr/>
          </p:nvGrpSpPr>
          <p:grpSpPr>
            <a:xfrm>
              <a:off x="4132439" y="3023645"/>
              <a:ext cx="393633" cy="177096"/>
              <a:chOff x="4132439" y="3023645"/>
              <a:chExt cx="393633" cy="177096"/>
            </a:xfrm>
          </p:grpSpPr>
          <p:sp>
            <p:nvSpPr>
              <p:cNvPr id="6047" name="Google Shape;6047;p141"/>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048" name="Google Shape;6048;p141"/>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6049" name="Google Shape;6049;p141"/>
            <p:cNvGrpSpPr/>
            <p:nvPr/>
          </p:nvGrpSpPr>
          <p:grpSpPr>
            <a:xfrm>
              <a:off x="3921811" y="3023049"/>
              <a:ext cx="1002397" cy="388943"/>
              <a:chOff x="3921811" y="3023049"/>
              <a:chExt cx="1002397" cy="388943"/>
            </a:xfrm>
          </p:grpSpPr>
          <p:sp>
            <p:nvSpPr>
              <p:cNvPr id="6050" name="Google Shape;6050;p141"/>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6051" name="Google Shape;6051;p141"/>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6052" name="Google Shape;6052;p141"/>
            <p:cNvGrpSpPr/>
            <p:nvPr/>
          </p:nvGrpSpPr>
          <p:grpSpPr>
            <a:xfrm>
              <a:off x="4023645" y="3023049"/>
              <a:ext cx="683032" cy="286722"/>
              <a:chOff x="4023645" y="3023049"/>
              <a:chExt cx="683032" cy="286722"/>
            </a:xfrm>
          </p:grpSpPr>
          <p:sp>
            <p:nvSpPr>
              <p:cNvPr id="6053" name="Google Shape;6053;p141"/>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054" name="Google Shape;6054;p141"/>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grpSp>
        <p:nvGrpSpPr>
          <p:cNvPr id="6055" name="Google Shape;6055;p141"/>
          <p:cNvGrpSpPr/>
          <p:nvPr/>
        </p:nvGrpSpPr>
        <p:grpSpPr>
          <a:xfrm>
            <a:off x="3113366" y="4108615"/>
            <a:ext cx="1427044" cy="1376050"/>
            <a:chOff x="1706078" y="2092648"/>
            <a:chExt cx="660913" cy="637296"/>
          </a:xfrm>
        </p:grpSpPr>
        <p:sp>
          <p:nvSpPr>
            <p:cNvPr id="6056" name="Google Shape;6056;p141"/>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nvGrpSpPr>
            <p:cNvPr id="6057" name="Google Shape;6057;p141"/>
            <p:cNvGrpSpPr/>
            <p:nvPr/>
          </p:nvGrpSpPr>
          <p:grpSpPr>
            <a:xfrm>
              <a:off x="1706078" y="2092648"/>
              <a:ext cx="660913" cy="575241"/>
              <a:chOff x="1706078" y="2092648"/>
              <a:chExt cx="660913" cy="575241"/>
            </a:xfrm>
          </p:grpSpPr>
          <p:sp>
            <p:nvSpPr>
              <p:cNvPr id="6058" name="Google Shape;6058;p141"/>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059" name="Google Shape;6059;p141"/>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182850" tIns="182850" rIns="182850" bIns="182850" anchor="ctr" anchorCtr="0">
                <a:noAutofit/>
              </a:bodyPr>
              <a:lstStyle/>
              <a:p>
                <a:endParaRPr sz="3600"/>
              </a:p>
            </p:txBody>
          </p:sp>
          <p:sp>
            <p:nvSpPr>
              <p:cNvPr id="6060" name="Google Shape;6060;p141"/>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grpSp>
      </p:grpSp>
      <p:grpSp>
        <p:nvGrpSpPr>
          <p:cNvPr id="6061" name="Google Shape;6061;p141"/>
          <p:cNvGrpSpPr/>
          <p:nvPr/>
        </p:nvGrpSpPr>
        <p:grpSpPr>
          <a:xfrm>
            <a:off x="12637085" y="2343712"/>
            <a:ext cx="2634918" cy="1368336"/>
            <a:chOff x="238125" y="999450"/>
            <a:chExt cx="7140700" cy="3708225"/>
          </a:xfrm>
        </p:grpSpPr>
        <p:sp>
          <p:nvSpPr>
            <p:cNvPr id="6062" name="Google Shape;6062;p141"/>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063" name="Google Shape;6063;p141"/>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064" name="Google Shape;6064;p141"/>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6065" name="Google Shape;6065;p141"/>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182850" tIns="182850" rIns="182850" bIns="182850" anchor="ctr" anchorCtr="0">
              <a:noAutofit/>
            </a:bodyPr>
            <a:lstStyle/>
            <a:p>
              <a:endParaRPr sz="3600"/>
            </a:p>
          </p:txBody>
        </p:sp>
        <p:sp>
          <p:nvSpPr>
            <p:cNvPr id="6066" name="Google Shape;6066;p141"/>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182850" tIns="182850" rIns="182850" bIns="182850" anchor="ctr" anchorCtr="0">
              <a:noAutofit/>
            </a:bodyPr>
            <a:lstStyle/>
            <a:p>
              <a:endParaRPr sz="3600"/>
            </a:p>
          </p:txBody>
        </p:sp>
        <p:sp>
          <p:nvSpPr>
            <p:cNvPr id="6067" name="Google Shape;6067;p141"/>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182850" tIns="182850" rIns="182850" bIns="182850" anchor="ctr" anchorCtr="0">
              <a:noAutofit/>
            </a:bodyPr>
            <a:lstStyle/>
            <a:p>
              <a:endParaRPr sz="3600"/>
            </a:p>
          </p:txBody>
        </p:sp>
        <p:sp>
          <p:nvSpPr>
            <p:cNvPr id="6068" name="Google Shape;6068;p141"/>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6069" name="Google Shape;6069;p141"/>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070" name="Google Shape;6070;p141"/>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074"/>
        <p:cNvGrpSpPr/>
        <p:nvPr/>
      </p:nvGrpSpPr>
      <p:grpSpPr>
        <a:xfrm>
          <a:off x="0" y="0"/>
          <a:ext cx="0" cy="0"/>
          <a:chOff x="0" y="0"/>
          <a:chExt cx="0" cy="0"/>
        </a:xfrm>
      </p:grpSpPr>
      <p:grpSp>
        <p:nvGrpSpPr>
          <p:cNvPr id="6075" name="Google Shape;6075;p142"/>
          <p:cNvGrpSpPr/>
          <p:nvPr/>
        </p:nvGrpSpPr>
        <p:grpSpPr>
          <a:xfrm>
            <a:off x="1458477" y="2359330"/>
            <a:ext cx="3272234" cy="3052288"/>
            <a:chOff x="729238" y="1179665"/>
            <a:chExt cx="1636117" cy="1526144"/>
          </a:xfrm>
        </p:grpSpPr>
        <p:grpSp>
          <p:nvGrpSpPr>
            <p:cNvPr id="6076" name="Google Shape;6076;p142"/>
            <p:cNvGrpSpPr/>
            <p:nvPr/>
          </p:nvGrpSpPr>
          <p:grpSpPr>
            <a:xfrm>
              <a:off x="729238" y="1179665"/>
              <a:ext cx="80700" cy="1526144"/>
              <a:chOff x="729238" y="1179665"/>
              <a:chExt cx="80700" cy="1526144"/>
            </a:xfrm>
          </p:grpSpPr>
          <p:sp>
            <p:nvSpPr>
              <p:cNvPr id="6077" name="Google Shape;6077;p142"/>
              <p:cNvSpPr/>
              <p:nvPr/>
            </p:nvSpPr>
            <p:spPr>
              <a:xfrm>
                <a:off x="729238"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78" name="Google Shape;6078;p142"/>
              <p:cNvSpPr/>
              <p:nvPr/>
            </p:nvSpPr>
            <p:spPr>
              <a:xfrm>
                <a:off x="729238"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79" name="Google Shape;6079;p142"/>
              <p:cNvSpPr/>
              <p:nvPr/>
            </p:nvSpPr>
            <p:spPr>
              <a:xfrm>
                <a:off x="729238"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80" name="Google Shape;6080;p142"/>
              <p:cNvSpPr/>
              <p:nvPr/>
            </p:nvSpPr>
            <p:spPr>
              <a:xfrm>
                <a:off x="729238" y="166175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81" name="Google Shape;6081;p142"/>
              <p:cNvSpPr/>
              <p:nvPr/>
            </p:nvSpPr>
            <p:spPr>
              <a:xfrm>
                <a:off x="729238" y="1821630"/>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082" name="Google Shape;6082;p142"/>
              <p:cNvSpPr/>
              <p:nvPr/>
            </p:nvSpPr>
            <p:spPr>
              <a:xfrm>
                <a:off x="729238" y="1982326"/>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083" name="Google Shape;6083;p142"/>
              <p:cNvSpPr/>
              <p:nvPr/>
            </p:nvSpPr>
            <p:spPr>
              <a:xfrm>
                <a:off x="729238" y="2143022"/>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084" name="Google Shape;6084;p142"/>
              <p:cNvSpPr/>
              <p:nvPr/>
            </p:nvSpPr>
            <p:spPr>
              <a:xfrm>
                <a:off x="729238" y="2303717"/>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085" name="Google Shape;6085;p142"/>
              <p:cNvSpPr/>
              <p:nvPr/>
            </p:nvSpPr>
            <p:spPr>
              <a:xfrm>
                <a:off x="729238" y="2464413"/>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086" name="Google Shape;6086;p142"/>
              <p:cNvSpPr/>
              <p:nvPr/>
            </p:nvSpPr>
            <p:spPr>
              <a:xfrm>
                <a:off x="729238"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087" name="Google Shape;6087;p142"/>
            <p:cNvGrpSpPr/>
            <p:nvPr/>
          </p:nvGrpSpPr>
          <p:grpSpPr>
            <a:xfrm>
              <a:off x="903098" y="1179665"/>
              <a:ext cx="80700" cy="1526144"/>
              <a:chOff x="903098" y="1179665"/>
              <a:chExt cx="80700" cy="1526144"/>
            </a:xfrm>
          </p:grpSpPr>
          <p:sp>
            <p:nvSpPr>
              <p:cNvPr id="6088" name="Google Shape;6088;p142"/>
              <p:cNvSpPr/>
              <p:nvPr/>
            </p:nvSpPr>
            <p:spPr>
              <a:xfrm>
                <a:off x="903098"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89" name="Google Shape;6089;p142"/>
              <p:cNvSpPr/>
              <p:nvPr/>
            </p:nvSpPr>
            <p:spPr>
              <a:xfrm>
                <a:off x="903098"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90" name="Google Shape;6090;p142"/>
              <p:cNvSpPr/>
              <p:nvPr/>
            </p:nvSpPr>
            <p:spPr>
              <a:xfrm>
                <a:off x="903098"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91" name="Google Shape;6091;p142"/>
              <p:cNvSpPr/>
              <p:nvPr/>
            </p:nvSpPr>
            <p:spPr>
              <a:xfrm>
                <a:off x="903098" y="166175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92" name="Google Shape;6092;p142"/>
              <p:cNvSpPr/>
              <p:nvPr/>
            </p:nvSpPr>
            <p:spPr>
              <a:xfrm>
                <a:off x="903098" y="182163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93" name="Google Shape;6093;p142"/>
              <p:cNvSpPr/>
              <p:nvPr/>
            </p:nvSpPr>
            <p:spPr>
              <a:xfrm>
                <a:off x="903098" y="198232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094" name="Google Shape;6094;p142"/>
              <p:cNvSpPr/>
              <p:nvPr/>
            </p:nvSpPr>
            <p:spPr>
              <a:xfrm>
                <a:off x="903098" y="2143022"/>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095" name="Google Shape;6095;p142"/>
              <p:cNvSpPr/>
              <p:nvPr/>
            </p:nvSpPr>
            <p:spPr>
              <a:xfrm>
                <a:off x="903098" y="2303717"/>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096" name="Google Shape;6096;p142"/>
              <p:cNvSpPr/>
              <p:nvPr/>
            </p:nvSpPr>
            <p:spPr>
              <a:xfrm>
                <a:off x="903098" y="2464413"/>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097" name="Google Shape;6097;p142"/>
              <p:cNvSpPr/>
              <p:nvPr/>
            </p:nvSpPr>
            <p:spPr>
              <a:xfrm>
                <a:off x="903098"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098" name="Google Shape;6098;p142"/>
            <p:cNvGrpSpPr/>
            <p:nvPr/>
          </p:nvGrpSpPr>
          <p:grpSpPr>
            <a:xfrm>
              <a:off x="1076958" y="1179665"/>
              <a:ext cx="80700" cy="1526144"/>
              <a:chOff x="1076958" y="1179665"/>
              <a:chExt cx="80700" cy="1526144"/>
            </a:xfrm>
          </p:grpSpPr>
          <p:sp>
            <p:nvSpPr>
              <p:cNvPr id="6099" name="Google Shape;6099;p142"/>
              <p:cNvSpPr/>
              <p:nvPr/>
            </p:nvSpPr>
            <p:spPr>
              <a:xfrm>
                <a:off x="1076958"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00" name="Google Shape;6100;p142"/>
              <p:cNvSpPr/>
              <p:nvPr/>
            </p:nvSpPr>
            <p:spPr>
              <a:xfrm>
                <a:off x="1076958"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01" name="Google Shape;6101;p142"/>
              <p:cNvSpPr/>
              <p:nvPr/>
            </p:nvSpPr>
            <p:spPr>
              <a:xfrm>
                <a:off x="1076958"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02" name="Google Shape;6102;p142"/>
              <p:cNvSpPr/>
              <p:nvPr/>
            </p:nvSpPr>
            <p:spPr>
              <a:xfrm>
                <a:off x="1076958" y="166175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03" name="Google Shape;6103;p142"/>
              <p:cNvSpPr/>
              <p:nvPr/>
            </p:nvSpPr>
            <p:spPr>
              <a:xfrm>
                <a:off x="1076958" y="182163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04" name="Google Shape;6104;p142"/>
              <p:cNvSpPr/>
              <p:nvPr/>
            </p:nvSpPr>
            <p:spPr>
              <a:xfrm>
                <a:off x="1076958" y="198232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05" name="Google Shape;6105;p142"/>
              <p:cNvSpPr/>
              <p:nvPr/>
            </p:nvSpPr>
            <p:spPr>
              <a:xfrm>
                <a:off x="1076958" y="214302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06" name="Google Shape;6106;p142"/>
              <p:cNvSpPr/>
              <p:nvPr/>
            </p:nvSpPr>
            <p:spPr>
              <a:xfrm>
                <a:off x="1076958" y="2303717"/>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07" name="Google Shape;6107;p142"/>
              <p:cNvSpPr/>
              <p:nvPr/>
            </p:nvSpPr>
            <p:spPr>
              <a:xfrm>
                <a:off x="1076958" y="2464413"/>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08" name="Google Shape;6108;p142"/>
              <p:cNvSpPr/>
              <p:nvPr/>
            </p:nvSpPr>
            <p:spPr>
              <a:xfrm>
                <a:off x="1076958"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109" name="Google Shape;6109;p142"/>
            <p:cNvGrpSpPr/>
            <p:nvPr/>
          </p:nvGrpSpPr>
          <p:grpSpPr>
            <a:xfrm>
              <a:off x="1247707" y="1179665"/>
              <a:ext cx="80700" cy="1526144"/>
              <a:chOff x="1247707" y="1179665"/>
              <a:chExt cx="80700" cy="1526144"/>
            </a:xfrm>
          </p:grpSpPr>
          <p:sp>
            <p:nvSpPr>
              <p:cNvPr id="6110" name="Google Shape;6110;p142"/>
              <p:cNvSpPr/>
              <p:nvPr/>
            </p:nvSpPr>
            <p:spPr>
              <a:xfrm>
                <a:off x="1247707"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11" name="Google Shape;6111;p142"/>
              <p:cNvSpPr/>
              <p:nvPr/>
            </p:nvSpPr>
            <p:spPr>
              <a:xfrm>
                <a:off x="1247707"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12" name="Google Shape;6112;p142"/>
              <p:cNvSpPr/>
              <p:nvPr/>
            </p:nvSpPr>
            <p:spPr>
              <a:xfrm>
                <a:off x="1247707"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13" name="Google Shape;6113;p142"/>
              <p:cNvSpPr/>
              <p:nvPr/>
            </p:nvSpPr>
            <p:spPr>
              <a:xfrm>
                <a:off x="1247707" y="1661752"/>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14" name="Google Shape;6114;p142"/>
              <p:cNvSpPr/>
              <p:nvPr/>
            </p:nvSpPr>
            <p:spPr>
              <a:xfrm>
                <a:off x="1247707" y="1821630"/>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15" name="Google Shape;6115;p142"/>
              <p:cNvSpPr/>
              <p:nvPr/>
            </p:nvSpPr>
            <p:spPr>
              <a:xfrm>
                <a:off x="1247707" y="1982326"/>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16" name="Google Shape;6116;p142"/>
              <p:cNvSpPr/>
              <p:nvPr/>
            </p:nvSpPr>
            <p:spPr>
              <a:xfrm>
                <a:off x="1247707" y="2143022"/>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17" name="Google Shape;6117;p142"/>
              <p:cNvSpPr/>
              <p:nvPr/>
            </p:nvSpPr>
            <p:spPr>
              <a:xfrm>
                <a:off x="1247707" y="2303717"/>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18" name="Google Shape;6118;p142"/>
              <p:cNvSpPr/>
              <p:nvPr/>
            </p:nvSpPr>
            <p:spPr>
              <a:xfrm>
                <a:off x="1247707" y="2464413"/>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19" name="Google Shape;6119;p142"/>
              <p:cNvSpPr/>
              <p:nvPr/>
            </p:nvSpPr>
            <p:spPr>
              <a:xfrm>
                <a:off x="1247707"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120" name="Google Shape;6120;p142"/>
            <p:cNvGrpSpPr/>
            <p:nvPr/>
          </p:nvGrpSpPr>
          <p:grpSpPr>
            <a:xfrm>
              <a:off x="1421567" y="1179665"/>
              <a:ext cx="80700" cy="1526144"/>
              <a:chOff x="1421567" y="1179665"/>
              <a:chExt cx="80700" cy="1526144"/>
            </a:xfrm>
          </p:grpSpPr>
          <p:sp>
            <p:nvSpPr>
              <p:cNvPr id="6121" name="Google Shape;6121;p142"/>
              <p:cNvSpPr/>
              <p:nvPr/>
            </p:nvSpPr>
            <p:spPr>
              <a:xfrm>
                <a:off x="1421567"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22" name="Google Shape;6122;p142"/>
              <p:cNvSpPr/>
              <p:nvPr/>
            </p:nvSpPr>
            <p:spPr>
              <a:xfrm>
                <a:off x="1421567"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23" name="Google Shape;6123;p142"/>
              <p:cNvSpPr/>
              <p:nvPr/>
            </p:nvSpPr>
            <p:spPr>
              <a:xfrm>
                <a:off x="1421567"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24" name="Google Shape;6124;p142"/>
              <p:cNvSpPr/>
              <p:nvPr/>
            </p:nvSpPr>
            <p:spPr>
              <a:xfrm>
                <a:off x="1421567" y="166175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25" name="Google Shape;6125;p142"/>
              <p:cNvSpPr/>
              <p:nvPr/>
            </p:nvSpPr>
            <p:spPr>
              <a:xfrm>
                <a:off x="1421567" y="182163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26" name="Google Shape;6126;p142"/>
              <p:cNvSpPr/>
              <p:nvPr/>
            </p:nvSpPr>
            <p:spPr>
              <a:xfrm>
                <a:off x="1421567" y="198232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27" name="Google Shape;6127;p142"/>
              <p:cNvSpPr/>
              <p:nvPr/>
            </p:nvSpPr>
            <p:spPr>
              <a:xfrm>
                <a:off x="1421567" y="214302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28" name="Google Shape;6128;p142"/>
              <p:cNvSpPr/>
              <p:nvPr/>
            </p:nvSpPr>
            <p:spPr>
              <a:xfrm>
                <a:off x="1421567" y="2303717"/>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29" name="Google Shape;6129;p142"/>
              <p:cNvSpPr/>
              <p:nvPr/>
            </p:nvSpPr>
            <p:spPr>
              <a:xfrm>
                <a:off x="1421567" y="2464413"/>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30" name="Google Shape;6130;p142"/>
              <p:cNvSpPr/>
              <p:nvPr/>
            </p:nvSpPr>
            <p:spPr>
              <a:xfrm>
                <a:off x="1421567"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131" name="Google Shape;6131;p142"/>
            <p:cNvGrpSpPr/>
            <p:nvPr/>
          </p:nvGrpSpPr>
          <p:grpSpPr>
            <a:xfrm>
              <a:off x="1592327" y="1179665"/>
              <a:ext cx="80700" cy="1526144"/>
              <a:chOff x="1592327" y="1179665"/>
              <a:chExt cx="80700" cy="1526144"/>
            </a:xfrm>
          </p:grpSpPr>
          <p:sp>
            <p:nvSpPr>
              <p:cNvPr id="6132" name="Google Shape;6132;p142"/>
              <p:cNvSpPr/>
              <p:nvPr/>
            </p:nvSpPr>
            <p:spPr>
              <a:xfrm>
                <a:off x="1592327"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33" name="Google Shape;6133;p142"/>
              <p:cNvSpPr/>
              <p:nvPr/>
            </p:nvSpPr>
            <p:spPr>
              <a:xfrm>
                <a:off x="1592327"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34" name="Google Shape;6134;p142"/>
              <p:cNvSpPr/>
              <p:nvPr/>
            </p:nvSpPr>
            <p:spPr>
              <a:xfrm>
                <a:off x="1592327"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35" name="Google Shape;6135;p142"/>
              <p:cNvSpPr/>
              <p:nvPr/>
            </p:nvSpPr>
            <p:spPr>
              <a:xfrm>
                <a:off x="1592327" y="166175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36" name="Google Shape;6136;p142"/>
              <p:cNvSpPr/>
              <p:nvPr/>
            </p:nvSpPr>
            <p:spPr>
              <a:xfrm>
                <a:off x="1592327" y="182163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37" name="Google Shape;6137;p142"/>
              <p:cNvSpPr/>
              <p:nvPr/>
            </p:nvSpPr>
            <p:spPr>
              <a:xfrm>
                <a:off x="1592327" y="198232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38" name="Google Shape;6138;p142"/>
              <p:cNvSpPr/>
              <p:nvPr/>
            </p:nvSpPr>
            <p:spPr>
              <a:xfrm>
                <a:off x="1592327" y="2143022"/>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39" name="Google Shape;6139;p142"/>
              <p:cNvSpPr/>
              <p:nvPr/>
            </p:nvSpPr>
            <p:spPr>
              <a:xfrm>
                <a:off x="1592327" y="2303717"/>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40" name="Google Shape;6140;p142"/>
              <p:cNvSpPr/>
              <p:nvPr/>
            </p:nvSpPr>
            <p:spPr>
              <a:xfrm>
                <a:off x="1592327" y="2464413"/>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41" name="Google Shape;6141;p142"/>
              <p:cNvSpPr/>
              <p:nvPr/>
            </p:nvSpPr>
            <p:spPr>
              <a:xfrm>
                <a:off x="1592327"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142" name="Google Shape;6142;p142"/>
            <p:cNvGrpSpPr/>
            <p:nvPr/>
          </p:nvGrpSpPr>
          <p:grpSpPr>
            <a:xfrm>
              <a:off x="1766187" y="1179665"/>
              <a:ext cx="80700" cy="1526144"/>
              <a:chOff x="1766187" y="1179665"/>
              <a:chExt cx="80700" cy="1526144"/>
            </a:xfrm>
          </p:grpSpPr>
          <p:sp>
            <p:nvSpPr>
              <p:cNvPr id="6143" name="Google Shape;6143;p142"/>
              <p:cNvSpPr/>
              <p:nvPr/>
            </p:nvSpPr>
            <p:spPr>
              <a:xfrm>
                <a:off x="1766187"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44" name="Google Shape;6144;p142"/>
              <p:cNvSpPr/>
              <p:nvPr/>
            </p:nvSpPr>
            <p:spPr>
              <a:xfrm>
                <a:off x="1766187"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45" name="Google Shape;6145;p142"/>
              <p:cNvSpPr/>
              <p:nvPr/>
            </p:nvSpPr>
            <p:spPr>
              <a:xfrm>
                <a:off x="1766187"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46" name="Google Shape;6146;p142"/>
              <p:cNvSpPr/>
              <p:nvPr/>
            </p:nvSpPr>
            <p:spPr>
              <a:xfrm>
                <a:off x="1766187" y="166175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47" name="Google Shape;6147;p142"/>
              <p:cNvSpPr/>
              <p:nvPr/>
            </p:nvSpPr>
            <p:spPr>
              <a:xfrm>
                <a:off x="1766187" y="182163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48" name="Google Shape;6148;p142"/>
              <p:cNvSpPr/>
              <p:nvPr/>
            </p:nvSpPr>
            <p:spPr>
              <a:xfrm>
                <a:off x="1766187" y="198232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49" name="Google Shape;6149;p142"/>
              <p:cNvSpPr/>
              <p:nvPr/>
            </p:nvSpPr>
            <p:spPr>
              <a:xfrm>
                <a:off x="1766187" y="214302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50" name="Google Shape;6150;p142"/>
              <p:cNvSpPr/>
              <p:nvPr/>
            </p:nvSpPr>
            <p:spPr>
              <a:xfrm>
                <a:off x="1766187" y="2303717"/>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51" name="Google Shape;6151;p142"/>
              <p:cNvSpPr/>
              <p:nvPr/>
            </p:nvSpPr>
            <p:spPr>
              <a:xfrm>
                <a:off x="1766187" y="2464413"/>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52" name="Google Shape;6152;p142"/>
              <p:cNvSpPr/>
              <p:nvPr/>
            </p:nvSpPr>
            <p:spPr>
              <a:xfrm>
                <a:off x="1766187"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153" name="Google Shape;6153;p142"/>
            <p:cNvGrpSpPr/>
            <p:nvPr/>
          </p:nvGrpSpPr>
          <p:grpSpPr>
            <a:xfrm>
              <a:off x="1936935" y="1179665"/>
              <a:ext cx="80700" cy="1526144"/>
              <a:chOff x="1936935" y="1179665"/>
              <a:chExt cx="80700" cy="1526144"/>
            </a:xfrm>
          </p:grpSpPr>
          <p:sp>
            <p:nvSpPr>
              <p:cNvPr id="6154" name="Google Shape;6154;p142"/>
              <p:cNvSpPr/>
              <p:nvPr/>
            </p:nvSpPr>
            <p:spPr>
              <a:xfrm>
                <a:off x="1936935"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55" name="Google Shape;6155;p142"/>
              <p:cNvSpPr/>
              <p:nvPr/>
            </p:nvSpPr>
            <p:spPr>
              <a:xfrm>
                <a:off x="1936935"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56" name="Google Shape;6156;p142"/>
              <p:cNvSpPr/>
              <p:nvPr/>
            </p:nvSpPr>
            <p:spPr>
              <a:xfrm>
                <a:off x="1936935"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57" name="Google Shape;6157;p142"/>
              <p:cNvSpPr/>
              <p:nvPr/>
            </p:nvSpPr>
            <p:spPr>
              <a:xfrm>
                <a:off x="1936935" y="166175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58" name="Google Shape;6158;p142"/>
              <p:cNvSpPr/>
              <p:nvPr/>
            </p:nvSpPr>
            <p:spPr>
              <a:xfrm>
                <a:off x="1936935" y="182163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59" name="Google Shape;6159;p142"/>
              <p:cNvSpPr/>
              <p:nvPr/>
            </p:nvSpPr>
            <p:spPr>
              <a:xfrm>
                <a:off x="1936935" y="1982326"/>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60" name="Google Shape;6160;p142"/>
              <p:cNvSpPr/>
              <p:nvPr/>
            </p:nvSpPr>
            <p:spPr>
              <a:xfrm>
                <a:off x="1936935" y="2143022"/>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61" name="Google Shape;6161;p142"/>
              <p:cNvSpPr/>
              <p:nvPr/>
            </p:nvSpPr>
            <p:spPr>
              <a:xfrm>
                <a:off x="1936935" y="2303717"/>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62" name="Google Shape;6162;p142"/>
              <p:cNvSpPr/>
              <p:nvPr/>
            </p:nvSpPr>
            <p:spPr>
              <a:xfrm>
                <a:off x="1936935" y="2464413"/>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63" name="Google Shape;6163;p142"/>
              <p:cNvSpPr/>
              <p:nvPr/>
            </p:nvSpPr>
            <p:spPr>
              <a:xfrm>
                <a:off x="1936935"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164" name="Google Shape;6164;p142"/>
            <p:cNvGrpSpPr/>
            <p:nvPr/>
          </p:nvGrpSpPr>
          <p:grpSpPr>
            <a:xfrm>
              <a:off x="2110795" y="1179665"/>
              <a:ext cx="80700" cy="1526144"/>
              <a:chOff x="2110795" y="1179665"/>
              <a:chExt cx="80700" cy="1526144"/>
            </a:xfrm>
          </p:grpSpPr>
          <p:sp>
            <p:nvSpPr>
              <p:cNvPr id="6165" name="Google Shape;6165;p142"/>
              <p:cNvSpPr/>
              <p:nvPr/>
            </p:nvSpPr>
            <p:spPr>
              <a:xfrm>
                <a:off x="2110795"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66" name="Google Shape;6166;p142"/>
              <p:cNvSpPr/>
              <p:nvPr/>
            </p:nvSpPr>
            <p:spPr>
              <a:xfrm>
                <a:off x="2110795"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67" name="Google Shape;6167;p142"/>
              <p:cNvSpPr/>
              <p:nvPr/>
            </p:nvSpPr>
            <p:spPr>
              <a:xfrm>
                <a:off x="2110795"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68" name="Google Shape;6168;p142"/>
              <p:cNvSpPr/>
              <p:nvPr/>
            </p:nvSpPr>
            <p:spPr>
              <a:xfrm>
                <a:off x="2110795" y="166175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69" name="Google Shape;6169;p142"/>
              <p:cNvSpPr/>
              <p:nvPr/>
            </p:nvSpPr>
            <p:spPr>
              <a:xfrm>
                <a:off x="2110795" y="1821630"/>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70" name="Google Shape;6170;p142"/>
              <p:cNvSpPr/>
              <p:nvPr/>
            </p:nvSpPr>
            <p:spPr>
              <a:xfrm>
                <a:off x="2110795" y="1982326"/>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71" name="Google Shape;6171;p142"/>
              <p:cNvSpPr/>
              <p:nvPr/>
            </p:nvSpPr>
            <p:spPr>
              <a:xfrm>
                <a:off x="2110795" y="2143022"/>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72" name="Google Shape;6172;p142"/>
              <p:cNvSpPr/>
              <p:nvPr/>
            </p:nvSpPr>
            <p:spPr>
              <a:xfrm>
                <a:off x="2110795" y="2303717"/>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73" name="Google Shape;6173;p142"/>
              <p:cNvSpPr/>
              <p:nvPr/>
            </p:nvSpPr>
            <p:spPr>
              <a:xfrm>
                <a:off x="2110795" y="2464413"/>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74" name="Google Shape;6174;p142"/>
              <p:cNvSpPr/>
              <p:nvPr/>
            </p:nvSpPr>
            <p:spPr>
              <a:xfrm>
                <a:off x="2110795"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175" name="Google Shape;6175;p142"/>
            <p:cNvGrpSpPr/>
            <p:nvPr/>
          </p:nvGrpSpPr>
          <p:grpSpPr>
            <a:xfrm>
              <a:off x="2284655" y="1179665"/>
              <a:ext cx="80700" cy="1526144"/>
              <a:chOff x="2284655" y="1179665"/>
              <a:chExt cx="80700" cy="1526144"/>
            </a:xfrm>
          </p:grpSpPr>
          <p:sp>
            <p:nvSpPr>
              <p:cNvPr id="6176" name="Google Shape;6176;p142"/>
              <p:cNvSpPr/>
              <p:nvPr/>
            </p:nvSpPr>
            <p:spPr>
              <a:xfrm>
                <a:off x="2284655" y="1179665"/>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77" name="Google Shape;6177;p142"/>
              <p:cNvSpPr/>
              <p:nvPr/>
            </p:nvSpPr>
            <p:spPr>
              <a:xfrm>
                <a:off x="2284655" y="134036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78" name="Google Shape;6178;p142"/>
              <p:cNvSpPr/>
              <p:nvPr/>
            </p:nvSpPr>
            <p:spPr>
              <a:xfrm>
                <a:off x="2284655" y="150105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79" name="Google Shape;6179;p142"/>
              <p:cNvSpPr/>
              <p:nvPr/>
            </p:nvSpPr>
            <p:spPr>
              <a:xfrm>
                <a:off x="2284655" y="1661752"/>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80" name="Google Shape;6180;p142"/>
              <p:cNvSpPr/>
              <p:nvPr/>
            </p:nvSpPr>
            <p:spPr>
              <a:xfrm>
                <a:off x="2284655" y="1821630"/>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81" name="Google Shape;6181;p142"/>
              <p:cNvSpPr/>
              <p:nvPr/>
            </p:nvSpPr>
            <p:spPr>
              <a:xfrm>
                <a:off x="2284655" y="1982326"/>
                <a:ext cx="80700" cy="807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82" name="Google Shape;6182;p142"/>
              <p:cNvSpPr/>
              <p:nvPr/>
            </p:nvSpPr>
            <p:spPr>
              <a:xfrm>
                <a:off x="2284655" y="2143022"/>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83" name="Google Shape;6183;p142"/>
              <p:cNvSpPr/>
              <p:nvPr/>
            </p:nvSpPr>
            <p:spPr>
              <a:xfrm>
                <a:off x="2284655" y="2303717"/>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84" name="Google Shape;6184;p142"/>
              <p:cNvSpPr/>
              <p:nvPr/>
            </p:nvSpPr>
            <p:spPr>
              <a:xfrm>
                <a:off x="2284655" y="2464413"/>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sp>
            <p:nvSpPr>
              <p:cNvPr id="6185" name="Google Shape;6185;p142"/>
              <p:cNvSpPr/>
              <p:nvPr/>
            </p:nvSpPr>
            <p:spPr>
              <a:xfrm>
                <a:off x="2284655" y="2625109"/>
                <a:ext cx="80700" cy="80700"/>
              </a:xfrm>
              <a:prstGeom prst="rect">
                <a:avLst/>
              </a:prstGeom>
              <a:solidFill>
                <a:srgbClr val="657E93"/>
              </a:solidFill>
              <a:ln>
                <a:noFill/>
              </a:ln>
            </p:spPr>
            <p:txBody>
              <a:bodyPr spcFirstLastPara="1" wrap="square" lIns="182850" tIns="182850" rIns="182850" bIns="182850" anchor="ctr" anchorCtr="0">
                <a:noAutofit/>
              </a:bodyPr>
              <a:lstStyle/>
              <a:p>
                <a:endParaRPr sz="3600"/>
              </a:p>
            </p:txBody>
          </p:sp>
        </p:grpSp>
      </p:grpSp>
      <p:grpSp>
        <p:nvGrpSpPr>
          <p:cNvPr id="6186" name="Google Shape;6186;p142"/>
          <p:cNvGrpSpPr/>
          <p:nvPr/>
        </p:nvGrpSpPr>
        <p:grpSpPr>
          <a:xfrm>
            <a:off x="5247808" y="2397607"/>
            <a:ext cx="2728496" cy="2204266"/>
            <a:chOff x="2623904" y="1198803"/>
            <a:chExt cx="1364248" cy="1102133"/>
          </a:xfrm>
        </p:grpSpPr>
        <p:grpSp>
          <p:nvGrpSpPr>
            <p:cNvPr id="6187" name="Google Shape;6187;p142"/>
            <p:cNvGrpSpPr/>
            <p:nvPr/>
          </p:nvGrpSpPr>
          <p:grpSpPr>
            <a:xfrm>
              <a:off x="2623907" y="1198803"/>
              <a:ext cx="1364245" cy="273000"/>
              <a:chOff x="2623907" y="1198803"/>
              <a:chExt cx="1364245" cy="273000"/>
            </a:xfrm>
          </p:grpSpPr>
          <p:sp>
            <p:nvSpPr>
              <p:cNvPr id="6188" name="Google Shape;6188;p142"/>
              <p:cNvSpPr/>
              <p:nvPr/>
            </p:nvSpPr>
            <p:spPr>
              <a:xfrm>
                <a:off x="2623907" y="1198803"/>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189" name="Google Shape;6189;p142"/>
              <p:cNvSpPr/>
              <p:nvPr/>
            </p:nvSpPr>
            <p:spPr>
              <a:xfrm>
                <a:off x="2896718" y="1198803"/>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190" name="Google Shape;6190;p142"/>
              <p:cNvSpPr/>
              <p:nvPr/>
            </p:nvSpPr>
            <p:spPr>
              <a:xfrm>
                <a:off x="3169529" y="1198803"/>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191" name="Google Shape;6191;p142"/>
              <p:cNvSpPr/>
              <p:nvPr/>
            </p:nvSpPr>
            <p:spPr>
              <a:xfrm>
                <a:off x="3442341" y="1198803"/>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192" name="Google Shape;6192;p142"/>
              <p:cNvSpPr/>
              <p:nvPr/>
            </p:nvSpPr>
            <p:spPr>
              <a:xfrm>
                <a:off x="3715152" y="1198803"/>
                <a:ext cx="273000" cy="273000"/>
              </a:xfrm>
              <a:prstGeom prst="diamond">
                <a:avLst/>
              </a:pr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6193" name="Google Shape;6193;p142"/>
            <p:cNvGrpSpPr/>
            <p:nvPr/>
          </p:nvGrpSpPr>
          <p:grpSpPr>
            <a:xfrm>
              <a:off x="2623904" y="1476964"/>
              <a:ext cx="1364245" cy="273000"/>
              <a:chOff x="2623904" y="1476964"/>
              <a:chExt cx="1364245" cy="273000"/>
            </a:xfrm>
          </p:grpSpPr>
          <p:sp>
            <p:nvSpPr>
              <p:cNvPr id="6194" name="Google Shape;6194;p142"/>
              <p:cNvSpPr/>
              <p:nvPr/>
            </p:nvSpPr>
            <p:spPr>
              <a:xfrm>
                <a:off x="2623904" y="1476964"/>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195" name="Google Shape;6195;p142"/>
              <p:cNvSpPr/>
              <p:nvPr/>
            </p:nvSpPr>
            <p:spPr>
              <a:xfrm>
                <a:off x="2896716" y="1476964"/>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196" name="Google Shape;6196;p142"/>
              <p:cNvSpPr/>
              <p:nvPr/>
            </p:nvSpPr>
            <p:spPr>
              <a:xfrm>
                <a:off x="3169527" y="1476964"/>
                <a:ext cx="273000" cy="273000"/>
              </a:xfrm>
              <a:prstGeom prst="diamond">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97" name="Google Shape;6197;p142"/>
              <p:cNvSpPr/>
              <p:nvPr/>
            </p:nvSpPr>
            <p:spPr>
              <a:xfrm>
                <a:off x="3442338" y="1476964"/>
                <a:ext cx="273000" cy="273000"/>
              </a:xfrm>
              <a:prstGeom prst="diamond">
                <a:avLst/>
              </a:prstGeom>
              <a:solidFill>
                <a:srgbClr val="CFD9E0"/>
              </a:solidFill>
              <a:ln>
                <a:noFill/>
              </a:ln>
            </p:spPr>
            <p:txBody>
              <a:bodyPr spcFirstLastPara="1" wrap="square" lIns="182850" tIns="182850" rIns="182850" bIns="182850" anchor="ctr" anchorCtr="0">
                <a:noAutofit/>
              </a:bodyPr>
              <a:lstStyle/>
              <a:p>
                <a:endParaRPr sz="3600"/>
              </a:p>
            </p:txBody>
          </p:sp>
          <p:sp>
            <p:nvSpPr>
              <p:cNvPr id="6198" name="Google Shape;6198;p142"/>
              <p:cNvSpPr/>
              <p:nvPr/>
            </p:nvSpPr>
            <p:spPr>
              <a:xfrm>
                <a:off x="3715149" y="1476964"/>
                <a:ext cx="273000" cy="273000"/>
              </a:xfrm>
              <a:prstGeom prst="diamond">
                <a:avLst/>
              </a:pr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6199" name="Google Shape;6199;p142"/>
            <p:cNvGrpSpPr/>
            <p:nvPr/>
          </p:nvGrpSpPr>
          <p:grpSpPr>
            <a:xfrm>
              <a:off x="2623907" y="1749775"/>
              <a:ext cx="1364245" cy="273000"/>
              <a:chOff x="2623907" y="1749775"/>
              <a:chExt cx="1364245" cy="273000"/>
            </a:xfrm>
          </p:grpSpPr>
          <p:sp>
            <p:nvSpPr>
              <p:cNvPr id="6200" name="Google Shape;6200;p142"/>
              <p:cNvSpPr/>
              <p:nvPr/>
            </p:nvSpPr>
            <p:spPr>
              <a:xfrm>
                <a:off x="2623907" y="1749775"/>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201" name="Google Shape;6201;p142"/>
              <p:cNvSpPr/>
              <p:nvPr/>
            </p:nvSpPr>
            <p:spPr>
              <a:xfrm>
                <a:off x="2896718" y="1749775"/>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202" name="Google Shape;6202;p142"/>
              <p:cNvSpPr/>
              <p:nvPr/>
            </p:nvSpPr>
            <p:spPr>
              <a:xfrm>
                <a:off x="3169529" y="1749775"/>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203" name="Google Shape;6203;p142"/>
              <p:cNvSpPr/>
              <p:nvPr/>
            </p:nvSpPr>
            <p:spPr>
              <a:xfrm>
                <a:off x="3442341" y="1749775"/>
                <a:ext cx="273000" cy="273000"/>
              </a:xfrm>
              <a:prstGeom prst="diamond">
                <a:avLst/>
              </a:prstGeom>
              <a:solidFill>
                <a:srgbClr val="CFD9E0"/>
              </a:solidFill>
              <a:ln>
                <a:noFill/>
              </a:ln>
            </p:spPr>
            <p:txBody>
              <a:bodyPr spcFirstLastPara="1" wrap="square" lIns="182850" tIns="182850" rIns="182850" bIns="182850" anchor="ctr" anchorCtr="0">
                <a:noAutofit/>
              </a:bodyPr>
              <a:lstStyle/>
              <a:p>
                <a:endParaRPr sz="3600"/>
              </a:p>
            </p:txBody>
          </p:sp>
          <p:sp>
            <p:nvSpPr>
              <p:cNvPr id="6204" name="Google Shape;6204;p142"/>
              <p:cNvSpPr/>
              <p:nvPr/>
            </p:nvSpPr>
            <p:spPr>
              <a:xfrm>
                <a:off x="3715152" y="1749775"/>
                <a:ext cx="273000" cy="273000"/>
              </a:xfrm>
              <a:prstGeom prst="diamond">
                <a:avLst/>
              </a:pr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6205" name="Google Shape;6205;p142"/>
            <p:cNvGrpSpPr/>
            <p:nvPr/>
          </p:nvGrpSpPr>
          <p:grpSpPr>
            <a:xfrm>
              <a:off x="2623904" y="2027936"/>
              <a:ext cx="1364245" cy="273000"/>
              <a:chOff x="2623904" y="2027936"/>
              <a:chExt cx="1364245" cy="273000"/>
            </a:xfrm>
          </p:grpSpPr>
          <p:sp>
            <p:nvSpPr>
              <p:cNvPr id="6206" name="Google Shape;6206;p142"/>
              <p:cNvSpPr/>
              <p:nvPr/>
            </p:nvSpPr>
            <p:spPr>
              <a:xfrm>
                <a:off x="2623904" y="2027936"/>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207" name="Google Shape;6207;p142"/>
              <p:cNvSpPr/>
              <p:nvPr/>
            </p:nvSpPr>
            <p:spPr>
              <a:xfrm>
                <a:off x="2896716" y="2027936"/>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208" name="Google Shape;6208;p142"/>
              <p:cNvSpPr/>
              <p:nvPr/>
            </p:nvSpPr>
            <p:spPr>
              <a:xfrm>
                <a:off x="3169527" y="2027936"/>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209" name="Google Shape;6209;p142"/>
              <p:cNvSpPr/>
              <p:nvPr/>
            </p:nvSpPr>
            <p:spPr>
              <a:xfrm>
                <a:off x="3442338" y="2027936"/>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sp>
            <p:nvSpPr>
              <p:cNvPr id="6210" name="Google Shape;6210;p142"/>
              <p:cNvSpPr/>
              <p:nvPr/>
            </p:nvSpPr>
            <p:spPr>
              <a:xfrm>
                <a:off x="3715149" y="2027936"/>
                <a:ext cx="273000" cy="273000"/>
              </a:xfrm>
              <a:prstGeom prst="diamond">
                <a:avLst/>
              </a:prstGeom>
              <a:solidFill>
                <a:srgbClr val="5F7D95"/>
              </a:solidFill>
              <a:ln>
                <a:noFill/>
              </a:ln>
            </p:spPr>
            <p:txBody>
              <a:bodyPr spcFirstLastPara="1" wrap="square" lIns="182850" tIns="182850" rIns="182850" bIns="182850" anchor="ctr" anchorCtr="0">
                <a:noAutofit/>
              </a:bodyPr>
              <a:lstStyle/>
              <a:p>
                <a:endParaRPr sz="3600"/>
              </a:p>
            </p:txBody>
          </p:sp>
        </p:grpSp>
      </p:grpSp>
      <p:grpSp>
        <p:nvGrpSpPr>
          <p:cNvPr id="6211" name="Google Shape;6211;p142"/>
          <p:cNvGrpSpPr/>
          <p:nvPr/>
        </p:nvGrpSpPr>
        <p:grpSpPr>
          <a:xfrm>
            <a:off x="5226731" y="5315752"/>
            <a:ext cx="2775082" cy="318248"/>
            <a:chOff x="3200660" y="2180272"/>
            <a:chExt cx="2563824" cy="378237"/>
          </a:xfrm>
        </p:grpSpPr>
        <p:sp>
          <p:nvSpPr>
            <p:cNvPr id="6212" name="Google Shape;6212;p142"/>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13" name="Google Shape;6213;p142"/>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14" name="Google Shape;6214;p142"/>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15" name="Google Shape;6215;p142"/>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16" name="Google Shape;6216;p142"/>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17" name="Google Shape;6217;p142"/>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18" name="Google Shape;6218;p142"/>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19" name="Google Shape;6219;p142"/>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20" name="Google Shape;6220;p142"/>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21" name="Google Shape;6221;p142"/>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22" name="Google Shape;6222;p142"/>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223" name="Google Shape;6223;p142"/>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24" name="Google Shape;6224;p142"/>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25" name="Google Shape;6225;p142"/>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26" name="Google Shape;6226;p142"/>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27" name="Google Shape;6227;p142"/>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28" name="Google Shape;6228;p142"/>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29" name="Google Shape;6229;p142"/>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6230" name="Google Shape;6230;p142"/>
          <p:cNvGrpSpPr/>
          <p:nvPr/>
        </p:nvGrpSpPr>
        <p:grpSpPr>
          <a:xfrm>
            <a:off x="5219780" y="5871281"/>
            <a:ext cx="2781004" cy="319250"/>
            <a:chOff x="3530150" y="2790075"/>
            <a:chExt cx="1962600" cy="225300"/>
          </a:xfrm>
        </p:grpSpPr>
        <p:sp>
          <p:nvSpPr>
            <p:cNvPr id="6231" name="Google Shape;6231;p142"/>
            <p:cNvSpPr/>
            <p:nvPr/>
          </p:nvSpPr>
          <p:spPr>
            <a:xfrm>
              <a:off x="3530150" y="2790075"/>
              <a:ext cx="1962600" cy="225300"/>
            </a:xfrm>
            <a:prstGeom prst="rec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232" name="Google Shape;6232;p142"/>
            <p:cNvSpPr/>
            <p:nvPr/>
          </p:nvSpPr>
          <p:spPr>
            <a:xfrm>
              <a:off x="3530150" y="2790075"/>
              <a:ext cx="1110000" cy="225300"/>
            </a:xfrm>
            <a:prstGeom prst="rect">
              <a:avLst/>
            </a:pr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233" name="Google Shape;6233;p142"/>
          <p:cNvGrpSpPr/>
          <p:nvPr/>
        </p:nvGrpSpPr>
        <p:grpSpPr>
          <a:xfrm>
            <a:off x="5219897" y="6427811"/>
            <a:ext cx="2823258" cy="308350"/>
            <a:chOff x="3558802" y="4011244"/>
            <a:chExt cx="1866000" cy="111600"/>
          </a:xfrm>
        </p:grpSpPr>
        <p:sp>
          <p:nvSpPr>
            <p:cNvPr id="6234" name="Google Shape;6234;p142"/>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182850" tIns="182850" rIns="182850" bIns="182850" anchor="ctr" anchorCtr="0">
              <a:noAutofit/>
            </a:bodyPr>
            <a:lstStyle/>
            <a:p>
              <a:endParaRPr sz="3600"/>
            </a:p>
          </p:txBody>
        </p:sp>
        <p:sp>
          <p:nvSpPr>
            <p:cNvPr id="6235" name="Google Shape;6235;p142"/>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236" name="Google Shape;6236;p142"/>
          <p:cNvGrpSpPr/>
          <p:nvPr/>
        </p:nvGrpSpPr>
        <p:grpSpPr>
          <a:xfrm>
            <a:off x="5220471" y="4838951"/>
            <a:ext cx="2767006" cy="239522"/>
            <a:chOff x="3465975" y="2270258"/>
            <a:chExt cx="1986364" cy="171947"/>
          </a:xfrm>
        </p:grpSpPr>
        <p:sp>
          <p:nvSpPr>
            <p:cNvPr id="6237" name="Google Shape;6237;p142"/>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238" name="Google Shape;6238;p142"/>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239" name="Google Shape;6239;p142"/>
            <p:cNvSpPr/>
            <p:nvPr/>
          </p:nvSpPr>
          <p:spPr>
            <a:xfrm rot="-5400000">
              <a:off x="4243603" y="2270305"/>
              <a:ext cx="171900" cy="171900"/>
            </a:xfrm>
            <a:prstGeom prst="ellipse">
              <a:avLst/>
            </a:prstGeom>
            <a:solidFill>
              <a:srgbClr val="CFD9E0"/>
            </a:solidFill>
            <a:ln>
              <a:noFill/>
            </a:ln>
          </p:spPr>
          <p:txBody>
            <a:bodyPr spcFirstLastPara="1" wrap="square" lIns="182850" tIns="182850" rIns="182850" bIns="182850" anchor="ctr" anchorCtr="0">
              <a:noAutofit/>
            </a:bodyPr>
            <a:lstStyle/>
            <a:p>
              <a:endParaRPr sz="3600"/>
            </a:p>
          </p:txBody>
        </p:sp>
        <p:sp>
          <p:nvSpPr>
            <p:cNvPr id="6240" name="Google Shape;6240;p142"/>
            <p:cNvSpPr/>
            <p:nvPr/>
          </p:nvSpPr>
          <p:spPr>
            <a:xfrm rot="-5400000">
              <a:off x="4502812" y="2270305"/>
              <a:ext cx="171900" cy="171900"/>
            </a:xfrm>
            <a:prstGeom prst="ellipse">
              <a:avLst/>
            </a:prstGeom>
            <a:solidFill>
              <a:srgbClr val="CFD9E0"/>
            </a:solidFill>
            <a:ln>
              <a:noFill/>
            </a:ln>
          </p:spPr>
          <p:txBody>
            <a:bodyPr spcFirstLastPara="1" wrap="square" lIns="182850" tIns="182850" rIns="182850" bIns="182850" anchor="ctr" anchorCtr="0">
              <a:noAutofit/>
            </a:bodyPr>
            <a:lstStyle/>
            <a:p>
              <a:endParaRPr sz="3600"/>
            </a:p>
          </p:txBody>
        </p:sp>
        <p:sp>
          <p:nvSpPr>
            <p:cNvPr id="6241" name="Google Shape;6241;p142"/>
            <p:cNvSpPr/>
            <p:nvPr/>
          </p:nvSpPr>
          <p:spPr>
            <a:xfrm rot="-5400000">
              <a:off x="4762021" y="2270305"/>
              <a:ext cx="171900" cy="171900"/>
            </a:xfrm>
            <a:prstGeom prst="ellipse">
              <a:avLst/>
            </a:prstGeom>
            <a:solidFill>
              <a:srgbClr val="CFD9E0"/>
            </a:solidFill>
            <a:ln>
              <a:noFill/>
            </a:ln>
          </p:spPr>
          <p:txBody>
            <a:bodyPr spcFirstLastPara="1" wrap="square" lIns="182850" tIns="182850" rIns="182850" bIns="182850" anchor="ctr" anchorCtr="0">
              <a:noAutofit/>
            </a:bodyPr>
            <a:lstStyle/>
            <a:p>
              <a:endParaRPr sz="3600"/>
            </a:p>
          </p:txBody>
        </p:sp>
        <p:sp>
          <p:nvSpPr>
            <p:cNvPr id="6242" name="Google Shape;6242;p142"/>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243" name="Google Shape;6243;p142"/>
            <p:cNvSpPr/>
            <p:nvPr/>
          </p:nvSpPr>
          <p:spPr>
            <a:xfrm rot="-5400000">
              <a:off x="5021230" y="2270258"/>
              <a:ext cx="171900" cy="171900"/>
            </a:xfrm>
            <a:prstGeom prst="ellipse">
              <a:avLst/>
            </a:prstGeom>
            <a:solidFill>
              <a:srgbClr val="CFD9E0"/>
            </a:solidFill>
            <a:ln>
              <a:noFill/>
            </a:ln>
          </p:spPr>
          <p:txBody>
            <a:bodyPr spcFirstLastPara="1" wrap="square" lIns="182850" tIns="182850" rIns="182850" bIns="182850" anchor="ctr" anchorCtr="0">
              <a:noAutofit/>
            </a:bodyPr>
            <a:lstStyle/>
            <a:p>
              <a:endParaRPr sz="3600"/>
            </a:p>
          </p:txBody>
        </p:sp>
        <p:sp>
          <p:nvSpPr>
            <p:cNvPr id="6244" name="Google Shape;6244;p142"/>
            <p:cNvSpPr/>
            <p:nvPr/>
          </p:nvSpPr>
          <p:spPr>
            <a:xfrm rot="-5400000">
              <a:off x="5280440" y="2270258"/>
              <a:ext cx="171900" cy="171900"/>
            </a:xfrm>
            <a:prstGeom prst="ellipse">
              <a:avLst/>
            </a:pr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6245" name="Google Shape;6245;p142"/>
          <p:cNvGrpSpPr/>
          <p:nvPr/>
        </p:nvGrpSpPr>
        <p:grpSpPr>
          <a:xfrm>
            <a:off x="5242487" y="7566496"/>
            <a:ext cx="2739062" cy="390920"/>
            <a:chOff x="723300" y="4253549"/>
            <a:chExt cx="2276482" cy="324900"/>
          </a:xfrm>
        </p:grpSpPr>
        <p:sp>
          <p:nvSpPr>
            <p:cNvPr id="6246" name="Google Shape;6246;p142"/>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182850" tIns="182850" rIns="182850" bIns="182850" anchor="ctr" anchorCtr="0">
              <a:noAutofit/>
            </a:bodyPr>
            <a:lstStyle/>
            <a:p>
              <a:endParaRPr sz="3600"/>
            </a:p>
          </p:txBody>
        </p:sp>
        <p:sp>
          <p:nvSpPr>
            <p:cNvPr id="6247" name="Google Shape;6247;p142"/>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182850" tIns="182850" rIns="182850" bIns="182850" anchor="ctr" anchorCtr="0">
              <a:noAutofit/>
            </a:bodyPr>
            <a:lstStyle/>
            <a:p>
              <a:endParaRPr sz="3600"/>
            </a:p>
          </p:txBody>
        </p:sp>
        <p:sp>
          <p:nvSpPr>
            <p:cNvPr id="6248" name="Google Shape;6248;p142"/>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182850" tIns="182850" rIns="182850" bIns="182850" anchor="ctr" anchorCtr="0">
              <a:noAutofit/>
            </a:bodyPr>
            <a:lstStyle/>
            <a:p>
              <a:endParaRPr sz="3600"/>
            </a:p>
          </p:txBody>
        </p:sp>
        <p:sp>
          <p:nvSpPr>
            <p:cNvPr id="6249" name="Google Shape;6249;p142"/>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182850" tIns="182850" rIns="182850" bIns="182850" anchor="ctr" anchorCtr="0">
              <a:noAutofit/>
            </a:bodyPr>
            <a:lstStyle/>
            <a:p>
              <a:endParaRPr sz="3600"/>
            </a:p>
          </p:txBody>
        </p:sp>
        <p:sp>
          <p:nvSpPr>
            <p:cNvPr id="6250" name="Google Shape;6250;p142"/>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6251" name="Google Shape;6251;p142"/>
          <p:cNvGrpSpPr/>
          <p:nvPr/>
        </p:nvGrpSpPr>
        <p:grpSpPr>
          <a:xfrm>
            <a:off x="5221606" y="6968979"/>
            <a:ext cx="2778132" cy="360238"/>
            <a:chOff x="705948" y="3788465"/>
            <a:chExt cx="2308953" cy="299400"/>
          </a:xfrm>
        </p:grpSpPr>
        <p:sp>
          <p:nvSpPr>
            <p:cNvPr id="6252" name="Google Shape;6252;p142"/>
            <p:cNvSpPr/>
            <p:nvPr/>
          </p:nvSpPr>
          <p:spPr>
            <a:xfrm>
              <a:off x="705948" y="3788465"/>
              <a:ext cx="335400" cy="299400"/>
            </a:xfrm>
            <a:prstGeom prst="heart">
              <a:avLst/>
            </a:prstGeom>
            <a:solidFill>
              <a:srgbClr val="869FB1"/>
            </a:solidFill>
            <a:ln>
              <a:noFill/>
            </a:ln>
          </p:spPr>
          <p:txBody>
            <a:bodyPr spcFirstLastPara="1" wrap="square" lIns="182850" tIns="182850" rIns="182850" bIns="182850" anchor="ctr" anchorCtr="0">
              <a:noAutofit/>
            </a:bodyPr>
            <a:lstStyle/>
            <a:p>
              <a:endParaRPr sz="3600"/>
            </a:p>
          </p:txBody>
        </p:sp>
        <p:sp>
          <p:nvSpPr>
            <p:cNvPr id="6253" name="Google Shape;6253;p142"/>
            <p:cNvSpPr/>
            <p:nvPr/>
          </p:nvSpPr>
          <p:spPr>
            <a:xfrm>
              <a:off x="1209923" y="3788465"/>
              <a:ext cx="335400" cy="299400"/>
            </a:xfrm>
            <a:prstGeom prst="heart">
              <a:avLst/>
            </a:prstGeom>
            <a:solidFill>
              <a:srgbClr val="869FB1"/>
            </a:solidFill>
            <a:ln>
              <a:noFill/>
            </a:ln>
          </p:spPr>
          <p:txBody>
            <a:bodyPr spcFirstLastPara="1" wrap="square" lIns="182850" tIns="182850" rIns="182850" bIns="182850" anchor="ctr" anchorCtr="0">
              <a:noAutofit/>
            </a:bodyPr>
            <a:lstStyle/>
            <a:p>
              <a:endParaRPr sz="3600"/>
            </a:p>
          </p:txBody>
        </p:sp>
        <p:sp>
          <p:nvSpPr>
            <p:cNvPr id="6254" name="Google Shape;6254;p142"/>
            <p:cNvSpPr/>
            <p:nvPr/>
          </p:nvSpPr>
          <p:spPr>
            <a:xfrm>
              <a:off x="1713905" y="3788465"/>
              <a:ext cx="335400" cy="299400"/>
            </a:xfrm>
            <a:prstGeom prst="heart">
              <a:avLst/>
            </a:prstGeom>
            <a:solidFill>
              <a:srgbClr val="869FB1"/>
            </a:solidFill>
            <a:ln>
              <a:noFill/>
            </a:ln>
          </p:spPr>
          <p:txBody>
            <a:bodyPr spcFirstLastPara="1" wrap="square" lIns="182850" tIns="182850" rIns="182850" bIns="182850" anchor="ctr" anchorCtr="0">
              <a:noAutofit/>
            </a:bodyPr>
            <a:lstStyle/>
            <a:p>
              <a:endParaRPr sz="3600"/>
            </a:p>
          </p:txBody>
        </p:sp>
        <p:sp>
          <p:nvSpPr>
            <p:cNvPr id="6255" name="Google Shape;6255;p142"/>
            <p:cNvSpPr/>
            <p:nvPr/>
          </p:nvSpPr>
          <p:spPr>
            <a:xfrm>
              <a:off x="2189639" y="3788465"/>
              <a:ext cx="335400" cy="299400"/>
            </a:xfrm>
            <a:prstGeom prst="heart">
              <a:avLst/>
            </a:prstGeom>
            <a:solidFill>
              <a:srgbClr val="CFD9E0"/>
            </a:solidFill>
            <a:ln>
              <a:noFill/>
            </a:ln>
          </p:spPr>
          <p:txBody>
            <a:bodyPr spcFirstLastPara="1" wrap="square" lIns="182850" tIns="182850" rIns="182850" bIns="182850" anchor="ctr" anchorCtr="0">
              <a:noAutofit/>
            </a:bodyPr>
            <a:lstStyle/>
            <a:p>
              <a:endParaRPr sz="3600"/>
            </a:p>
          </p:txBody>
        </p:sp>
        <p:sp>
          <p:nvSpPr>
            <p:cNvPr id="6256" name="Google Shape;6256;p142"/>
            <p:cNvSpPr/>
            <p:nvPr/>
          </p:nvSpPr>
          <p:spPr>
            <a:xfrm>
              <a:off x="2679500" y="3788465"/>
              <a:ext cx="335400" cy="299400"/>
            </a:xfrm>
            <a:prstGeom prst="heart">
              <a:avLst/>
            </a:prstGeom>
            <a:solidFill>
              <a:srgbClr val="CFD9E0"/>
            </a:solidFill>
            <a:ln>
              <a:noFill/>
            </a:ln>
          </p:spPr>
          <p:txBody>
            <a:bodyPr spcFirstLastPara="1" wrap="square" lIns="182850" tIns="182850" rIns="182850" bIns="182850" anchor="ctr" anchorCtr="0">
              <a:noAutofit/>
            </a:bodyPr>
            <a:lstStyle/>
            <a:p>
              <a:endParaRPr sz="3600"/>
            </a:p>
          </p:txBody>
        </p:sp>
      </p:grpSp>
      <p:grpSp>
        <p:nvGrpSpPr>
          <p:cNvPr id="6257" name="Google Shape;6257;p142"/>
          <p:cNvGrpSpPr/>
          <p:nvPr/>
        </p:nvGrpSpPr>
        <p:grpSpPr>
          <a:xfrm>
            <a:off x="8415589" y="4176887"/>
            <a:ext cx="2867642" cy="383002"/>
            <a:chOff x="4273350" y="2088443"/>
            <a:chExt cx="1433821" cy="191501"/>
          </a:xfrm>
        </p:grpSpPr>
        <p:grpSp>
          <p:nvGrpSpPr>
            <p:cNvPr id="6258" name="Google Shape;6258;p142"/>
            <p:cNvGrpSpPr/>
            <p:nvPr/>
          </p:nvGrpSpPr>
          <p:grpSpPr>
            <a:xfrm>
              <a:off x="4273350" y="2088443"/>
              <a:ext cx="1433821" cy="0"/>
              <a:chOff x="5224975" y="2962250"/>
              <a:chExt cx="1544400" cy="0"/>
            </a:xfrm>
          </p:grpSpPr>
          <p:cxnSp>
            <p:nvCxnSpPr>
              <p:cNvPr id="6259" name="Google Shape;6259;p14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260" name="Google Shape;6260;p142"/>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261" name="Google Shape;6261;p142"/>
            <p:cNvGrpSpPr/>
            <p:nvPr/>
          </p:nvGrpSpPr>
          <p:grpSpPr>
            <a:xfrm>
              <a:off x="4273350" y="2279944"/>
              <a:ext cx="1433821" cy="0"/>
              <a:chOff x="5224975" y="2962250"/>
              <a:chExt cx="1544400" cy="0"/>
            </a:xfrm>
          </p:grpSpPr>
          <p:cxnSp>
            <p:nvCxnSpPr>
              <p:cNvPr id="6262" name="Google Shape;6262;p14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263" name="Google Shape;6263;p142"/>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264" name="Google Shape;6264;p142"/>
          <p:cNvGrpSpPr/>
          <p:nvPr/>
        </p:nvGrpSpPr>
        <p:grpSpPr>
          <a:xfrm>
            <a:off x="5317483" y="8194694"/>
            <a:ext cx="2609218" cy="588148"/>
            <a:chOff x="2658741" y="4097347"/>
            <a:chExt cx="1304609" cy="294074"/>
          </a:xfrm>
        </p:grpSpPr>
        <p:grpSp>
          <p:nvGrpSpPr>
            <p:cNvPr id="6265" name="Google Shape;6265;p142"/>
            <p:cNvGrpSpPr/>
            <p:nvPr/>
          </p:nvGrpSpPr>
          <p:grpSpPr>
            <a:xfrm>
              <a:off x="2658741" y="4097347"/>
              <a:ext cx="118572" cy="294074"/>
              <a:chOff x="3343310" y="4475555"/>
              <a:chExt cx="127717" cy="316753"/>
            </a:xfrm>
          </p:grpSpPr>
          <p:sp>
            <p:nvSpPr>
              <p:cNvPr id="6266" name="Google Shape;6266;p14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82850" tIns="182850" rIns="182850" bIns="182850" anchor="ctr" anchorCtr="0">
                <a:noAutofit/>
              </a:bodyPr>
              <a:lstStyle/>
              <a:p>
                <a:endParaRPr sz="3600"/>
              </a:p>
            </p:txBody>
          </p:sp>
          <p:sp>
            <p:nvSpPr>
              <p:cNvPr id="6267" name="Google Shape;6267;p14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82850" tIns="182850" rIns="182850" bIns="182850" anchor="ctr" anchorCtr="0">
                <a:noAutofit/>
              </a:bodyPr>
              <a:lstStyle/>
              <a:p>
                <a:endParaRPr sz="3600"/>
              </a:p>
            </p:txBody>
          </p:sp>
        </p:grpSp>
        <p:grpSp>
          <p:nvGrpSpPr>
            <p:cNvPr id="6268" name="Google Shape;6268;p142"/>
            <p:cNvGrpSpPr/>
            <p:nvPr/>
          </p:nvGrpSpPr>
          <p:grpSpPr>
            <a:xfrm>
              <a:off x="3815519" y="4098388"/>
              <a:ext cx="147831" cy="291991"/>
              <a:chOff x="3527539" y="4476677"/>
              <a:chExt cx="159232" cy="314510"/>
            </a:xfrm>
          </p:grpSpPr>
          <p:sp>
            <p:nvSpPr>
              <p:cNvPr id="6269" name="Google Shape;6269;p14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270" name="Google Shape;6270;p14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6271" name="Google Shape;6271;p142"/>
            <p:cNvGrpSpPr/>
            <p:nvPr/>
          </p:nvGrpSpPr>
          <p:grpSpPr>
            <a:xfrm>
              <a:off x="3511696" y="4098388"/>
              <a:ext cx="147831" cy="291991"/>
              <a:chOff x="3527539" y="4476677"/>
              <a:chExt cx="159232" cy="314510"/>
            </a:xfrm>
          </p:grpSpPr>
          <p:sp>
            <p:nvSpPr>
              <p:cNvPr id="6272" name="Google Shape;6272;p14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273" name="Google Shape;6273;p14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6274" name="Google Shape;6274;p142"/>
            <p:cNvGrpSpPr/>
            <p:nvPr/>
          </p:nvGrpSpPr>
          <p:grpSpPr>
            <a:xfrm>
              <a:off x="3207874" y="4098388"/>
              <a:ext cx="147831" cy="291991"/>
              <a:chOff x="3527539" y="4476677"/>
              <a:chExt cx="159232" cy="314510"/>
            </a:xfrm>
          </p:grpSpPr>
          <p:sp>
            <p:nvSpPr>
              <p:cNvPr id="6275" name="Google Shape;6275;p14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276" name="Google Shape;6276;p14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182850" tIns="182850" rIns="182850" bIns="182850" anchor="ctr" anchorCtr="0">
                <a:noAutofit/>
              </a:bodyPr>
              <a:lstStyle/>
              <a:p>
                <a:endParaRPr sz="3600"/>
              </a:p>
            </p:txBody>
          </p:sp>
        </p:grpSp>
        <p:grpSp>
          <p:nvGrpSpPr>
            <p:cNvPr id="6277" name="Google Shape;6277;p142"/>
            <p:cNvGrpSpPr/>
            <p:nvPr/>
          </p:nvGrpSpPr>
          <p:grpSpPr>
            <a:xfrm>
              <a:off x="2933305" y="4097347"/>
              <a:ext cx="118572" cy="294074"/>
              <a:chOff x="3343310" y="4475555"/>
              <a:chExt cx="127717" cy="316753"/>
            </a:xfrm>
          </p:grpSpPr>
          <p:sp>
            <p:nvSpPr>
              <p:cNvPr id="6278" name="Google Shape;6278;p14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182850" tIns="182850" rIns="182850" bIns="182850" anchor="ctr" anchorCtr="0">
                <a:noAutofit/>
              </a:bodyPr>
              <a:lstStyle/>
              <a:p>
                <a:endParaRPr sz="3600"/>
              </a:p>
            </p:txBody>
          </p:sp>
          <p:sp>
            <p:nvSpPr>
              <p:cNvPr id="6279" name="Google Shape;6279;p14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182850" tIns="182850" rIns="182850" bIns="182850" anchor="ctr" anchorCtr="0">
                <a:noAutofit/>
              </a:bodyPr>
              <a:lstStyle/>
              <a:p>
                <a:endParaRPr sz="3600"/>
              </a:p>
            </p:txBody>
          </p:sp>
        </p:grpSp>
      </p:grpSp>
      <p:grpSp>
        <p:nvGrpSpPr>
          <p:cNvPr id="6280" name="Google Shape;6280;p142"/>
          <p:cNvGrpSpPr/>
          <p:nvPr/>
        </p:nvGrpSpPr>
        <p:grpSpPr>
          <a:xfrm>
            <a:off x="8418699" y="2352083"/>
            <a:ext cx="2861422" cy="1502474"/>
            <a:chOff x="5159450" y="1919950"/>
            <a:chExt cx="1541050" cy="862500"/>
          </a:xfrm>
        </p:grpSpPr>
        <p:sp>
          <p:nvSpPr>
            <p:cNvPr id="6281" name="Google Shape;6281;p142"/>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6282" name="Google Shape;6282;p142"/>
            <p:cNvGrpSpPr/>
            <p:nvPr/>
          </p:nvGrpSpPr>
          <p:grpSpPr>
            <a:xfrm>
              <a:off x="5159450" y="1919950"/>
              <a:ext cx="1541050" cy="862500"/>
              <a:chOff x="5159450" y="1919950"/>
              <a:chExt cx="1541050" cy="862500"/>
            </a:xfrm>
          </p:grpSpPr>
          <p:cxnSp>
            <p:nvCxnSpPr>
              <p:cNvPr id="6283" name="Google Shape;6283;p142"/>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284" name="Google Shape;6284;p142"/>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285" name="Google Shape;6285;p142"/>
          <p:cNvGrpSpPr/>
          <p:nvPr/>
        </p:nvGrpSpPr>
        <p:grpSpPr>
          <a:xfrm>
            <a:off x="8514972" y="4879622"/>
            <a:ext cx="2668872" cy="1935828"/>
            <a:chOff x="4294923" y="2439811"/>
            <a:chExt cx="1334436" cy="967914"/>
          </a:xfrm>
        </p:grpSpPr>
        <p:grpSp>
          <p:nvGrpSpPr>
            <p:cNvPr id="6286" name="Google Shape;6286;p142"/>
            <p:cNvGrpSpPr/>
            <p:nvPr/>
          </p:nvGrpSpPr>
          <p:grpSpPr>
            <a:xfrm>
              <a:off x="4960455" y="2469658"/>
              <a:ext cx="668904" cy="885524"/>
              <a:chOff x="4960455" y="2469658"/>
              <a:chExt cx="668904" cy="885524"/>
            </a:xfrm>
          </p:grpSpPr>
          <p:sp>
            <p:nvSpPr>
              <p:cNvPr id="6287" name="Google Shape;6287;p142"/>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288" name="Google Shape;6288;p142"/>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289" name="Google Shape;6289;p142"/>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290" name="Google Shape;6290;p142"/>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291" name="Google Shape;6291;p142"/>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292" name="Google Shape;6292;p142"/>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182850" tIns="182850" rIns="182850" bIns="182850" anchor="ctr" anchorCtr="0">
                <a:noAutofit/>
              </a:bodyPr>
              <a:lstStyle/>
              <a:p>
                <a:endParaRPr sz="3600"/>
              </a:p>
            </p:txBody>
          </p:sp>
        </p:grpSp>
        <p:grpSp>
          <p:nvGrpSpPr>
            <p:cNvPr id="6293" name="Google Shape;6293;p142"/>
            <p:cNvGrpSpPr/>
            <p:nvPr/>
          </p:nvGrpSpPr>
          <p:grpSpPr>
            <a:xfrm>
              <a:off x="4294923" y="2469658"/>
              <a:ext cx="668951" cy="885524"/>
              <a:chOff x="4294923" y="2469658"/>
              <a:chExt cx="668951" cy="885524"/>
            </a:xfrm>
          </p:grpSpPr>
          <p:sp>
            <p:nvSpPr>
              <p:cNvPr id="6294" name="Google Shape;6294;p142"/>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95" name="Google Shape;6295;p142"/>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96" name="Google Shape;6296;p142"/>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97" name="Google Shape;6297;p142"/>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98" name="Google Shape;6298;p142"/>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299" name="Google Shape;6299;p142"/>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sp>
          <p:nvSpPr>
            <p:cNvPr id="6300" name="Google Shape;6300;p142"/>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182850" tIns="182850" rIns="182850" bIns="182850" anchor="ctr" anchorCtr="0">
              <a:noAutofit/>
            </a:bodyPr>
            <a:lstStyle/>
            <a:p>
              <a:endParaRPr sz="3600"/>
            </a:p>
          </p:txBody>
        </p:sp>
      </p:grpSp>
      <p:grpSp>
        <p:nvGrpSpPr>
          <p:cNvPr id="6301" name="Google Shape;6301;p142"/>
          <p:cNvGrpSpPr/>
          <p:nvPr/>
        </p:nvGrpSpPr>
        <p:grpSpPr>
          <a:xfrm>
            <a:off x="8487381" y="6988513"/>
            <a:ext cx="2861898" cy="1794578"/>
            <a:chOff x="4351371" y="3547942"/>
            <a:chExt cx="1345130" cy="843475"/>
          </a:xfrm>
        </p:grpSpPr>
        <p:grpSp>
          <p:nvGrpSpPr>
            <p:cNvPr id="6302" name="Google Shape;6302;p142"/>
            <p:cNvGrpSpPr/>
            <p:nvPr/>
          </p:nvGrpSpPr>
          <p:grpSpPr>
            <a:xfrm>
              <a:off x="4351371" y="4209917"/>
              <a:ext cx="1345130" cy="181500"/>
              <a:chOff x="4351371" y="4209917"/>
              <a:chExt cx="1345130" cy="181500"/>
            </a:xfrm>
          </p:grpSpPr>
          <p:sp>
            <p:nvSpPr>
              <p:cNvPr id="6303" name="Google Shape;6303;p142"/>
              <p:cNvSpPr/>
              <p:nvPr/>
            </p:nvSpPr>
            <p:spPr>
              <a:xfrm rot="10800000">
                <a:off x="4351371" y="4209917"/>
                <a:ext cx="1281600" cy="181500"/>
              </a:xfrm>
              <a:prstGeom prst="rect">
                <a:avLst/>
              </a:prstGeom>
              <a:solidFill>
                <a:srgbClr val="435D74"/>
              </a:solidFill>
              <a:ln>
                <a:noFill/>
              </a:ln>
            </p:spPr>
            <p:txBody>
              <a:bodyPr spcFirstLastPara="1" wrap="square" lIns="182850" tIns="182850" rIns="182850" bIns="182850" anchor="ctr" anchorCtr="0">
                <a:noAutofit/>
              </a:bodyPr>
              <a:lstStyle/>
              <a:p>
                <a:endParaRPr sz="3600"/>
              </a:p>
            </p:txBody>
          </p:sp>
          <p:cxnSp>
            <p:nvCxnSpPr>
              <p:cNvPr id="6304" name="Google Shape;6304;p142"/>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305" name="Google Shape;6305;p142"/>
            <p:cNvGrpSpPr/>
            <p:nvPr/>
          </p:nvGrpSpPr>
          <p:grpSpPr>
            <a:xfrm>
              <a:off x="4403010" y="3985221"/>
              <a:ext cx="1109518" cy="181500"/>
              <a:chOff x="4403010" y="3985221"/>
              <a:chExt cx="1109518" cy="181500"/>
            </a:xfrm>
          </p:grpSpPr>
          <p:sp>
            <p:nvSpPr>
              <p:cNvPr id="6306" name="Google Shape;6306;p142"/>
              <p:cNvSpPr/>
              <p:nvPr/>
            </p:nvSpPr>
            <p:spPr>
              <a:xfrm rot="10800000">
                <a:off x="4471829" y="3985221"/>
                <a:ext cx="1040700" cy="181500"/>
              </a:xfrm>
              <a:prstGeom prst="rect">
                <a:avLst/>
              </a:prstGeom>
              <a:solidFill>
                <a:srgbClr val="5F7D95"/>
              </a:solidFill>
              <a:ln>
                <a:noFill/>
              </a:ln>
            </p:spPr>
            <p:txBody>
              <a:bodyPr spcFirstLastPara="1" wrap="square" lIns="182850" tIns="182850" rIns="182850" bIns="182850" anchor="ctr" anchorCtr="0">
                <a:noAutofit/>
              </a:bodyPr>
              <a:lstStyle/>
              <a:p>
                <a:endParaRPr sz="3600"/>
              </a:p>
            </p:txBody>
          </p:sp>
          <p:cxnSp>
            <p:nvCxnSpPr>
              <p:cNvPr id="6307" name="Google Shape;6307;p142"/>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308" name="Google Shape;6308;p142"/>
            <p:cNvGrpSpPr/>
            <p:nvPr/>
          </p:nvGrpSpPr>
          <p:grpSpPr>
            <a:xfrm>
              <a:off x="4618704" y="3766582"/>
              <a:ext cx="807858" cy="181500"/>
              <a:chOff x="4618704" y="3766582"/>
              <a:chExt cx="807858" cy="181500"/>
            </a:xfrm>
          </p:grpSpPr>
          <p:sp>
            <p:nvSpPr>
              <p:cNvPr id="6309" name="Google Shape;6309;p142"/>
              <p:cNvSpPr/>
              <p:nvPr/>
            </p:nvSpPr>
            <p:spPr>
              <a:xfrm rot="10800000">
                <a:off x="4618704" y="3766582"/>
                <a:ext cx="747000" cy="181500"/>
              </a:xfrm>
              <a:prstGeom prst="rect">
                <a:avLst/>
              </a:prstGeom>
              <a:solidFill>
                <a:srgbClr val="869FB2"/>
              </a:solidFill>
              <a:ln>
                <a:noFill/>
              </a:ln>
            </p:spPr>
            <p:txBody>
              <a:bodyPr spcFirstLastPara="1" wrap="square" lIns="182850" tIns="182850" rIns="182850" bIns="182850" anchor="ctr" anchorCtr="0">
                <a:noAutofit/>
              </a:bodyPr>
              <a:lstStyle/>
              <a:p>
                <a:endParaRPr sz="3600"/>
              </a:p>
            </p:txBody>
          </p:sp>
          <p:cxnSp>
            <p:nvCxnSpPr>
              <p:cNvPr id="6310" name="Google Shape;6310;p142"/>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311" name="Google Shape;6311;p142"/>
            <p:cNvGrpSpPr/>
            <p:nvPr/>
          </p:nvGrpSpPr>
          <p:grpSpPr>
            <a:xfrm>
              <a:off x="4735238" y="3547942"/>
              <a:ext cx="462839" cy="181500"/>
              <a:chOff x="4735238" y="3547942"/>
              <a:chExt cx="462839" cy="181500"/>
            </a:xfrm>
          </p:grpSpPr>
          <p:sp>
            <p:nvSpPr>
              <p:cNvPr id="6312" name="Google Shape;6312;p142"/>
              <p:cNvSpPr/>
              <p:nvPr/>
            </p:nvSpPr>
            <p:spPr>
              <a:xfrm rot="10800000">
                <a:off x="4786477" y="3547942"/>
                <a:ext cx="411600" cy="181500"/>
              </a:xfrm>
              <a:prstGeom prst="rect">
                <a:avLst/>
              </a:prstGeom>
              <a:solidFill>
                <a:srgbClr val="BAC8D3"/>
              </a:solidFill>
              <a:ln>
                <a:noFill/>
              </a:ln>
            </p:spPr>
            <p:txBody>
              <a:bodyPr spcFirstLastPara="1" wrap="square" lIns="182850" tIns="182850" rIns="182850" bIns="182850" anchor="ctr" anchorCtr="0">
                <a:noAutofit/>
              </a:bodyPr>
              <a:lstStyle/>
              <a:p>
                <a:endParaRPr sz="3600"/>
              </a:p>
            </p:txBody>
          </p:sp>
          <p:cxnSp>
            <p:nvCxnSpPr>
              <p:cNvPr id="6313" name="Google Shape;6313;p142"/>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314" name="Google Shape;6314;p142"/>
          <p:cNvGrpSpPr/>
          <p:nvPr/>
        </p:nvGrpSpPr>
        <p:grpSpPr>
          <a:xfrm>
            <a:off x="14840095" y="4859161"/>
            <a:ext cx="2041910" cy="1857706"/>
            <a:chOff x="926675" y="238125"/>
            <a:chExt cx="5755100" cy="5232975"/>
          </a:xfrm>
        </p:grpSpPr>
        <p:sp>
          <p:nvSpPr>
            <p:cNvPr id="6315" name="Google Shape;6315;p142"/>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6316" name="Google Shape;6316;p142"/>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317" name="Google Shape;6317;p142"/>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18" name="Google Shape;6318;p142"/>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grpSp>
        <p:nvGrpSpPr>
          <p:cNvPr id="6319" name="Google Shape;6319;p142"/>
          <p:cNvGrpSpPr/>
          <p:nvPr/>
        </p:nvGrpSpPr>
        <p:grpSpPr>
          <a:xfrm>
            <a:off x="1454842" y="5656631"/>
            <a:ext cx="3390748" cy="3121674"/>
            <a:chOff x="727421" y="2828315"/>
            <a:chExt cx="1695374" cy="1560837"/>
          </a:xfrm>
        </p:grpSpPr>
        <p:grpSp>
          <p:nvGrpSpPr>
            <p:cNvPr id="6320" name="Google Shape;6320;p142"/>
            <p:cNvGrpSpPr/>
            <p:nvPr/>
          </p:nvGrpSpPr>
          <p:grpSpPr>
            <a:xfrm>
              <a:off x="727421" y="2828315"/>
              <a:ext cx="1695374" cy="1560837"/>
              <a:chOff x="734799" y="2782450"/>
              <a:chExt cx="1571100" cy="1577400"/>
            </a:xfrm>
          </p:grpSpPr>
          <p:cxnSp>
            <p:nvCxnSpPr>
              <p:cNvPr id="6321" name="Google Shape;6321;p142"/>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322" name="Google Shape;6322;p142"/>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323" name="Google Shape;6323;p142"/>
            <p:cNvGrpSpPr/>
            <p:nvPr/>
          </p:nvGrpSpPr>
          <p:grpSpPr>
            <a:xfrm>
              <a:off x="819108" y="2882501"/>
              <a:ext cx="1556791" cy="1426186"/>
              <a:chOff x="819108" y="2882501"/>
              <a:chExt cx="1556791" cy="1426186"/>
            </a:xfrm>
          </p:grpSpPr>
          <p:grpSp>
            <p:nvGrpSpPr>
              <p:cNvPr id="6324" name="Google Shape;6324;p142"/>
              <p:cNvGrpSpPr/>
              <p:nvPr/>
            </p:nvGrpSpPr>
            <p:grpSpPr>
              <a:xfrm>
                <a:off x="819108" y="2882501"/>
                <a:ext cx="103104" cy="1426186"/>
                <a:chOff x="4674013" y="3100904"/>
                <a:chExt cx="122758" cy="1698043"/>
              </a:xfrm>
            </p:grpSpPr>
            <p:sp>
              <p:nvSpPr>
                <p:cNvPr id="6325" name="Google Shape;6325;p142"/>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26" name="Google Shape;6326;p142"/>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27" name="Google Shape;6327;p142"/>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28" name="Google Shape;6328;p142"/>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29" name="Google Shape;6329;p142"/>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30" name="Google Shape;6330;p142"/>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31" name="Google Shape;6331;p142"/>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6332" name="Google Shape;6332;p142"/>
              <p:cNvGrpSpPr/>
              <p:nvPr/>
            </p:nvGrpSpPr>
            <p:grpSpPr>
              <a:xfrm>
                <a:off x="1062475" y="2882501"/>
                <a:ext cx="103104" cy="1426186"/>
                <a:chOff x="4940438" y="3100904"/>
                <a:chExt cx="122758" cy="1698043"/>
              </a:xfrm>
            </p:grpSpPr>
            <p:sp>
              <p:nvSpPr>
                <p:cNvPr id="6333" name="Google Shape;6333;p142"/>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34" name="Google Shape;6334;p142"/>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35" name="Google Shape;6335;p142"/>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36" name="Google Shape;6336;p142"/>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37" name="Google Shape;6337;p142"/>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38" name="Google Shape;6338;p142"/>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39" name="Google Shape;6339;p142"/>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6340" name="Google Shape;6340;p142"/>
              <p:cNvGrpSpPr/>
              <p:nvPr/>
            </p:nvGrpSpPr>
            <p:grpSpPr>
              <a:xfrm>
                <a:off x="1299324" y="2882501"/>
                <a:ext cx="103104" cy="1426186"/>
                <a:chOff x="5206863" y="3100904"/>
                <a:chExt cx="122758" cy="1698043"/>
              </a:xfrm>
            </p:grpSpPr>
            <p:sp>
              <p:nvSpPr>
                <p:cNvPr id="6341" name="Google Shape;6341;p14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42" name="Google Shape;6342;p14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43" name="Google Shape;6343;p14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44" name="Google Shape;6344;p14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45" name="Google Shape;6345;p14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46" name="Google Shape;6346;p14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47" name="Google Shape;6347;p14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6348" name="Google Shape;6348;p142"/>
              <p:cNvGrpSpPr/>
              <p:nvPr/>
            </p:nvGrpSpPr>
            <p:grpSpPr>
              <a:xfrm>
                <a:off x="1786057" y="2882501"/>
                <a:ext cx="103104" cy="1426186"/>
                <a:chOff x="6006138" y="3143629"/>
                <a:chExt cx="122758" cy="1698043"/>
              </a:xfrm>
            </p:grpSpPr>
            <p:sp>
              <p:nvSpPr>
                <p:cNvPr id="6349" name="Google Shape;6349;p14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50" name="Google Shape;6350;p14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51" name="Google Shape;6351;p14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52" name="Google Shape;6352;p14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53" name="Google Shape;6353;p14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54" name="Google Shape;6354;p14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55" name="Google Shape;6355;p14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6356" name="Google Shape;6356;p142"/>
              <p:cNvGrpSpPr/>
              <p:nvPr/>
            </p:nvGrpSpPr>
            <p:grpSpPr>
              <a:xfrm>
                <a:off x="2029422" y="2882501"/>
                <a:ext cx="103104" cy="1426186"/>
                <a:chOff x="6805413" y="3100904"/>
                <a:chExt cx="122758" cy="1698043"/>
              </a:xfrm>
            </p:grpSpPr>
            <p:sp>
              <p:nvSpPr>
                <p:cNvPr id="6357" name="Google Shape;6357;p142"/>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58" name="Google Shape;6358;p142"/>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59" name="Google Shape;6359;p142"/>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60" name="Google Shape;6360;p142"/>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61" name="Google Shape;6361;p142"/>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62" name="Google Shape;6362;p142"/>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63" name="Google Shape;6363;p142"/>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6364" name="Google Shape;6364;p142"/>
              <p:cNvGrpSpPr/>
              <p:nvPr/>
            </p:nvGrpSpPr>
            <p:grpSpPr>
              <a:xfrm>
                <a:off x="2272795" y="2882501"/>
                <a:ext cx="103104" cy="1426186"/>
                <a:chOff x="5206863" y="3100904"/>
                <a:chExt cx="122758" cy="1698043"/>
              </a:xfrm>
            </p:grpSpPr>
            <p:sp>
              <p:nvSpPr>
                <p:cNvPr id="6365" name="Google Shape;6365;p14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66" name="Google Shape;6366;p14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67" name="Google Shape;6367;p14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68" name="Google Shape;6368;p14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69" name="Google Shape;6369;p14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70" name="Google Shape;6370;p14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sp>
              <p:nvSpPr>
                <p:cNvPr id="6371" name="Google Shape;6371;p14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182850" tIns="182850" rIns="182850" bIns="182850" anchor="ctr" anchorCtr="0">
                  <a:noAutofit/>
                </a:bodyPr>
                <a:lstStyle/>
                <a:p>
                  <a:endParaRPr sz="3600"/>
                </a:p>
              </p:txBody>
            </p:sp>
          </p:grpSp>
          <p:grpSp>
            <p:nvGrpSpPr>
              <p:cNvPr id="6372" name="Google Shape;6372;p142"/>
              <p:cNvGrpSpPr/>
              <p:nvPr/>
            </p:nvGrpSpPr>
            <p:grpSpPr>
              <a:xfrm>
                <a:off x="1542694" y="2882501"/>
                <a:ext cx="103104" cy="1426186"/>
                <a:chOff x="6006138" y="3143629"/>
                <a:chExt cx="122758" cy="1698043"/>
              </a:xfrm>
            </p:grpSpPr>
            <p:sp>
              <p:nvSpPr>
                <p:cNvPr id="6373" name="Google Shape;6373;p14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74" name="Google Shape;6374;p14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75" name="Google Shape;6375;p14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376" name="Google Shape;6376;p14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377" name="Google Shape;6377;p14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378" name="Google Shape;6378;p14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379" name="Google Shape;6379;p14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grpSp>
      <p:grpSp>
        <p:nvGrpSpPr>
          <p:cNvPr id="6380" name="Google Shape;6380;p142"/>
          <p:cNvGrpSpPr/>
          <p:nvPr/>
        </p:nvGrpSpPr>
        <p:grpSpPr>
          <a:xfrm>
            <a:off x="11366944" y="7036075"/>
            <a:ext cx="5499904" cy="1741354"/>
            <a:chOff x="238125" y="1725700"/>
            <a:chExt cx="7139025" cy="2260325"/>
          </a:xfrm>
        </p:grpSpPr>
        <p:sp>
          <p:nvSpPr>
            <p:cNvPr id="6381" name="Google Shape;6381;p142"/>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182850" tIns="182850" rIns="182850" bIns="182850" anchor="ctr" anchorCtr="0">
              <a:noAutofit/>
            </a:bodyPr>
            <a:lstStyle/>
            <a:p>
              <a:endParaRPr sz="3600"/>
            </a:p>
          </p:txBody>
        </p:sp>
        <p:sp>
          <p:nvSpPr>
            <p:cNvPr id="6382" name="Google Shape;6382;p142"/>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6383" name="Google Shape;6383;p142"/>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182850" tIns="182850" rIns="182850" bIns="182850" anchor="ctr" anchorCtr="0">
              <a:noAutofit/>
            </a:bodyPr>
            <a:lstStyle/>
            <a:p>
              <a:endParaRPr sz="3600"/>
            </a:p>
          </p:txBody>
        </p:sp>
        <p:sp>
          <p:nvSpPr>
            <p:cNvPr id="6384" name="Google Shape;6384;p142"/>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sp>
          <p:nvSpPr>
            <p:cNvPr id="6385" name="Google Shape;6385;p142"/>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386" name="Google Shape;6386;p142"/>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182850" tIns="182850" rIns="182850" bIns="182850" anchor="ctr" anchorCtr="0">
              <a:noAutofit/>
            </a:bodyPr>
            <a:lstStyle/>
            <a:p>
              <a:endParaRPr sz="3600"/>
            </a:p>
          </p:txBody>
        </p:sp>
        <p:sp>
          <p:nvSpPr>
            <p:cNvPr id="6387" name="Google Shape;6387;p142"/>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88" name="Google Shape;6388;p142"/>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89" name="Google Shape;6389;p142"/>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sp>
          <p:nvSpPr>
            <p:cNvPr id="6390" name="Google Shape;6390;p142"/>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182850" tIns="182850" rIns="182850" bIns="182850" anchor="ctr" anchorCtr="0">
              <a:noAutofit/>
            </a:bodyPr>
            <a:lstStyle/>
            <a:p>
              <a:endParaRPr sz="3600"/>
            </a:p>
          </p:txBody>
        </p:sp>
      </p:grpSp>
      <p:grpSp>
        <p:nvGrpSpPr>
          <p:cNvPr id="6391" name="Google Shape;6391;p142"/>
          <p:cNvGrpSpPr/>
          <p:nvPr/>
        </p:nvGrpSpPr>
        <p:grpSpPr>
          <a:xfrm>
            <a:off x="11907272" y="4919567"/>
            <a:ext cx="2210904" cy="1833494"/>
            <a:chOff x="5249100" y="1210600"/>
            <a:chExt cx="3502700" cy="2904775"/>
          </a:xfrm>
        </p:grpSpPr>
        <p:sp>
          <p:nvSpPr>
            <p:cNvPr id="6392" name="Google Shape;6392;p142"/>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182850" tIns="182850" rIns="182850" bIns="182850" anchor="ctr" anchorCtr="0">
              <a:noAutofit/>
            </a:bodyPr>
            <a:lstStyle/>
            <a:p>
              <a:endParaRPr sz="3600"/>
            </a:p>
          </p:txBody>
        </p:sp>
        <p:sp>
          <p:nvSpPr>
            <p:cNvPr id="6393" name="Google Shape;6393;p142"/>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394" name="Google Shape;6394;p142"/>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395" name="Google Shape;6395;p142"/>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182850" tIns="182850" rIns="182850" bIns="182850" anchor="ctr" anchorCtr="0">
              <a:noAutofit/>
            </a:bodyPr>
            <a:lstStyle/>
            <a:p>
              <a:endParaRPr sz="3600"/>
            </a:p>
          </p:txBody>
        </p:sp>
        <p:cxnSp>
          <p:nvCxnSpPr>
            <p:cNvPr id="6396" name="Google Shape;6396;p142"/>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397" name="Google Shape;6397;p142"/>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398" name="Google Shape;6398;p142"/>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399" name="Google Shape;6399;p142"/>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400" name="Google Shape;6400;p142"/>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182850" tIns="182850" rIns="182850" bIns="182850" anchor="ctr" anchorCtr="0">
              <a:noAutofit/>
            </a:bodyPr>
            <a:lstStyle/>
            <a:p>
              <a:endParaRPr sz="3600"/>
            </a:p>
          </p:txBody>
        </p:sp>
      </p:grpSp>
      <p:grpSp>
        <p:nvGrpSpPr>
          <p:cNvPr id="6401" name="Google Shape;6401;p142"/>
          <p:cNvGrpSpPr/>
          <p:nvPr/>
        </p:nvGrpSpPr>
        <p:grpSpPr>
          <a:xfrm>
            <a:off x="14272366" y="2358402"/>
            <a:ext cx="2609300" cy="2249712"/>
            <a:chOff x="7287122" y="1165658"/>
            <a:chExt cx="1219413" cy="1051365"/>
          </a:xfrm>
        </p:grpSpPr>
        <p:grpSp>
          <p:nvGrpSpPr>
            <p:cNvPr id="6402" name="Google Shape;6402;p142"/>
            <p:cNvGrpSpPr/>
            <p:nvPr/>
          </p:nvGrpSpPr>
          <p:grpSpPr>
            <a:xfrm>
              <a:off x="7287122" y="1969723"/>
              <a:ext cx="1219413" cy="247300"/>
              <a:chOff x="7287122" y="1969723"/>
              <a:chExt cx="1219413" cy="247300"/>
            </a:xfrm>
          </p:grpSpPr>
          <p:sp>
            <p:nvSpPr>
              <p:cNvPr id="6403" name="Google Shape;6403;p142"/>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182850" tIns="182850" rIns="182850" bIns="182850" anchor="ctr" anchorCtr="0">
                <a:noAutofit/>
              </a:bodyPr>
              <a:lstStyle/>
              <a:p>
                <a:endParaRPr sz="3600"/>
              </a:p>
            </p:txBody>
          </p:sp>
          <p:grpSp>
            <p:nvGrpSpPr>
              <p:cNvPr id="6404" name="Google Shape;6404;p142"/>
              <p:cNvGrpSpPr/>
              <p:nvPr/>
            </p:nvGrpSpPr>
            <p:grpSpPr>
              <a:xfrm>
                <a:off x="7287122" y="2063892"/>
                <a:ext cx="1151753" cy="73428"/>
                <a:chOff x="7287122" y="2063892"/>
                <a:chExt cx="1151753" cy="73428"/>
              </a:xfrm>
            </p:grpSpPr>
            <p:sp>
              <p:nvSpPr>
                <p:cNvPr id="6405" name="Google Shape;6405;p142"/>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182850" tIns="182850" rIns="182850" bIns="182850" anchor="ctr" anchorCtr="0">
                  <a:noAutofit/>
                </a:bodyPr>
                <a:lstStyle/>
                <a:p>
                  <a:endParaRPr sz="3600"/>
                </a:p>
              </p:txBody>
            </p:sp>
            <p:cxnSp>
              <p:nvCxnSpPr>
                <p:cNvPr id="6406" name="Google Shape;6406;p142"/>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407" name="Google Shape;6407;p142"/>
            <p:cNvGrpSpPr/>
            <p:nvPr/>
          </p:nvGrpSpPr>
          <p:grpSpPr>
            <a:xfrm>
              <a:off x="7287122" y="1712201"/>
              <a:ext cx="1219403" cy="246767"/>
              <a:chOff x="7287122" y="1712201"/>
              <a:chExt cx="1219403" cy="246767"/>
            </a:xfrm>
          </p:grpSpPr>
          <p:sp>
            <p:nvSpPr>
              <p:cNvPr id="6408" name="Google Shape;6408;p142"/>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grpSp>
            <p:nvGrpSpPr>
              <p:cNvPr id="6409" name="Google Shape;6409;p142"/>
              <p:cNvGrpSpPr/>
              <p:nvPr/>
            </p:nvGrpSpPr>
            <p:grpSpPr>
              <a:xfrm>
                <a:off x="7287122" y="1842861"/>
                <a:ext cx="1005303" cy="73419"/>
                <a:chOff x="7287122" y="1842861"/>
                <a:chExt cx="1005303" cy="73419"/>
              </a:xfrm>
            </p:grpSpPr>
            <p:sp>
              <p:nvSpPr>
                <p:cNvPr id="6410" name="Google Shape;6410;p142"/>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cxnSp>
              <p:nvCxnSpPr>
                <p:cNvPr id="6411" name="Google Shape;6411;p142"/>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412" name="Google Shape;6412;p142"/>
            <p:cNvGrpSpPr/>
            <p:nvPr/>
          </p:nvGrpSpPr>
          <p:grpSpPr>
            <a:xfrm>
              <a:off x="7287122" y="1447520"/>
              <a:ext cx="1219403" cy="286667"/>
              <a:chOff x="7287122" y="1447520"/>
              <a:chExt cx="1219403" cy="286667"/>
            </a:xfrm>
          </p:grpSpPr>
          <p:sp>
            <p:nvSpPr>
              <p:cNvPr id="6413" name="Google Shape;6413;p142"/>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nvGrpSpPr>
              <p:cNvPr id="6414" name="Google Shape;6414;p142"/>
              <p:cNvGrpSpPr/>
              <p:nvPr/>
            </p:nvGrpSpPr>
            <p:grpSpPr>
              <a:xfrm>
                <a:off x="7287122" y="1581977"/>
                <a:ext cx="852803" cy="73428"/>
                <a:chOff x="7287122" y="1581977"/>
                <a:chExt cx="852803" cy="73428"/>
              </a:xfrm>
            </p:grpSpPr>
            <p:sp>
              <p:nvSpPr>
                <p:cNvPr id="6415" name="Google Shape;6415;p142"/>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182850" tIns="182850" rIns="182850" bIns="182850" anchor="ctr" anchorCtr="0">
                  <a:noAutofit/>
                </a:bodyPr>
                <a:lstStyle/>
                <a:p>
                  <a:endParaRPr sz="3600"/>
                </a:p>
              </p:txBody>
            </p:sp>
            <p:cxnSp>
              <p:nvCxnSpPr>
                <p:cNvPr id="6416" name="Google Shape;6416;p142"/>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417" name="Google Shape;6417;p142"/>
            <p:cNvGrpSpPr/>
            <p:nvPr/>
          </p:nvGrpSpPr>
          <p:grpSpPr>
            <a:xfrm>
              <a:off x="7287122" y="1165658"/>
              <a:ext cx="1219403" cy="344253"/>
              <a:chOff x="7287122" y="1165658"/>
              <a:chExt cx="1219403" cy="344253"/>
            </a:xfrm>
          </p:grpSpPr>
          <p:sp>
            <p:nvSpPr>
              <p:cNvPr id="6418" name="Google Shape;6418;p142"/>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182850" tIns="182850" rIns="182850" bIns="182850" anchor="ctr" anchorCtr="0">
                <a:noAutofit/>
              </a:bodyPr>
              <a:lstStyle/>
              <a:p>
                <a:endParaRPr sz="3600"/>
              </a:p>
            </p:txBody>
          </p:sp>
          <p:grpSp>
            <p:nvGrpSpPr>
              <p:cNvPr id="6419" name="Google Shape;6419;p142"/>
              <p:cNvGrpSpPr/>
              <p:nvPr/>
            </p:nvGrpSpPr>
            <p:grpSpPr>
              <a:xfrm>
                <a:off x="7287122" y="1341025"/>
                <a:ext cx="695703" cy="73419"/>
                <a:chOff x="7287122" y="1341025"/>
                <a:chExt cx="695703" cy="73419"/>
              </a:xfrm>
            </p:grpSpPr>
            <p:sp>
              <p:nvSpPr>
                <p:cNvPr id="6420" name="Google Shape;6420;p142"/>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182850" tIns="182850" rIns="182850" bIns="182850" anchor="ctr" anchorCtr="0">
                  <a:noAutofit/>
                </a:bodyPr>
                <a:lstStyle/>
                <a:p>
                  <a:endParaRPr sz="3600"/>
                </a:p>
              </p:txBody>
            </p:sp>
            <p:cxnSp>
              <p:nvCxnSpPr>
                <p:cNvPr id="6421" name="Google Shape;6421;p142"/>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422" name="Google Shape;6422;p142"/>
          <p:cNvGrpSpPr/>
          <p:nvPr/>
        </p:nvGrpSpPr>
        <p:grpSpPr>
          <a:xfrm>
            <a:off x="11605353" y="2370448"/>
            <a:ext cx="2795458" cy="2197080"/>
            <a:chOff x="5900602" y="1193063"/>
            <a:chExt cx="1299851" cy="1021707"/>
          </a:xfrm>
        </p:grpSpPr>
        <p:grpSp>
          <p:nvGrpSpPr>
            <p:cNvPr id="6423" name="Google Shape;6423;p142"/>
            <p:cNvGrpSpPr/>
            <p:nvPr/>
          </p:nvGrpSpPr>
          <p:grpSpPr>
            <a:xfrm>
              <a:off x="6520337" y="1193063"/>
              <a:ext cx="341815" cy="799959"/>
              <a:chOff x="6520337" y="1193063"/>
              <a:chExt cx="341815" cy="799959"/>
            </a:xfrm>
          </p:grpSpPr>
          <p:grpSp>
            <p:nvGrpSpPr>
              <p:cNvPr id="6424" name="Google Shape;6424;p142"/>
              <p:cNvGrpSpPr/>
              <p:nvPr/>
            </p:nvGrpSpPr>
            <p:grpSpPr>
              <a:xfrm>
                <a:off x="6520337" y="1589527"/>
                <a:ext cx="213950" cy="403494"/>
                <a:chOff x="6520337" y="1589527"/>
                <a:chExt cx="213950" cy="403494"/>
              </a:xfrm>
            </p:grpSpPr>
            <p:sp>
              <p:nvSpPr>
                <p:cNvPr id="6425" name="Google Shape;6425;p142"/>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182850" tIns="182850" rIns="182850" bIns="182850" anchor="ctr" anchorCtr="0">
                  <a:noAutofit/>
                </a:bodyPr>
                <a:lstStyle/>
                <a:p>
                  <a:endParaRPr sz="3600"/>
                </a:p>
              </p:txBody>
            </p:sp>
            <p:sp>
              <p:nvSpPr>
                <p:cNvPr id="6426" name="Google Shape;6426;p142"/>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grpSp>
          <p:grpSp>
            <p:nvGrpSpPr>
              <p:cNvPr id="6427" name="Google Shape;6427;p142"/>
              <p:cNvGrpSpPr/>
              <p:nvPr/>
            </p:nvGrpSpPr>
            <p:grpSpPr>
              <a:xfrm>
                <a:off x="6577204" y="1193063"/>
                <a:ext cx="284947" cy="464512"/>
                <a:chOff x="6577204" y="1193063"/>
                <a:chExt cx="284947" cy="464512"/>
              </a:xfrm>
            </p:grpSpPr>
            <p:sp>
              <p:nvSpPr>
                <p:cNvPr id="6428" name="Google Shape;6428;p142"/>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182850" tIns="182850" rIns="182850" bIns="182850" anchor="ctr" anchorCtr="0">
                  <a:noAutofit/>
                </a:bodyPr>
                <a:lstStyle/>
                <a:p>
                  <a:endParaRPr sz="3600"/>
                </a:p>
              </p:txBody>
            </p:sp>
            <p:cxnSp>
              <p:nvCxnSpPr>
                <p:cNvPr id="6429" name="Google Shape;6429;p142"/>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430" name="Google Shape;6430;p142"/>
            <p:cNvGrpSpPr/>
            <p:nvPr/>
          </p:nvGrpSpPr>
          <p:grpSpPr>
            <a:xfrm>
              <a:off x="6238903" y="1193063"/>
              <a:ext cx="300475" cy="900152"/>
              <a:chOff x="6238903" y="1193063"/>
              <a:chExt cx="300475" cy="900152"/>
            </a:xfrm>
          </p:grpSpPr>
          <p:grpSp>
            <p:nvGrpSpPr>
              <p:cNvPr id="6431" name="Google Shape;6431;p142"/>
              <p:cNvGrpSpPr/>
              <p:nvPr/>
            </p:nvGrpSpPr>
            <p:grpSpPr>
              <a:xfrm>
                <a:off x="6290865" y="1489315"/>
                <a:ext cx="248514" cy="603900"/>
                <a:chOff x="6290865" y="1489315"/>
                <a:chExt cx="248514" cy="603900"/>
              </a:xfrm>
            </p:grpSpPr>
            <p:sp>
              <p:nvSpPr>
                <p:cNvPr id="6432" name="Google Shape;6432;p142"/>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182850" tIns="182850" rIns="182850" bIns="182850" anchor="ctr" anchorCtr="0">
                  <a:noAutofit/>
                </a:bodyPr>
                <a:lstStyle/>
                <a:p>
                  <a:endParaRPr sz="3600"/>
                </a:p>
              </p:txBody>
            </p:sp>
            <p:sp>
              <p:nvSpPr>
                <p:cNvPr id="6433" name="Google Shape;6433;p142"/>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grpSp>
          <p:grpSp>
            <p:nvGrpSpPr>
              <p:cNvPr id="6434" name="Google Shape;6434;p142"/>
              <p:cNvGrpSpPr/>
              <p:nvPr/>
            </p:nvGrpSpPr>
            <p:grpSpPr>
              <a:xfrm>
                <a:off x="6238903" y="1193063"/>
                <a:ext cx="284947" cy="333087"/>
                <a:chOff x="6238903" y="1193063"/>
                <a:chExt cx="284947" cy="333087"/>
              </a:xfrm>
            </p:grpSpPr>
            <p:sp>
              <p:nvSpPr>
                <p:cNvPr id="6435" name="Google Shape;6435;p142"/>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182850" tIns="182850" rIns="182850" bIns="182850" anchor="ctr" anchorCtr="0">
                  <a:noAutofit/>
                </a:bodyPr>
                <a:lstStyle/>
                <a:p>
                  <a:endParaRPr sz="3600"/>
                </a:p>
              </p:txBody>
            </p:sp>
            <p:cxnSp>
              <p:nvCxnSpPr>
                <p:cNvPr id="6436" name="Google Shape;6436;p142"/>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437" name="Google Shape;6437;p142"/>
            <p:cNvGrpSpPr/>
            <p:nvPr/>
          </p:nvGrpSpPr>
          <p:grpSpPr>
            <a:xfrm>
              <a:off x="5900602" y="1193063"/>
              <a:ext cx="444345" cy="1021707"/>
              <a:chOff x="5900602" y="1193063"/>
              <a:chExt cx="444345" cy="1021707"/>
            </a:xfrm>
          </p:grpSpPr>
          <p:grpSp>
            <p:nvGrpSpPr>
              <p:cNvPr id="6438" name="Google Shape;6438;p142"/>
              <p:cNvGrpSpPr/>
              <p:nvPr/>
            </p:nvGrpSpPr>
            <p:grpSpPr>
              <a:xfrm>
                <a:off x="6046501" y="1367785"/>
                <a:ext cx="298446" cy="846986"/>
                <a:chOff x="6046501" y="1367785"/>
                <a:chExt cx="298446" cy="846986"/>
              </a:xfrm>
            </p:grpSpPr>
            <p:sp>
              <p:nvSpPr>
                <p:cNvPr id="6439" name="Google Shape;6439;p142"/>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182850" tIns="182850" rIns="182850" bIns="182850" anchor="ctr" anchorCtr="0">
                  <a:noAutofit/>
                </a:bodyPr>
                <a:lstStyle/>
                <a:p>
                  <a:endParaRPr sz="3600"/>
                </a:p>
              </p:txBody>
            </p:sp>
            <p:sp>
              <p:nvSpPr>
                <p:cNvPr id="6440" name="Google Shape;6440;p142"/>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182850" tIns="182850" rIns="182850" bIns="182850" anchor="ctr" anchorCtr="0">
                  <a:noAutofit/>
                </a:bodyPr>
                <a:lstStyle/>
                <a:p>
                  <a:endParaRPr sz="3600"/>
                </a:p>
              </p:txBody>
            </p:sp>
          </p:grpSp>
          <p:grpSp>
            <p:nvGrpSpPr>
              <p:cNvPr id="6441" name="Google Shape;6441;p142"/>
              <p:cNvGrpSpPr/>
              <p:nvPr/>
            </p:nvGrpSpPr>
            <p:grpSpPr>
              <a:xfrm>
                <a:off x="5900602" y="1193063"/>
                <a:ext cx="284947" cy="182312"/>
                <a:chOff x="5900602" y="1193063"/>
                <a:chExt cx="284947" cy="182312"/>
              </a:xfrm>
            </p:grpSpPr>
            <p:sp>
              <p:nvSpPr>
                <p:cNvPr id="6442" name="Google Shape;6442;p142"/>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182850" tIns="182850" rIns="182850" bIns="182850" anchor="ctr" anchorCtr="0">
                  <a:noAutofit/>
                </a:bodyPr>
                <a:lstStyle/>
                <a:p>
                  <a:endParaRPr sz="3600"/>
                </a:p>
              </p:txBody>
            </p:sp>
            <p:cxnSp>
              <p:nvCxnSpPr>
                <p:cNvPr id="6443" name="Google Shape;6443;p142"/>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444" name="Google Shape;6444;p142"/>
            <p:cNvGrpSpPr/>
            <p:nvPr/>
          </p:nvGrpSpPr>
          <p:grpSpPr>
            <a:xfrm>
              <a:off x="6738300" y="1193063"/>
              <a:ext cx="462153" cy="707634"/>
              <a:chOff x="6738300" y="1193063"/>
              <a:chExt cx="462153" cy="707634"/>
            </a:xfrm>
          </p:grpSpPr>
          <p:grpSp>
            <p:nvGrpSpPr>
              <p:cNvPr id="6445" name="Google Shape;6445;p142"/>
              <p:cNvGrpSpPr/>
              <p:nvPr/>
            </p:nvGrpSpPr>
            <p:grpSpPr>
              <a:xfrm>
                <a:off x="6915505" y="1193063"/>
                <a:ext cx="284947" cy="597387"/>
                <a:chOff x="6915505" y="1193063"/>
                <a:chExt cx="284947" cy="597387"/>
              </a:xfrm>
            </p:grpSpPr>
            <p:sp>
              <p:nvSpPr>
                <p:cNvPr id="6446" name="Google Shape;6446;p142"/>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182850" tIns="182850" rIns="182850" bIns="182850" anchor="ctr" anchorCtr="0">
                  <a:noAutofit/>
                </a:bodyPr>
                <a:lstStyle/>
                <a:p>
                  <a:endParaRPr sz="3600"/>
                </a:p>
              </p:txBody>
            </p:sp>
            <p:cxnSp>
              <p:nvCxnSpPr>
                <p:cNvPr id="6447" name="Google Shape;6447;p142"/>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448" name="Google Shape;6448;p142"/>
              <p:cNvGrpSpPr/>
              <p:nvPr/>
            </p:nvGrpSpPr>
            <p:grpSpPr>
              <a:xfrm>
                <a:off x="6738300" y="1684725"/>
                <a:ext cx="230066" cy="215971"/>
                <a:chOff x="6738300" y="1684725"/>
                <a:chExt cx="230066" cy="215971"/>
              </a:xfrm>
            </p:grpSpPr>
            <p:sp>
              <p:nvSpPr>
                <p:cNvPr id="6449" name="Google Shape;6449;p142"/>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182850" tIns="182850" rIns="182850" bIns="182850" anchor="ctr" anchorCtr="0">
                  <a:noAutofit/>
                </a:bodyPr>
                <a:lstStyle/>
                <a:p>
                  <a:endParaRPr sz="3600"/>
                </a:p>
              </p:txBody>
            </p:sp>
            <p:sp>
              <p:nvSpPr>
                <p:cNvPr id="6450" name="Google Shape;6450;p142"/>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182850" tIns="182850" rIns="182850" bIns="182850" anchor="ctr" anchorCtr="0">
                  <a:noAutofit/>
                </a:bodyPr>
                <a:lstStyle/>
                <a:p>
                  <a:endParaRPr sz="3600"/>
                </a:p>
              </p:txBody>
            </p:sp>
          </p:grpSp>
        </p:gr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454"/>
        <p:cNvGrpSpPr/>
        <p:nvPr/>
      </p:nvGrpSpPr>
      <p:grpSpPr>
        <a:xfrm>
          <a:off x="0" y="0"/>
          <a:ext cx="0" cy="0"/>
          <a:chOff x="0" y="0"/>
          <a:chExt cx="0" cy="0"/>
        </a:xfrm>
      </p:grpSpPr>
      <p:sp>
        <p:nvSpPr>
          <p:cNvPr id="6455" name="Google Shape;6455;p143"/>
          <p:cNvSpPr txBox="1">
            <a:spLocks noGrp="1"/>
          </p:cNvSpPr>
          <p:nvPr>
            <p:ph type="title" idx="4294967295"/>
          </p:nvPr>
        </p:nvSpPr>
        <p:spPr>
          <a:xfrm>
            <a:off x="2136200" y="1866900"/>
            <a:ext cx="140946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6456" name="Google Shape;6456;p143"/>
          <p:cNvSpPr txBox="1">
            <a:spLocks noGrp="1"/>
          </p:cNvSpPr>
          <p:nvPr>
            <p:ph type="body" idx="4294967295"/>
          </p:nvPr>
        </p:nvSpPr>
        <p:spPr>
          <a:xfrm>
            <a:off x="1657750" y="3220550"/>
            <a:ext cx="15051600" cy="964800"/>
          </a:xfrm>
          <a:prstGeom prst="rect">
            <a:avLst/>
          </a:prstGeom>
        </p:spPr>
        <p:txBody>
          <a:bodyPr spcFirstLastPara="1" vert="horz" wrap="square" lIns="182850" tIns="182850" rIns="182850" bIns="182850" rtlCol="0" anchor="ctr" anchorCtr="0">
            <a:noAutofit/>
          </a:bodyPr>
          <a:lstStyle/>
          <a:p>
            <a:pPr marL="0" indent="0" algn="ctr">
              <a:spcBef>
                <a:spcPts val="0"/>
              </a:spcBef>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indent="0" algn="ctr">
              <a:spcBef>
                <a:spcPts val="0"/>
              </a:spcBef>
              <a:buNone/>
            </a:pPr>
            <a:r>
              <a:rPr lang="en">
                <a:solidFill>
                  <a:srgbClr val="FFFFFF"/>
                </a:solidFill>
                <a:latin typeface="Arial"/>
                <a:ea typeface="Arial"/>
                <a:cs typeface="Arial"/>
                <a:sym typeface="Arial"/>
              </a:rPr>
              <a:t>In Google Slides, you can also use </a:t>
            </a:r>
            <a:r>
              <a:rPr lang="en">
                <a:solidFill>
                  <a:srgbClr val="7994A9"/>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6457" name="Google Shape;6457;p143"/>
          <p:cNvGrpSpPr/>
          <p:nvPr/>
        </p:nvGrpSpPr>
        <p:grpSpPr>
          <a:xfrm>
            <a:off x="1658719" y="4615270"/>
            <a:ext cx="678470" cy="596372"/>
            <a:chOff x="898875" y="244725"/>
            <a:chExt cx="481800" cy="423500"/>
          </a:xfrm>
        </p:grpSpPr>
        <p:sp>
          <p:nvSpPr>
            <p:cNvPr id="6458" name="Google Shape;6458;p143"/>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59" name="Google Shape;6459;p143"/>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60" name="Google Shape;6460;p143"/>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61" name="Google Shape;6461;p143"/>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62" name="Google Shape;6462;p143"/>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63" name="Google Shape;6463;p143"/>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464" name="Google Shape;6464;p143"/>
          <p:cNvGrpSpPr/>
          <p:nvPr/>
        </p:nvGrpSpPr>
        <p:grpSpPr>
          <a:xfrm>
            <a:off x="2535483" y="4574207"/>
            <a:ext cx="596338" cy="678506"/>
            <a:chOff x="1529350" y="258825"/>
            <a:chExt cx="423475" cy="481825"/>
          </a:xfrm>
        </p:grpSpPr>
        <p:sp>
          <p:nvSpPr>
            <p:cNvPr id="6465" name="Google Shape;6465;p143"/>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66" name="Google Shape;6466;p143"/>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467" name="Google Shape;6467;p143"/>
          <p:cNvGrpSpPr/>
          <p:nvPr/>
        </p:nvGrpSpPr>
        <p:grpSpPr>
          <a:xfrm>
            <a:off x="3321432" y="4734546"/>
            <a:ext cx="681780" cy="357824"/>
            <a:chOff x="2084325" y="363300"/>
            <a:chExt cx="484150" cy="254100"/>
          </a:xfrm>
        </p:grpSpPr>
        <p:sp>
          <p:nvSpPr>
            <p:cNvPr id="6468" name="Google Shape;6468;p143"/>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69" name="Google Shape;6469;p143"/>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470" name="Google Shape;6470;p143"/>
          <p:cNvGrpSpPr/>
          <p:nvPr/>
        </p:nvGrpSpPr>
        <p:grpSpPr>
          <a:xfrm>
            <a:off x="4220023" y="4574205"/>
            <a:ext cx="596338" cy="678506"/>
            <a:chOff x="2707500" y="249400"/>
            <a:chExt cx="423475" cy="481825"/>
          </a:xfrm>
        </p:grpSpPr>
        <p:sp>
          <p:nvSpPr>
            <p:cNvPr id="6471" name="Google Shape;6471;p143"/>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72" name="Google Shape;6472;p143"/>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473" name="Google Shape;6473;p143"/>
          <p:cNvGrpSpPr/>
          <p:nvPr/>
        </p:nvGrpSpPr>
        <p:grpSpPr>
          <a:xfrm>
            <a:off x="5047252" y="4574856"/>
            <a:ext cx="610772" cy="677204"/>
            <a:chOff x="3300325" y="249875"/>
            <a:chExt cx="433725" cy="480900"/>
          </a:xfrm>
        </p:grpSpPr>
        <p:sp>
          <p:nvSpPr>
            <p:cNvPr id="6474" name="Google Shape;6474;p143"/>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75" name="Google Shape;6475;p143"/>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76" name="Google Shape;6476;p143"/>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77" name="Google Shape;6477;p143"/>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78" name="Google Shape;6478;p143"/>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79" name="Google Shape;6479;p143"/>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480" name="Google Shape;6480;p143"/>
          <p:cNvGrpSpPr/>
          <p:nvPr/>
        </p:nvGrpSpPr>
        <p:grpSpPr>
          <a:xfrm>
            <a:off x="5825425" y="4574698"/>
            <a:ext cx="704698" cy="677520"/>
            <a:chOff x="3854700" y="249750"/>
            <a:chExt cx="500425" cy="481125"/>
          </a:xfrm>
        </p:grpSpPr>
        <p:sp>
          <p:nvSpPr>
            <p:cNvPr id="6481" name="Google Shape;6481;p143"/>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82" name="Google Shape;6482;p143"/>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83" name="Google Shape;6483;p143"/>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84" name="Google Shape;6484;p143"/>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85" name="Google Shape;6485;p143"/>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86" name="Google Shape;6486;p143"/>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87" name="Google Shape;6487;p143"/>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88" name="Google Shape;6488;p143"/>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489" name="Google Shape;6489;p143"/>
          <p:cNvGrpSpPr/>
          <p:nvPr/>
        </p:nvGrpSpPr>
        <p:grpSpPr>
          <a:xfrm>
            <a:off x="6661403" y="4574698"/>
            <a:ext cx="704698" cy="677520"/>
            <a:chOff x="4447550" y="249750"/>
            <a:chExt cx="500425" cy="481125"/>
          </a:xfrm>
        </p:grpSpPr>
        <p:sp>
          <p:nvSpPr>
            <p:cNvPr id="6490" name="Google Shape;6490;p143"/>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91" name="Google Shape;6491;p143"/>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492" name="Google Shape;6492;p143"/>
          <p:cNvGrpSpPr/>
          <p:nvPr/>
        </p:nvGrpSpPr>
        <p:grpSpPr>
          <a:xfrm>
            <a:off x="7519805" y="4574205"/>
            <a:ext cx="678506" cy="678506"/>
            <a:chOff x="5049725" y="249400"/>
            <a:chExt cx="481825" cy="481825"/>
          </a:xfrm>
        </p:grpSpPr>
        <p:sp>
          <p:nvSpPr>
            <p:cNvPr id="6493" name="Google Shape;6493;p143"/>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94" name="Google Shape;6494;p143"/>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495" name="Google Shape;6495;p143"/>
          <p:cNvGrpSpPr/>
          <p:nvPr/>
        </p:nvGrpSpPr>
        <p:grpSpPr>
          <a:xfrm>
            <a:off x="8347687" y="4574205"/>
            <a:ext cx="678506" cy="678506"/>
            <a:chOff x="5660400" y="238125"/>
            <a:chExt cx="481825" cy="481825"/>
          </a:xfrm>
        </p:grpSpPr>
        <p:sp>
          <p:nvSpPr>
            <p:cNvPr id="6496" name="Google Shape;6496;p143"/>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497" name="Google Shape;6497;p143"/>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498" name="Google Shape;6498;p143"/>
          <p:cNvGrpSpPr/>
          <p:nvPr/>
        </p:nvGrpSpPr>
        <p:grpSpPr>
          <a:xfrm>
            <a:off x="9181059" y="4574205"/>
            <a:ext cx="678506" cy="678506"/>
            <a:chOff x="6235400" y="249400"/>
            <a:chExt cx="481825" cy="481825"/>
          </a:xfrm>
        </p:grpSpPr>
        <p:sp>
          <p:nvSpPr>
            <p:cNvPr id="6499" name="Google Shape;6499;p143"/>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00" name="Google Shape;6500;p143"/>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01" name="Google Shape;6501;p143"/>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02" name="Google Shape;6502;p143"/>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03" name="Google Shape;6503;p143"/>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04" name="Google Shape;6504;p143"/>
          <p:cNvGrpSpPr/>
          <p:nvPr/>
        </p:nvGrpSpPr>
        <p:grpSpPr>
          <a:xfrm>
            <a:off x="1657750" y="5463620"/>
            <a:ext cx="680408" cy="596232"/>
            <a:chOff x="899850" y="871450"/>
            <a:chExt cx="483175" cy="423400"/>
          </a:xfrm>
        </p:grpSpPr>
        <p:sp>
          <p:nvSpPr>
            <p:cNvPr id="6505" name="Google Shape;6505;p143"/>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06" name="Google Shape;6506;p143"/>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07" name="Google Shape;6507;p143"/>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08" name="Google Shape;6508;p143"/>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
        <p:nvSpPr>
          <p:cNvPr id="6509" name="Google Shape;6509;p143"/>
          <p:cNvSpPr/>
          <p:nvPr/>
        </p:nvSpPr>
        <p:spPr>
          <a:xfrm>
            <a:off x="2531348" y="5422429"/>
            <a:ext cx="604400" cy="678506"/>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nvGrpSpPr>
          <p:cNvPr id="6510" name="Google Shape;6510;p143"/>
          <p:cNvGrpSpPr/>
          <p:nvPr/>
        </p:nvGrpSpPr>
        <p:grpSpPr>
          <a:xfrm>
            <a:off x="3321751" y="5422465"/>
            <a:ext cx="681146" cy="678542"/>
            <a:chOff x="2085450" y="842250"/>
            <a:chExt cx="483700" cy="481850"/>
          </a:xfrm>
        </p:grpSpPr>
        <p:sp>
          <p:nvSpPr>
            <p:cNvPr id="6511" name="Google Shape;6511;p143"/>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12" name="Google Shape;6512;p143"/>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13" name="Google Shape;6513;p143"/>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14" name="Google Shape;6514;p143"/>
          <p:cNvGrpSpPr/>
          <p:nvPr/>
        </p:nvGrpSpPr>
        <p:grpSpPr>
          <a:xfrm>
            <a:off x="4178886" y="5422483"/>
            <a:ext cx="678612" cy="678506"/>
            <a:chOff x="2685825" y="840375"/>
            <a:chExt cx="481900" cy="481825"/>
          </a:xfrm>
        </p:grpSpPr>
        <p:sp>
          <p:nvSpPr>
            <p:cNvPr id="6515" name="Google Shape;6515;p143"/>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16" name="Google Shape;6516;p143"/>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17" name="Google Shape;6517;p143"/>
          <p:cNvGrpSpPr/>
          <p:nvPr/>
        </p:nvGrpSpPr>
        <p:grpSpPr>
          <a:xfrm>
            <a:off x="5002209" y="5421849"/>
            <a:ext cx="700862" cy="679774"/>
            <a:chOff x="3270675" y="841800"/>
            <a:chExt cx="497700" cy="482725"/>
          </a:xfrm>
        </p:grpSpPr>
        <p:sp>
          <p:nvSpPr>
            <p:cNvPr id="6518" name="Google Shape;6518;p143"/>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19" name="Google Shape;6519;p143"/>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20" name="Google Shape;6520;p143"/>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
        <p:nvSpPr>
          <p:cNvPr id="6521" name="Google Shape;6521;p143"/>
          <p:cNvSpPr/>
          <p:nvPr/>
        </p:nvSpPr>
        <p:spPr>
          <a:xfrm>
            <a:off x="5838259" y="5443622"/>
            <a:ext cx="678506" cy="63612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nvGrpSpPr>
          <p:cNvPr id="6522" name="Google Shape;6522;p143"/>
          <p:cNvGrpSpPr/>
          <p:nvPr/>
        </p:nvGrpSpPr>
        <p:grpSpPr>
          <a:xfrm>
            <a:off x="6674499" y="5463567"/>
            <a:ext cx="678506" cy="596338"/>
            <a:chOff x="4467200" y="877100"/>
            <a:chExt cx="481825" cy="423475"/>
          </a:xfrm>
        </p:grpSpPr>
        <p:sp>
          <p:nvSpPr>
            <p:cNvPr id="6523" name="Google Shape;6523;p143"/>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24" name="Google Shape;6524;p143"/>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25" name="Google Shape;6525;p143"/>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26" name="Google Shape;6526;p143"/>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27" name="Google Shape;6527;p143"/>
          <p:cNvGrpSpPr/>
          <p:nvPr/>
        </p:nvGrpSpPr>
        <p:grpSpPr>
          <a:xfrm>
            <a:off x="7504280" y="5422465"/>
            <a:ext cx="709556" cy="678542"/>
            <a:chOff x="5045500" y="842250"/>
            <a:chExt cx="503875" cy="481850"/>
          </a:xfrm>
        </p:grpSpPr>
        <p:sp>
          <p:nvSpPr>
            <p:cNvPr id="6528" name="Google Shape;6528;p143"/>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29" name="Google Shape;6529;p143"/>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30" name="Google Shape;6530;p143"/>
          <p:cNvGrpSpPr/>
          <p:nvPr/>
        </p:nvGrpSpPr>
        <p:grpSpPr>
          <a:xfrm>
            <a:off x="8349975" y="5474903"/>
            <a:ext cx="673930" cy="573666"/>
            <a:chOff x="5645200" y="879425"/>
            <a:chExt cx="478575" cy="407375"/>
          </a:xfrm>
        </p:grpSpPr>
        <p:sp>
          <p:nvSpPr>
            <p:cNvPr id="6531" name="Google Shape;6531;p143"/>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32" name="Google Shape;6532;p143"/>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33" name="Google Shape;6533;p143"/>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34" name="Google Shape;6534;p143"/>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35" name="Google Shape;6535;p143"/>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36" name="Google Shape;6536;p143"/>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37" name="Google Shape;6537;p143"/>
          <p:cNvGrpSpPr/>
          <p:nvPr/>
        </p:nvGrpSpPr>
        <p:grpSpPr>
          <a:xfrm>
            <a:off x="9222124" y="5422483"/>
            <a:ext cx="596372" cy="678506"/>
            <a:chOff x="6264525" y="842250"/>
            <a:chExt cx="423500" cy="481825"/>
          </a:xfrm>
        </p:grpSpPr>
        <p:sp>
          <p:nvSpPr>
            <p:cNvPr id="6538" name="Google Shape;6538;p143"/>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39" name="Google Shape;6539;p143"/>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40" name="Google Shape;6540;p143"/>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41" name="Google Shape;6541;p143"/>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42" name="Google Shape;6542;p143"/>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43" name="Google Shape;6543;p143"/>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44" name="Google Shape;6544;p143"/>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45" name="Google Shape;6545;p143"/>
          <p:cNvGrpSpPr/>
          <p:nvPr/>
        </p:nvGrpSpPr>
        <p:grpSpPr>
          <a:xfrm>
            <a:off x="1658701" y="6251791"/>
            <a:ext cx="678506" cy="678506"/>
            <a:chOff x="900750" y="1436075"/>
            <a:chExt cx="481825" cy="481825"/>
          </a:xfrm>
        </p:grpSpPr>
        <p:sp>
          <p:nvSpPr>
            <p:cNvPr id="6546" name="Google Shape;6546;p143"/>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47" name="Google Shape;6547;p143"/>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48" name="Google Shape;6548;p143"/>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49" name="Google Shape;6549;p143"/>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50" name="Google Shape;6550;p143"/>
          <p:cNvGrpSpPr/>
          <p:nvPr/>
        </p:nvGrpSpPr>
        <p:grpSpPr>
          <a:xfrm>
            <a:off x="2494397" y="6372366"/>
            <a:ext cx="678506" cy="437352"/>
            <a:chOff x="1492675" y="1520750"/>
            <a:chExt cx="481825" cy="310575"/>
          </a:xfrm>
        </p:grpSpPr>
        <p:sp>
          <p:nvSpPr>
            <p:cNvPr id="6551" name="Google Shape;6551;p143"/>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52" name="Google Shape;6552;p143"/>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53" name="Google Shape;6553;p143"/>
          <p:cNvGrpSpPr/>
          <p:nvPr/>
        </p:nvGrpSpPr>
        <p:grpSpPr>
          <a:xfrm>
            <a:off x="3309990" y="6251754"/>
            <a:ext cx="704664" cy="678576"/>
            <a:chOff x="2071000" y="1435025"/>
            <a:chExt cx="500400" cy="481875"/>
          </a:xfrm>
        </p:grpSpPr>
        <p:sp>
          <p:nvSpPr>
            <p:cNvPr id="6554" name="Google Shape;6554;p143"/>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55" name="Google Shape;6555;p143"/>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56" name="Google Shape;6556;p143"/>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57" name="Google Shape;6557;p143"/>
          <p:cNvGrpSpPr/>
          <p:nvPr/>
        </p:nvGrpSpPr>
        <p:grpSpPr>
          <a:xfrm>
            <a:off x="4166318" y="6293419"/>
            <a:ext cx="703748" cy="595246"/>
            <a:chOff x="2678350" y="1464650"/>
            <a:chExt cx="499750" cy="422700"/>
          </a:xfrm>
        </p:grpSpPr>
        <p:sp>
          <p:nvSpPr>
            <p:cNvPr id="6558" name="Google Shape;6558;p143"/>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59" name="Google Shape;6559;p143"/>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60" name="Google Shape;6560;p143"/>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61" name="Google Shape;6561;p143"/>
          <p:cNvGrpSpPr/>
          <p:nvPr/>
        </p:nvGrpSpPr>
        <p:grpSpPr>
          <a:xfrm>
            <a:off x="5013385" y="6251791"/>
            <a:ext cx="678506" cy="678506"/>
            <a:chOff x="3271200" y="1435075"/>
            <a:chExt cx="481825" cy="481825"/>
          </a:xfrm>
        </p:grpSpPr>
        <p:sp>
          <p:nvSpPr>
            <p:cNvPr id="6562" name="Google Shape;6562;p143"/>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63" name="Google Shape;6563;p143"/>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64" name="Google Shape;6564;p143"/>
          <p:cNvGrpSpPr/>
          <p:nvPr/>
        </p:nvGrpSpPr>
        <p:grpSpPr>
          <a:xfrm>
            <a:off x="5834330" y="6251754"/>
            <a:ext cx="686884" cy="678576"/>
            <a:chOff x="3858100" y="1435075"/>
            <a:chExt cx="487775" cy="481875"/>
          </a:xfrm>
        </p:grpSpPr>
        <p:sp>
          <p:nvSpPr>
            <p:cNvPr id="6565" name="Google Shape;6565;p143"/>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66" name="Google Shape;6566;p143"/>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67" name="Google Shape;6567;p143"/>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68" name="Google Shape;6568;p143"/>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69" name="Google Shape;6569;p143"/>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70" name="Google Shape;6570;p143"/>
          <p:cNvGrpSpPr/>
          <p:nvPr/>
        </p:nvGrpSpPr>
        <p:grpSpPr>
          <a:xfrm>
            <a:off x="6674499" y="6251791"/>
            <a:ext cx="678506" cy="678506"/>
            <a:chOff x="4456875" y="1435075"/>
            <a:chExt cx="481825" cy="481825"/>
          </a:xfrm>
        </p:grpSpPr>
        <p:sp>
          <p:nvSpPr>
            <p:cNvPr id="6571" name="Google Shape;6571;p143"/>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72" name="Google Shape;6572;p143"/>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73" name="Google Shape;6573;p143"/>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74" name="Google Shape;6574;p143"/>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75" name="Google Shape;6575;p143"/>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76" name="Google Shape;6576;p143"/>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77" name="Google Shape;6577;p143"/>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78" name="Google Shape;6578;p143"/>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79" name="Google Shape;6579;p143"/>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0" name="Google Shape;6580;p143"/>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1" name="Google Shape;6581;p143"/>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2" name="Google Shape;6582;p143"/>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3" name="Google Shape;6583;p143"/>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4" name="Google Shape;6584;p143"/>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5" name="Google Shape;6585;p143"/>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6" name="Google Shape;6586;p143"/>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7" name="Google Shape;6587;p143"/>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8" name="Google Shape;6588;p143"/>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89" name="Google Shape;6589;p143"/>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90" name="Google Shape;6590;p143"/>
          <p:cNvGrpSpPr/>
          <p:nvPr/>
        </p:nvGrpSpPr>
        <p:grpSpPr>
          <a:xfrm>
            <a:off x="7516478" y="6251773"/>
            <a:ext cx="685160" cy="678542"/>
            <a:chOff x="5049725" y="1435050"/>
            <a:chExt cx="486550" cy="481850"/>
          </a:xfrm>
        </p:grpSpPr>
        <p:sp>
          <p:nvSpPr>
            <p:cNvPr id="6591" name="Google Shape;6591;p143"/>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92" name="Google Shape;6592;p143"/>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93" name="Google Shape;6593;p143"/>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94" name="Google Shape;6594;p143"/>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95" name="Google Shape;6595;p143"/>
          <p:cNvGrpSpPr/>
          <p:nvPr/>
        </p:nvGrpSpPr>
        <p:grpSpPr>
          <a:xfrm>
            <a:off x="8347581" y="6251791"/>
            <a:ext cx="678718" cy="678506"/>
            <a:chOff x="5642475" y="1435075"/>
            <a:chExt cx="481975" cy="481825"/>
          </a:xfrm>
        </p:grpSpPr>
        <p:sp>
          <p:nvSpPr>
            <p:cNvPr id="6596" name="Google Shape;6596;p143"/>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97" name="Google Shape;6597;p143"/>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598" name="Google Shape;6598;p143"/>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599" name="Google Shape;6599;p143"/>
          <p:cNvGrpSpPr/>
          <p:nvPr/>
        </p:nvGrpSpPr>
        <p:grpSpPr>
          <a:xfrm>
            <a:off x="9176553" y="6251773"/>
            <a:ext cx="687518" cy="678542"/>
            <a:chOff x="6232000" y="1435050"/>
            <a:chExt cx="488225" cy="481850"/>
          </a:xfrm>
        </p:grpSpPr>
        <p:sp>
          <p:nvSpPr>
            <p:cNvPr id="6600" name="Google Shape;6600;p143"/>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01" name="Google Shape;6601;p143"/>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02" name="Google Shape;6602;p143"/>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03" name="Google Shape;6603;p143"/>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04" name="Google Shape;6604;p143"/>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05" name="Google Shape;6605;p143"/>
          <p:cNvGrpSpPr/>
          <p:nvPr/>
        </p:nvGrpSpPr>
        <p:grpSpPr>
          <a:xfrm>
            <a:off x="1698025" y="7079090"/>
            <a:ext cx="599858" cy="675584"/>
            <a:chOff x="924450" y="2028975"/>
            <a:chExt cx="425975" cy="479750"/>
          </a:xfrm>
        </p:grpSpPr>
        <p:sp>
          <p:nvSpPr>
            <p:cNvPr id="6606" name="Google Shape;6606;p143"/>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07" name="Google Shape;6607;p143"/>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08" name="Google Shape;6608;p143"/>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09" name="Google Shape;6609;p143"/>
          <p:cNvGrpSpPr/>
          <p:nvPr/>
        </p:nvGrpSpPr>
        <p:grpSpPr>
          <a:xfrm>
            <a:off x="3323018" y="7118694"/>
            <a:ext cx="678612" cy="596372"/>
            <a:chOff x="2085450" y="2057100"/>
            <a:chExt cx="481900" cy="423500"/>
          </a:xfrm>
        </p:grpSpPr>
        <p:sp>
          <p:nvSpPr>
            <p:cNvPr id="6610" name="Google Shape;6610;p143"/>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11" name="Google Shape;6611;p143"/>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12" name="Google Shape;6612;p143"/>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13" name="Google Shape;6613;p143"/>
          <p:cNvGrpSpPr/>
          <p:nvPr/>
        </p:nvGrpSpPr>
        <p:grpSpPr>
          <a:xfrm>
            <a:off x="4178884" y="7165184"/>
            <a:ext cx="678612" cy="503396"/>
            <a:chOff x="2678275" y="2090100"/>
            <a:chExt cx="481900" cy="357475"/>
          </a:xfrm>
        </p:grpSpPr>
        <p:sp>
          <p:nvSpPr>
            <p:cNvPr id="6614" name="Google Shape;6614;p143"/>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15" name="Google Shape;6615;p143"/>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16" name="Google Shape;6616;p143"/>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17" name="Google Shape;6617;p143"/>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18" name="Google Shape;6618;p143"/>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19" name="Google Shape;6619;p143"/>
          <p:cNvGrpSpPr/>
          <p:nvPr/>
        </p:nvGrpSpPr>
        <p:grpSpPr>
          <a:xfrm>
            <a:off x="5133293" y="7189581"/>
            <a:ext cx="438690" cy="454602"/>
            <a:chOff x="3357325" y="2093500"/>
            <a:chExt cx="311525" cy="322825"/>
          </a:xfrm>
        </p:grpSpPr>
        <p:sp>
          <p:nvSpPr>
            <p:cNvPr id="6620" name="Google Shape;6620;p143"/>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21" name="Google Shape;6621;p143"/>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22" name="Google Shape;6622;p143"/>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
        <p:nvSpPr>
          <p:cNvPr id="6623" name="Google Shape;6623;p143"/>
          <p:cNvSpPr/>
          <p:nvPr/>
        </p:nvSpPr>
        <p:spPr>
          <a:xfrm>
            <a:off x="5843839" y="7100928"/>
            <a:ext cx="667346" cy="631648"/>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nvGrpSpPr>
          <p:cNvPr id="6624" name="Google Shape;6624;p143"/>
          <p:cNvGrpSpPr/>
          <p:nvPr/>
        </p:nvGrpSpPr>
        <p:grpSpPr>
          <a:xfrm>
            <a:off x="6721672" y="7077629"/>
            <a:ext cx="584156" cy="678506"/>
            <a:chOff x="4492800" y="2027925"/>
            <a:chExt cx="414825" cy="481825"/>
          </a:xfrm>
        </p:grpSpPr>
        <p:sp>
          <p:nvSpPr>
            <p:cNvPr id="6625" name="Google Shape;6625;p143"/>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26" name="Google Shape;6626;p143"/>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27" name="Google Shape;6627;p143"/>
          <p:cNvGrpSpPr/>
          <p:nvPr/>
        </p:nvGrpSpPr>
        <p:grpSpPr>
          <a:xfrm>
            <a:off x="7519856" y="7077611"/>
            <a:ext cx="678400" cy="678542"/>
            <a:chOff x="5049725" y="2027900"/>
            <a:chExt cx="481750" cy="481850"/>
          </a:xfrm>
        </p:grpSpPr>
        <p:sp>
          <p:nvSpPr>
            <p:cNvPr id="6628" name="Google Shape;6628;p143"/>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29" name="Google Shape;6629;p143"/>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30" name="Google Shape;6630;p143"/>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31" name="Google Shape;6631;p143"/>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32" name="Google Shape;6632;p143"/>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33" name="Google Shape;6633;p143"/>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34" name="Google Shape;6634;p143"/>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35" name="Google Shape;6635;p143"/>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36" name="Google Shape;6636;p143"/>
          <p:cNvGrpSpPr/>
          <p:nvPr/>
        </p:nvGrpSpPr>
        <p:grpSpPr>
          <a:xfrm>
            <a:off x="8467048" y="7077787"/>
            <a:ext cx="439780" cy="678190"/>
            <a:chOff x="5726350" y="2028150"/>
            <a:chExt cx="312300" cy="481600"/>
          </a:xfrm>
        </p:grpSpPr>
        <p:sp>
          <p:nvSpPr>
            <p:cNvPr id="6637" name="Google Shape;6637;p143"/>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38" name="Google Shape;6638;p143"/>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39" name="Google Shape;6639;p143"/>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40" name="Google Shape;6640;p143"/>
          <p:cNvGrpSpPr/>
          <p:nvPr/>
        </p:nvGrpSpPr>
        <p:grpSpPr>
          <a:xfrm>
            <a:off x="9187431" y="7084001"/>
            <a:ext cx="665762" cy="665762"/>
            <a:chOff x="6239925" y="2032450"/>
            <a:chExt cx="472775" cy="472775"/>
          </a:xfrm>
        </p:grpSpPr>
        <p:sp>
          <p:nvSpPr>
            <p:cNvPr id="6641" name="Google Shape;6641;p143"/>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42" name="Google Shape;6642;p143"/>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43" name="Google Shape;6643;p143"/>
          <p:cNvGrpSpPr/>
          <p:nvPr/>
        </p:nvGrpSpPr>
        <p:grpSpPr>
          <a:xfrm>
            <a:off x="10085615" y="4728185"/>
            <a:ext cx="669282" cy="370850"/>
            <a:chOff x="903075" y="2730000"/>
            <a:chExt cx="475275" cy="263350"/>
          </a:xfrm>
        </p:grpSpPr>
        <p:sp>
          <p:nvSpPr>
            <p:cNvPr id="6644" name="Google Shape;6644;p143"/>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45" name="Google Shape;6645;p143"/>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46" name="Google Shape;6646;p143"/>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47" name="Google Shape;6647;p143"/>
          <p:cNvGrpSpPr/>
          <p:nvPr/>
        </p:nvGrpSpPr>
        <p:grpSpPr>
          <a:xfrm>
            <a:off x="2494397" y="7077629"/>
            <a:ext cx="678506" cy="678506"/>
            <a:chOff x="1492675" y="2027925"/>
            <a:chExt cx="481825" cy="481825"/>
          </a:xfrm>
        </p:grpSpPr>
        <p:sp>
          <p:nvSpPr>
            <p:cNvPr id="6648" name="Google Shape;6648;p143"/>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49" name="Google Shape;6649;p143"/>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50" name="Google Shape;6650;p143"/>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51" name="Google Shape;6651;p143"/>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52" name="Google Shape;6652;p143"/>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53" name="Google Shape;6653;p143"/>
          <p:cNvGrpSpPr/>
          <p:nvPr/>
        </p:nvGrpSpPr>
        <p:grpSpPr>
          <a:xfrm>
            <a:off x="10947151" y="4574357"/>
            <a:ext cx="678506" cy="678506"/>
            <a:chOff x="1492675" y="2620775"/>
            <a:chExt cx="481825" cy="481825"/>
          </a:xfrm>
        </p:grpSpPr>
        <p:sp>
          <p:nvSpPr>
            <p:cNvPr id="6654" name="Google Shape;6654;p143"/>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55" name="Google Shape;6655;p143"/>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
        <p:nvSpPr>
          <p:cNvPr id="6656" name="Google Shape;6656;p143"/>
          <p:cNvSpPr/>
          <p:nvPr/>
        </p:nvSpPr>
        <p:spPr>
          <a:xfrm>
            <a:off x="11747044" y="4574189"/>
            <a:ext cx="705016" cy="678506"/>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nvGrpSpPr>
          <p:cNvPr id="6657" name="Google Shape;6657;p143"/>
          <p:cNvGrpSpPr/>
          <p:nvPr/>
        </p:nvGrpSpPr>
        <p:grpSpPr>
          <a:xfrm>
            <a:off x="12594657" y="4606323"/>
            <a:ext cx="667170" cy="614574"/>
            <a:chOff x="2682350" y="2643425"/>
            <a:chExt cx="473775" cy="436425"/>
          </a:xfrm>
        </p:grpSpPr>
        <p:sp>
          <p:nvSpPr>
            <p:cNvPr id="6658" name="Google Shape;6658;p143"/>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59" name="Google Shape;6659;p143"/>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60" name="Google Shape;6660;p143"/>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61" name="Google Shape;6661;p143"/>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62" name="Google Shape;6662;p143"/>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63" name="Google Shape;6663;p143"/>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64" name="Google Shape;6664;p143"/>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65" name="Google Shape;6665;p143"/>
          <p:cNvGrpSpPr/>
          <p:nvPr/>
        </p:nvGrpSpPr>
        <p:grpSpPr>
          <a:xfrm>
            <a:off x="13525637" y="4574357"/>
            <a:ext cx="477062" cy="678506"/>
            <a:chOff x="3342725" y="2620775"/>
            <a:chExt cx="338775" cy="481825"/>
          </a:xfrm>
        </p:grpSpPr>
        <p:sp>
          <p:nvSpPr>
            <p:cNvPr id="6666" name="Google Shape;6666;p143"/>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67" name="Google Shape;6667;p143"/>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68" name="Google Shape;6668;p143"/>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69" name="Google Shape;6669;p143"/>
          <p:cNvGrpSpPr/>
          <p:nvPr/>
        </p:nvGrpSpPr>
        <p:grpSpPr>
          <a:xfrm>
            <a:off x="14313136" y="4574357"/>
            <a:ext cx="556592" cy="678506"/>
            <a:chOff x="3907325" y="2620775"/>
            <a:chExt cx="395250" cy="481825"/>
          </a:xfrm>
        </p:grpSpPr>
        <p:sp>
          <p:nvSpPr>
            <p:cNvPr id="6670" name="Google Shape;6670;p143"/>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71" name="Google Shape;6671;p143"/>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72" name="Google Shape;6672;p143"/>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73" name="Google Shape;6673;p143"/>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74" name="Google Shape;6674;p143"/>
          <p:cNvGrpSpPr/>
          <p:nvPr/>
        </p:nvGrpSpPr>
        <p:grpSpPr>
          <a:xfrm>
            <a:off x="15099511" y="4595566"/>
            <a:ext cx="678506" cy="636084"/>
            <a:chOff x="4456875" y="2635825"/>
            <a:chExt cx="481825" cy="451700"/>
          </a:xfrm>
        </p:grpSpPr>
        <p:sp>
          <p:nvSpPr>
            <p:cNvPr id="6675" name="Google Shape;6675;p143"/>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76" name="Google Shape;6676;p143"/>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77" name="Google Shape;6677;p143"/>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78" name="Google Shape;6678;p143"/>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79" name="Google Shape;6679;p143"/>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80" name="Google Shape;6680;p143"/>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81" name="Google Shape;6681;p143"/>
          <p:cNvGrpSpPr/>
          <p:nvPr/>
        </p:nvGrpSpPr>
        <p:grpSpPr>
          <a:xfrm>
            <a:off x="15949359" y="4595566"/>
            <a:ext cx="678506" cy="636084"/>
            <a:chOff x="5049725" y="2635825"/>
            <a:chExt cx="481825" cy="451700"/>
          </a:xfrm>
        </p:grpSpPr>
        <p:sp>
          <p:nvSpPr>
            <p:cNvPr id="6682" name="Google Shape;6682;p143"/>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83" name="Google Shape;6683;p143"/>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84" name="Google Shape;6684;p143"/>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85" name="Google Shape;6685;p143"/>
          <p:cNvGrpSpPr/>
          <p:nvPr/>
        </p:nvGrpSpPr>
        <p:grpSpPr>
          <a:xfrm>
            <a:off x="4750772" y="7904487"/>
            <a:ext cx="677132" cy="676746"/>
            <a:chOff x="5643000" y="2621375"/>
            <a:chExt cx="480850" cy="480575"/>
          </a:xfrm>
        </p:grpSpPr>
        <p:sp>
          <p:nvSpPr>
            <p:cNvPr id="6686" name="Google Shape;6686;p143"/>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87" name="Google Shape;6687;p143"/>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88" name="Google Shape;6688;p143"/>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89" name="Google Shape;6689;p143"/>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90" name="Google Shape;6690;p143"/>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91" name="Google Shape;6691;p143"/>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92" name="Google Shape;6692;p143"/>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693" name="Google Shape;6693;p143"/>
          <p:cNvGrpSpPr/>
          <p:nvPr/>
        </p:nvGrpSpPr>
        <p:grpSpPr>
          <a:xfrm>
            <a:off x="8385565" y="7903607"/>
            <a:ext cx="678718" cy="678506"/>
            <a:chOff x="6235250" y="2620775"/>
            <a:chExt cx="481975" cy="481825"/>
          </a:xfrm>
        </p:grpSpPr>
        <p:sp>
          <p:nvSpPr>
            <p:cNvPr id="6694" name="Google Shape;6694;p143"/>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95" name="Google Shape;6695;p143"/>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96" name="Google Shape;6696;p143"/>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97" name="Google Shape;6697;p143"/>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698" name="Google Shape;6698;p143"/>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
        <p:nvSpPr>
          <p:cNvPr id="6699" name="Google Shape;6699;p143"/>
          <p:cNvSpPr/>
          <p:nvPr/>
        </p:nvSpPr>
        <p:spPr>
          <a:xfrm>
            <a:off x="10075169" y="5441387"/>
            <a:ext cx="690054" cy="640590"/>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nvGrpSpPr>
          <p:cNvPr id="6700" name="Google Shape;6700;p143"/>
          <p:cNvGrpSpPr/>
          <p:nvPr/>
        </p:nvGrpSpPr>
        <p:grpSpPr>
          <a:xfrm>
            <a:off x="10945305" y="5422635"/>
            <a:ext cx="682202" cy="678506"/>
            <a:chOff x="1535000" y="3223325"/>
            <a:chExt cx="484450" cy="481825"/>
          </a:xfrm>
        </p:grpSpPr>
        <p:sp>
          <p:nvSpPr>
            <p:cNvPr id="6701" name="Google Shape;6701;p143"/>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02" name="Google Shape;6702;p143"/>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03" name="Google Shape;6703;p143"/>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04" name="Google Shape;6704;p143"/>
          <p:cNvGrpSpPr/>
          <p:nvPr/>
        </p:nvGrpSpPr>
        <p:grpSpPr>
          <a:xfrm>
            <a:off x="11760439" y="5493237"/>
            <a:ext cx="678506" cy="537298"/>
            <a:chOff x="2085525" y="3263750"/>
            <a:chExt cx="481825" cy="381550"/>
          </a:xfrm>
        </p:grpSpPr>
        <p:sp>
          <p:nvSpPr>
            <p:cNvPr id="6705" name="Google Shape;6705;p143"/>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06" name="Google Shape;6706;p143"/>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
        <p:nvSpPr>
          <p:cNvPr id="6707" name="Google Shape;6707;p143"/>
          <p:cNvSpPr/>
          <p:nvPr/>
        </p:nvSpPr>
        <p:spPr>
          <a:xfrm>
            <a:off x="12588809" y="5557381"/>
            <a:ext cx="678506" cy="408590"/>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nvGrpSpPr>
          <p:cNvPr id="6708" name="Google Shape;6708;p143"/>
          <p:cNvGrpSpPr/>
          <p:nvPr/>
        </p:nvGrpSpPr>
        <p:grpSpPr>
          <a:xfrm>
            <a:off x="13423964" y="5422617"/>
            <a:ext cx="680408" cy="678542"/>
            <a:chOff x="3270450" y="3213625"/>
            <a:chExt cx="483175" cy="481850"/>
          </a:xfrm>
        </p:grpSpPr>
        <p:sp>
          <p:nvSpPr>
            <p:cNvPr id="6709" name="Google Shape;6709;p143"/>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10" name="Google Shape;6710;p143"/>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11" name="Google Shape;6711;p143"/>
          <p:cNvGrpSpPr/>
          <p:nvPr/>
        </p:nvGrpSpPr>
        <p:grpSpPr>
          <a:xfrm>
            <a:off x="14422501" y="5422635"/>
            <a:ext cx="337862" cy="678506"/>
            <a:chOff x="3984950" y="3213600"/>
            <a:chExt cx="239925" cy="481825"/>
          </a:xfrm>
        </p:grpSpPr>
        <p:sp>
          <p:nvSpPr>
            <p:cNvPr id="6712" name="Google Shape;6712;p143"/>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13" name="Google Shape;6713;p143"/>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
        <p:nvSpPr>
          <p:cNvPr id="6714" name="Google Shape;6714;p143"/>
          <p:cNvSpPr/>
          <p:nvPr/>
        </p:nvSpPr>
        <p:spPr>
          <a:xfrm>
            <a:off x="15099156" y="5422429"/>
            <a:ext cx="678612" cy="678506"/>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15" name="Google Shape;6715;p143"/>
          <p:cNvSpPr/>
          <p:nvPr/>
        </p:nvSpPr>
        <p:spPr>
          <a:xfrm>
            <a:off x="15949017" y="5462138"/>
            <a:ext cx="678506" cy="599084"/>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nvGrpSpPr>
          <p:cNvPr id="6716" name="Google Shape;6716;p143"/>
          <p:cNvGrpSpPr/>
          <p:nvPr/>
        </p:nvGrpSpPr>
        <p:grpSpPr>
          <a:xfrm>
            <a:off x="3748562" y="7962974"/>
            <a:ext cx="710436" cy="559760"/>
            <a:chOff x="5629975" y="3255775"/>
            <a:chExt cx="504500" cy="397500"/>
          </a:xfrm>
        </p:grpSpPr>
        <p:sp>
          <p:nvSpPr>
            <p:cNvPr id="6717" name="Google Shape;6717;p143"/>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18" name="Google Shape;6718;p143"/>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19" name="Google Shape;6719;p143"/>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20" name="Google Shape;6720;p143"/>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21" name="Google Shape;6721;p143"/>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22" name="Google Shape;6722;p143"/>
          <p:cNvGrpSpPr/>
          <p:nvPr/>
        </p:nvGrpSpPr>
        <p:grpSpPr>
          <a:xfrm>
            <a:off x="7511678" y="7963187"/>
            <a:ext cx="680512" cy="559338"/>
            <a:chOff x="6234950" y="3255925"/>
            <a:chExt cx="483250" cy="397200"/>
          </a:xfrm>
        </p:grpSpPr>
        <p:sp>
          <p:nvSpPr>
            <p:cNvPr id="6723" name="Google Shape;6723;p143"/>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24" name="Google Shape;6724;p143"/>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25" name="Google Shape;6725;p143"/>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26" name="Google Shape;6726;p143"/>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27" name="Google Shape;6727;p143"/>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28" name="Google Shape;6728;p143"/>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29" name="Google Shape;6729;p143"/>
          <p:cNvGrpSpPr/>
          <p:nvPr/>
        </p:nvGrpSpPr>
        <p:grpSpPr>
          <a:xfrm>
            <a:off x="10102214" y="6251941"/>
            <a:ext cx="636084" cy="678506"/>
            <a:chOff x="914900" y="3806450"/>
            <a:chExt cx="451700" cy="481825"/>
          </a:xfrm>
        </p:grpSpPr>
        <p:sp>
          <p:nvSpPr>
            <p:cNvPr id="6730" name="Google Shape;6730;p143"/>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31" name="Google Shape;6731;p143"/>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32" name="Google Shape;6732;p143"/>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33" name="Google Shape;6733;p143"/>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34" name="Google Shape;6734;p143"/>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35" name="Google Shape;6735;p143"/>
          <p:cNvGrpSpPr/>
          <p:nvPr/>
        </p:nvGrpSpPr>
        <p:grpSpPr>
          <a:xfrm>
            <a:off x="10940057" y="6251571"/>
            <a:ext cx="692694" cy="679246"/>
            <a:chOff x="1490050" y="3805975"/>
            <a:chExt cx="491900" cy="482350"/>
          </a:xfrm>
        </p:grpSpPr>
        <p:sp>
          <p:nvSpPr>
            <p:cNvPr id="6736" name="Google Shape;6736;p143"/>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37" name="Google Shape;6737;p143"/>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38" name="Google Shape;6738;p143"/>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39" name="Google Shape;6739;p143"/>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40" name="Google Shape;6740;p143"/>
          <p:cNvGrpSpPr/>
          <p:nvPr/>
        </p:nvGrpSpPr>
        <p:grpSpPr>
          <a:xfrm>
            <a:off x="11787793" y="6251941"/>
            <a:ext cx="623798" cy="678506"/>
            <a:chOff x="2104275" y="3806450"/>
            <a:chExt cx="442975" cy="481825"/>
          </a:xfrm>
        </p:grpSpPr>
        <p:sp>
          <p:nvSpPr>
            <p:cNvPr id="6741" name="Google Shape;6741;p143"/>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42" name="Google Shape;6742;p143"/>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43" name="Google Shape;6743;p143"/>
          <p:cNvGrpSpPr/>
          <p:nvPr/>
        </p:nvGrpSpPr>
        <p:grpSpPr>
          <a:xfrm>
            <a:off x="12634826" y="6251941"/>
            <a:ext cx="586832" cy="678506"/>
            <a:chOff x="2710875" y="3806450"/>
            <a:chExt cx="416725" cy="481825"/>
          </a:xfrm>
        </p:grpSpPr>
        <p:sp>
          <p:nvSpPr>
            <p:cNvPr id="6744" name="Google Shape;6744;p143"/>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45" name="Google Shape;6745;p143"/>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46" name="Google Shape;6746;p143"/>
          <p:cNvGrpSpPr/>
          <p:nvPr/>
        </p:nvGrpSpPr>
        <p:grpSpPr>
          <a:xfrm>
            <a:off x="13424915" y="6332825"/>
            <a:ext cx="678506" cy="516738"/>
            <a:chOff x="3271200" y="3863875"/>
            <a:chExt cx="481825" cy="366950"/>
          </a:xfrm>
        </p:grpSpPr>
        <p:sp>
          <p:nvSpPr>
            <p:cNvPr id="6747" name="Google Shape;6747;p143"/>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48" name="Google Shape;6748;p143"/>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49" name="Google Shape;6749;p143"/>
          <p:cNvGrpSpPr/>
          <p:nvPr/>
        </p:nvGrpSpPr>
        <p:grpSpPr>
          <a:xfrm>
            <a:off x="14295904" y="6252399"/>
            <a:ext cx="591056" cy="677590"/>
            <a:chOff x="3895050" y="3806775"/>
            <a:chExt cx="419725" cy="481175"/>
          </a:xfrm>
        </p:grpSpPr>
        <p:sp>
          <p:nvSpPr>
            <p:cNvPr id="6750" name="Google Shape;6750;p143"/>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51" name="Google Shape;6751;p143"/>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52" name="Google Shape;6752;p143"/>
          <p:cNvGrpSpPr/>
          <p:nvPr/>
        </p:nvGrpSpPr>
        <p:grpSpPr>
          <a:xfrm>
            <a:off x="15102468" y="6251959"/>
            <a:ext cx="672592" cy="678470"/>
            <a:chOff x="4464775" y="3806475"/>
            <a:chExt cx="477625" cy="481800"/>
          </a:xfrm>
        </p:grpSpPr>
        <p:sp>
          <p:nvSpPr>
            <p:cNvPr id="6753" name="Google Shape;6753;p143"/>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54" name="Google Shape;6754;p143"/>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55" name="Google Shape;6755;p143"/>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56" name="Google Shape;6756;p143"/>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57" name="Google Shape;6757;p143"/>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58" name="Google Shape;6758;p143"/>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59" name="Google Shape;6759;p143"/>
          <p:cNvGrpSpPr/>
          <p:nvPr/>
        </p:nvGrpSpPr>
        <p:grpSpPr>
          <a:xfrm>
            <a:off x="15949359" y="6251941"/>
            <a:ext cx="678506" cy="678506"/>
            <a:chOff x="5049725" y="3806450"/>
            <a:chExt cx="481825" cy="481825"/>
          </a:xfrm>
        </p:grpSpPr>
        <p:sp>
          <p:nvSpPr>
            <p:cNvPr id="6760" name="Google Shape;6760;p143"/>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61" name="Google Shape;6761;p143"/>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62" name="Google Shape;6762;p143"/>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63" name="Google Shape;6763;p143"/>
          <p:cNvGrpSpPr/>
          <p:nvPr/>
        </p:nvGrpSpPr>
        <p:grpSpPr>
          <a:xfrm>
            <a:off x="2923967" y="7903597"/>
            <a:ext cx="678506" cy="678506"/>
            <a:chOff x="5651375" y="3806450"/>
            <a:chExt cx="481825" cy="481825"/>
          </a:xfrm>
        </p:grpSpPr>
        <p:sp>
          <p:nvSpPr>
            <p:cNvPr id="6764" name="Google Shape;6764;p143"/>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65" name="Google Shape;6765;p143"/>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66" name="Google Shape;6766;p143"/>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67" name="Google Shape;6767;p143"/>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68" name="Google Shape;6768;p143"/>
          <p:cNvGrpSpPr/>
          <p:nvPr/>
        </p:nvGrpSpPr>
        <p:grpSpPr>
          <a:xfrm>
            <a:off x="6721327" y="7907575"/>
            <a:ext cx="597006" cy="670550"/>
            <a:chOff x="6264300" y="3809300"/>
            <a:chExt cx="423950" cy="476175"/>
          </a:xfrm>
        </p:grpSpPr>
        <p:sp>
          <p:nvSpPr>
            <p:cNvPr id="6769" name="Google Shape;6769;p143"/>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70" name="Google Shape;6770;p143"/>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71" name="Google Shape;6771;p143"/>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72" name="Google Shape;6772;p143"/>
          <p:cNvGrpSpPr/>
          <p:nvPr/>
        </p:nvGrpSpPr>
        <p:grpSpPr>
          <a:xfrm>
            <a:off x="10079683" y="7077763"/>
            <a:ext cx="681146" cy="678542"/>
            <a:chOff x="898875" y="4399275"/>
            <a:chExt cx="483700" cy="481850"/>
          </a:xfrm>
        </p:grpSpPr>
        <p:sp>
          <p:nvSpPr>
            <p:cNvPr id="6773" name="Google Shape;6773;p143"/>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74" name="Google Shape;6774;p143"/>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75" name="Google Shape;6775;p143"/>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76" name="Google Shape;6776;p143"/>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77" name="Google Shape;6777;p143"/>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78" name="Google Shape;6778;p143"/>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79" name="Google Shape;6779;p143"/>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80" name="Google Shape;6780;p143"/>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81" name="Google Shape;6781;p143"/>
          <p:cNvGrpSpPr/>
          <p:nvPr/>
        </p:nvGrpSpPr>
        <p:grpSpPr>
          <a:xfrm>
            <a:off x="10947151" y="7108267"/>
            <a:ext cx="678506" cy="617530"/>
            <a:chOff x="1492675" y="4420975"/>
            <a:chExt cx="481825" cy="438525"/>
          </a:xfrm>
        </p:grpSpPr>
        <p:sp>
          <p:nvSpPr>
            <p:cNvPr id="6782" name="Google Shape;6782;p143"/>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83" name="Google Shape;6783;p143"/>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84" name="Google Shape;6784;p143"/>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85" name="Google Shape;6785;p143"/>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86" name="Google Shape;6786;p143"/>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87" name="Google Shape;6787;p143"/>
          <p:cNvGrpSpPr/>
          <p:nvPr/>
        </p:nvGrpSpPr>
        <p:grpSpPr>
          <a:xfrm>
            <a:off x="11757112" y="7079117"/>
            <a:ext cx="685160" cy="675830"/>
            <a:chOff x="2084100" y="4400250"/>
            <a:chExt cx="486550" cy="479925"/>
          </a:xfrm>
        </p:grpSpPr>
        <p:sp>
          <p:nvSpPr>
            <p:cNvPr id="6788" name="Google Shape;6788;p143"/>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89" name="Google Shape;6789;p143"/>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90" name="Google Shape;6790;p143"/>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91" name="Google Shape;6791;p143"/>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92" name="Google Shape;6792;p143"/>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93" name="Google Shape;6793;p143"/>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794" name="Google Shape;6794;p143"/>
          <p:cNvGrpSpPr/>
          <p:nvPr/>
        </p:nvGrpSpPr>
        <p:grpSpPr>
          <a:xfrm>
            <a:off x="12630073" y="7077814"/>
            <a:ext cx="596338" cy="678436"/>
            <a:chOff x="2707950" y="4399325"/>
            <a:chExt cx="423475" cy="481775"/>
          </a:xfrm>
        </p:grpSpPr>
        <p:sp>
          <p:nvSpPr>
            <p:cNvPr id="6795" name="Google Shape;6795;p143"/>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96" name="Google Shape;6796;p143"/>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97" name="Google Shape;6797;p143"/>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98" name="Google Shape;6798;p143"/>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799" name="Google Shape;6799;p143"/>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00" name="Google Shape;6800;p143"/>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01" name="Google Shape;6801;p143"/>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02" name="Google Shape;6802;p143"/>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03" name="Google Shape;6803;p143"/>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04" name="Google Shape;6804;p143"/>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05" name="Google Shape;6805;p143"/>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06" name="Google Shape;6806;p143"/>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07" name="Google Shape;6807;p143"/>
          <p:cNvGrpSpPr/>
          <p:nvPr/>
        </p:nvGrpSpPr>
        <p:grpSpPr>
          <a:xfrm>
            <a:off x="13489111" y="7077763"/>
            <a:ext cx="550114" cy="678542"/>
            <a:chOff x="3330525" y="4399275"/>
            <a:chExt cx="390650" cy="481850"/>
          </a:xfrm>
        </p:grpSpPr>
        <p:sp>
          <p:nvSpPr>
            <p:cNvPr id="6808" name="Google Shape;6808;p143"/>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09" name="Google Shape;6809;p143"/>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10" name="Google Shape;6810;p143"/>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11" name="Google Shape;6811;p143"/>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12" name="Google Shape;6812;p143"/>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13" name="Google Shape;6813;p143"/>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14" name="Google Shape;6814;p143"/>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15" name="Google Shape;6815;p143"/>
          <p:cNvGrpSpPr/>
          <p:nvPr/>
        </p:nvGrpSpPr>
        <p:grpSpPr>
          <a:xfrm>
            <a:off x="14338169" y="7077781"/>
            <a:ext cx="506530" cy="678506"/>
            <a:chOff x="3938800" y="4399275"/>
            <a:chExt cx="359700" cy="481825"/>
          </a:xfrm>
        </p:grpSpPr>
        <p:sp>
          <p:nvSpPr>
            <p:cNvPr id="6816" name="Google Shape;6816;p143"/>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17" name="Google Shape;6817;p143"/>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18" name="Google Shape;6818;p143"/>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19" name="Google Shape;6819;p143"/>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20" name="Google Shape;6820;p143"/>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21" name="Google Shape;6821;p143"/>
          <p:cNvGrpSpPr/>
          <p:nvPr/>
        </p:nvGrpSpPr>
        <p:grpSpPr>
          <a:xfrm>
            <a:off x="15279725" y="7077781"/>
            <a:ext cx="318078" cy="678506"/>
            <a:chOff x="4584850" y="4399275"/>
            <a:chExt cx="225875" cy="481825"/>
          </a:xfrm>
        </p:grpSpPr>
        <p:sp>
          <p:nvSpPr>
            <p:cNvPr id="6822" name="Google Shape;6822;p143"/>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23" name="Google Shape;6823;p143"/>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
        <p:nvSpPr>
          <p:cNvPr id="6824" name="Google Shape;6824;p143"/>
          <p:cNvSpPr/>
          <p:nvPr/>
        </p:nvSpPr>
        <p:spPr>
          <a:xfrm>
            <a:off x="15915997" y="7077640"/>
            <a:ext cx="744550" cy="678224"/>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nvGrpSpPr>
          <p:cNvPr id="6825" name="Google Shape;6825;p143"/>
          <p:cNvGrpSpPr/>
          <p:nvPr/>
        </p:nvGrpSpPr>
        <p:grpSpPr>
          <a:xfrm>
            <a:off x="2099361" y="7903591"/>
            <a:ext cx="678506" cy="678506"/>
            <a:chOff x="5642550" y="4399275"/>
            <a:chExt cx="481825" cy="481825"/>
          </a:xfrm>
        </p:grpSpPr>
        <p:sp>
          <p:nvSpPr>
            <p:cNvPr id="6826" name="Google Shape;6826;p143"/>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27" name="Google Shape;6827;p143"/>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28" name="Google Shape;6828;p143"/>
          <p:cNvGrpSpPr/>
          <p:nvPr/>
        </p:nvGrpSpPr>
        <p:grpSpPr>
          <a:xfrm>
            <a:off x="5719630" y="7927407"/>
            <a:ext cx="726632" cy="630874"/>
            <a:chOff x="6218300" y="4416175"/>
            <a:chExt cx="516000" cy="448000"/>
          </a:xfrm>
        </p:grpSpPr>
        <p:sp>
          <p:nvSpPr>
            <p:cNvPr id="6829" name="Google Shape;6829;p143"/>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30" name="Google Shape;6830;p143"/>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31" name="Google Shape;6831;p143"/>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32" name="Google Shape;6832;p143"/>
          <p:cNvGrpSpPr/>
          <p:nvPr/>
        </p:nvGrpSpPr>
        <p:grpSpPr>
          <a:xfrm>
            <a:off x="11837759" y="7903585"/>
            <a:ext cx="678506" cy="678506"/>
            <a:chOff x="899850" y="4992125"/>
            <a:chExt cx="481825" cy="481825"/>
          </a:xfrm>
        </p:grpSpPr>
        <p:sp>
          <p:nvSpPr>
            <p:cNvPr id="6833" name="Google Shape;6833;p143"/>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34" name="Google Shape;6834;p143"/>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35" name="Google Shape;6835;p143"/>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36" name="Google Shape;6836;p143"/>
          <p:cNvGrpSpPr/>
          <p:nvPr/>
        </p:nvGrpSpPr>
        <p:grpSpPr>
          <a:xfrm>
            <a:off x="10923417" y="7903585"/>
            <a:ext cx="678506" cy="678506"/>
            <a:chOff x="1492675" y="4992125"/>
            <a:chExt cx="481825" cy="481825"/>
          </a:xfrm>
        </p:grpSpPr>
        <p:sp>
          <p:nvSpPr>
            <p:cNvPr id="6837" name="Google Shape;6837;p143"/>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38" name="Google Shape;6838;p143"/>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39" name="Google Shape;6839;p143"/>
          <p:cNvGrpSpPr/>
          <p:nvPr/>
        </p:nvGrpSpPr>
        <p:grpSpPr>
          <a:xfrm>
            <a:off x="10008925" y="7903585"/>
            <a:ext cx="678506" cy="678506"/>
            <a:chOff x="2085525" y="4992125"/>
            <a:chExt cx="481825" cy="481825"/>
          </a:xfrm>
        </p:grpSpPr>
        <p:sp>
          <p:nvSpPr>
            <p:cNvPr id="6840" name="Google Shape;6840;p143"/>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41" name="Google Shape;6841;p143"/>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42" name="Google Shape;6842;p143"/>
          <p:cNvGrpSpPr/>
          <p:nvPr/>
        </p:nvGrpSpPr>
        <p:grpSpPr>
          <a:xfrm>
            <a:off x="13666443" y="7903585"/>
            <a:ext cx="678506" cy="678506"/>
            <a:chOff x="2678350" y="4992125"/>
            <a:chExt cx="481825" cy="481825"/>
          </a:xfrm>
        </p:grpSpPr>
        <p:sp>
          <p:nvSpPr>
            <p:cNvPr id="6843" name="Google Shape;6843;p143"/>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44" name="Google Shape;6844;p143"/>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45" name="Google Shape;6845;p143"/>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46" name="Google Shape;6846;p143"/>
          <p:cNvGrpSpPr/>
          <p:nvPr/>
        </p:nvGrpSpPr>
        <p:grpSpPr>
          <a:xfrm>
            <a:off x="9257633" y="7903585"/>
            <a:ext cx="678506" cy="678506"/>
            <a:chOff x="3271200" y="4992125"/>
            <a:chExt cx="481825" cy="481825"/>
          </a:xfrm>
        </p:grpSpPr>
        <p:sp>
          <p:nvSpPr>
            <p:cNvPr id="6847" name="Google Shape;6847;p143"/>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48" name="Google Shape;6848;p143"/>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49" name="Google Shape;6849;p143"/>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50" name="Google Shape;6850;p143"/>
          <p:cNvGrpSpPr/>
          <p:nvPr/>
        </p:nvGrpSpPr>
        <p:grpSpPr>
          <a:xfrm>
            <a:off x="14580527" y="7905645"/>
            <a:ext cx="678822" cy="674386"/>
            <a:chOff x="3863900" y="4993625"/>
            <a:chExt cx="482050" cy="478900"/>
          </a:xfrm>
        </p:grpSpPr>
        <p:sp>
          <p:nvSpPr>
            <p:cNvPr id="6851" name="Google Shape;6851;p143"/>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52" name="Google Shape;6852;p143"/>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53" name="Google Shape;6853;p143"/>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54" name="Google Shape;6854;p143"/>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55" name="Google Shape;6855;p143"/>
          <p:cNvGrpSpPr/>
          <p:nvPr/>
        </p:nvGrpSpPr>
        <p:grpSpPr>
          <a:xfrm>
            <a:off x="15494875" y="7905645"/>
            <a:ext cx="678822" cy="674386"/>
            <a:chOff x="4456725" y="4993625"/>
            <a:chExt cx="482050" cy="478900"/>
          </a:xfrm>
        </p:grpSpPr>
        <p:sp>
          <p:nvSpPr>
            <p:cNvPr id="6856" name="Google Shape;6856;p143"/>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57" name="Google Shape;6857;p143"/>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58" name="Google Shape;6858;p143"/>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59" name="Google Shape;6859;p143"/>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grpSp>
        <p:nvGrpSpPr>
          <p:cNvPr id="6860" name="Google Shape;6860;p143"/>
          <p:cNvGrpSpPr/>
          <p:nvPr/>
        </p:nvGrpSpPr>
        <p:grpSpPr>
          <a:xfrm>
            <a:off x="12752061" y="7905627"/>
            <a:ext cx="678822" cy="674422"/>
            <a:chOff x="5049575" y="4993600"/>
            <a:chExt cx="482050" cy="478925"/>
          </a:xfrm>
        </p:grpSpPr>
        <p:sp>
          <p:nvSpPr>
            <p:cNvPr id="6861" name="Google Shape;6861;p143"/>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62" name="Google Shape;6862;p143"/>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63" name="Google Shape;6863;p143"/>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6864" name="Google Shape;6864;p143"/>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868"/>
        <p:cNvGrpSpPr/>
        <p:nvPr/>
      </p:nvGrpSpPr>
      <p:grpSpPr>
        <a:xfrm>
          <a:off x="0" y="0"/>
          <a:ext cx="0" cy="0"/>
          <a:chOff x="0" y="0"/>
          <a:chExt cx="0" cy="0"/>
        </a:xfrm>
      </p:grpSpPr>
      <p:sp>
        <p:nvSpPr>
          <p:cNvPr id="6869" name="Google Shape;6869;p144"/>
          <p:cNvSpPr txBox="1">
            <a:spLocks noGrp="1"/>
          </p:cNvSpPr>
          <p:nvPr>
            <p:ph type="title" idx="4294967295"/>
          </p:nvPr>
        </p:nvSpPr>
        <p:spPr>
          <a:xfrm>
            <a:off x="1699350" y="1895850"/>
            <a:ext cx="69642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6870" name="Google Shape;6870;p144"/>
          <p:cNvSpPr txBox="1">
            <a:spLocks noGrp="1"/>
          </p:cNvSpPr>
          <p:nvPr>
            <p:ph type="title" idx="4294967295"/>
          </p:nvPr>
        </p:nvSpPr>
        <p:spPr>
          <a:xfrm>
            <a:off x="9716800" y="1895850"/>
            <a:ext cx="69642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6871" name="Google Shape;6871;p144"/>
          <p:cNvGrpSpPr/>
          <p:nvPr/>
        </p:nvGrpSpPr>
        <p:grpSpPr>
          <a:xfrm>
            <a:off x="1752723" y="3067009"/>
            <a:ext cx="644198" cy="741058"/>
            <a:chOff x="-42971725" y="3217825"/>
            <a:chExt cx="275675" cy="317125"/>
          </a:xfrm>
        </p:grpSpPr>
        <p:sp>
          <p:nvSpPr>
            <p:cNvPr id="6872" name="Google Shape;6872;p144"/>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73" name="Google Shape;6873;p144"/>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74" name="Google Shape;6874;p144"/>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875" name="Google Shape;6875;p144"/>
          <p:cNvGrpSpPr/>
          <p:nvPr/>
        </p:nvGrpSpPr>
        <p:grpSpPr>
          <a:xfrm>
            <a:off x="1696552" y="4004321"/>
            <a:ext cx="756540" cy="675102"/>
            <a:chOff x="-42996150" y="3612600"/>
            <a:chExt cx="323750" cy="288900"/>
          </a:xfrm>
        </p:grpSpPr>
        <p:sp>
          <p:nvSpPr>
            <p:cNvPr id="6876" name="Google Shape;6876;p144"/>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77" name="Google Shape;6877;p144"/>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78" name="Google Shape;6878;p144"/>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879" name="Google Shape;6879;p144"/>
          <p:cNvGrpSpPr/>
          <p:nvPr/>
        </p:nvGrpSpPr>
        <p:grpSpPr>
          <a:xfrm>
            <a:off x="1702073" y="4823061"/>
            <a:ext cx="745498" cy="741818"/>
            <a:chOff x="-42994575" y="3950300"/>
            <a:chExt cx="319025" cy="317450"/>
          </a:xfrm>
        </p:grpSpPr>
        <p:sp>
          <p:nvSpPr>
            <p:cNvPr id="6880" name="Google Shape;6880;p144"/>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81" name="Google Shape;6881;p144"/>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82" name="Google Shape;6882;p144"/>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883" name="Google Shape;6883;p144"/>
          <p:cNvGrpSpPr/>
          <p:nvPr/>
        </p:nvGrpSpPr>
        <p:grpSpPr>
          <a:xfrm>
            <a:off x="6008863" y="3116725"/>
            <a:ext cx="743570" cy="741758"/>
            <a:chOff x="-41111350" y="3239100"/>
            <a:chExt cx="318200" cy="317425"/>
          </a:xfrm>
        </p:grpSpPr>
        <p:sp>
          <p:nvSpPr>
            <p:cNvPr id="6884" name="Google Shape;6884;p144"/>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85" name="Google Shape;6885;p144"/>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86" name="Google Shape;6886;p144"/>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87" name="Google Shape;6887;p144"/>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888" name="Google Shape;6888;p144"/>
          <p:cNvGrpSpPr/>
          <p:nvPr/>
        </p:nvGrpSpPr>
        <p:grpSpPr>
          <a:xfrm>
            <a:off x="6001502" y="3987789"/>
            <a:ext cx="758292" cy="741934"/>
            <a:chOff x="-41117650" y="3605525"/>
            <a:chExt cx="324500" cy="317500"/>
          </a:xfrm>
        </p:grpSpPr>
        <p:sp>
          <p:nvSpPr>
            <p:cNvPr id="6889" name="Google Shape;6889;p144"/>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90" name="Google Shape;6890;p144"/>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91" name="Google Shape;6891;p144"/>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6892" name="Google Shape;6892;p144"/>
          <p:cNvSpPr/>
          <p:nvPr/>
        </p:nvSpPr>
        <p:spPr>
          <a:xfrm>
            <a:off x="6013762" y="4886958"/>
            <a:ext cx="745440" cy="723356"/>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6893" name="Google Shape;6893;p144"/>
          <p:cNvGrpSpPr/>
          <p:nvPr/>
        </p:nvGrpSpPr>
        <p:grpSpPr>
          <a:xfrm>
            <a:off x="3654011" y="5770834"/>
            <a:ext cx="432542" cy="743628"/>
            <a:chOff x="-39205300" y="3220175"/>
            <a:chExt cx="185100" cy="318225"/>
          </a:xfrm>
        </p:grpSpPr>
        <p:sp>
          <p:nvSpPr>
            <p:cNvPr id="6894" name="Google Shape;6894;p144"/>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95" name="Google Shape;6895;p144"/>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896" name="Google Shape;6896;p144"/>
          <p:cNvGrpSpPr/>
          <p:nvPr/>
        </p:nvGrpSpPr>
        <p:grpSpPr>
          <a:xfrm>
            <a:off x="3585066" y="6690977"/>
            <a:ext cx="600032" cy="738546"/>
            <a:chOff x="-39248625" y="3588600"/>
            <a:chExt cx="256775" cy="316050"/>
          </a:xfrm>
        </p:grpSpPr>
        <p:sp>
          <p:nvSpPr>
            <p:cNvPr id="6897" name="Google Shape;6897;p14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898" name="Google Shape;6898;p14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6899" name="Google Shape;6899;p144"/>
          <p:cNvSpPr/>
          <p:nvPr/>
        </p:nvSpPr>
        <p:spPr>
          <a:xfrm>
            <a:off x="3527108" y="7602229"/>
            <a:ext cx="727096" cy="741818"/>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00" name="Google Shape;6900;p144"/>
          <p:cNvSpPr/>
          <p:nvPr/>
        </p:nvSpPr>
        <p:spPr>
          <a:xfrm>
            <a:off x="7906202" y="5745105"/>
            <a:ext cx="739948" cy="737202"/>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6901" name="Google Shape;6901;p144"/>
          <p:cNvGrpSpPr/>
          <p:nvPr/>
        </p:nvGrpSpPr>
        <p:grpSpPr>
          <a:xfrm>
            <a:off x="2486492" y="3067009"/>
            <a:ext cx="859008" cy="741758"/>
            <a:chOff x="-42651700" y="3217825"/>
            <a:chExt cx="367600" cy="317425"/>
          </a:xfrm>
        </p:grpSpPr>
        <p:sp>
          <p:nvSpPr>
            <p:cNvPr id="6902" name="Google Shape;6902;p144"/>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03" name="Google Shape;6903;p144"/>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04" name="Google Shape;6904;p144"/>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05" name="Google Shape;6905;p144"/>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06" name="Google Shape;6906;p144"/>
          <p:cNvGrpSpPr/>
          <p:nvPr/>
        </p:nvGrpSpPr>
        <p:grpSpPr>
          <a:xfrm>
            <a:off x="2557356" y="3946308"/>
            <a:ext cx="717280" cy="726452"/>
            <a:chOff x="-42617300" y="3587775"/>
            <a:chExt cx="306950" cy="310875"/>
          </a:xfrm>
        </p:grpSpPr>
        <p:sp>
          <p:nvSpPr>
            <p:cNvPr id="6907" name="Google Shape;6907;p144"/>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08" name="Google Shape;6908;p144"/>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6909" name="Google Shape;6909;p144"/>
          <p:cNvSpPr/>
          <p:nvPr/>
        </p:nvSpPr>
        <p:spPr>
          <a:xfrm>
            <a:off x="2550263" y="4824394"/>
            <a:ext cx="743570" cy="739948"/>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6910" name="Google Shape;6910;p144"/>
          <p:cNvGrpSpPr/>
          <p:nvPr/>
        </p:nvGrpSpPr>
        <p:grpSpPr>
          <a:xfrm>
            <a:off x="6901012" y="3115790"/>
            <a:ext cx="753852" cy="740648"/>
            <a:chOff x="-40748275" y="3238700"/>
            <a:chExt cx="322600" cy="316950"/>
          </a:xfrm>
        </p:grpSpPr>
        <p:sp>
          <p:nvSpPr>
            <p:cNvPr id="6911" name="Google Shape;6911;p144"/>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12" name="Google Shape;6912;p144"/>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13" name="Google Shape;6913;p144"/>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14" name="Google Shape;6914;p144"/>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15" name="Google Shape;6915;p144"/>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16" name="Google Shape;6916;p144"/>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17" name="Google Shape;6917;p144"/>
          <p:cNvGrpSpPr/>
          <p:nvPr/>
        </p:nvGrpSpPr>
        <p:grpSpPr>
          <a:xfrm>
            <a:off x="6906124" y="4051758"/>
            <a:ext cx="743628" cy="677380"/>
            <a:chOff x="-40745125" y="3632900"/>
            <a:chExt cx="318225" cy="289875"/>
          </a:xfrm>
        </p:grpSpPr>
        <p:sp>
          <p:nvSpPr>
            <p:cNvPr id="6918" name="Google Shape;6918;p144"/>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19" name="Google Shape;6919;p144"/>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20" name="Google Shape;6920;p144"/>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21" name="Google Shape;6921;p144"/>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22" name="Google Shape;6922;p144"/>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23" name="Google Shape;6923;p144"/>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24" name="Google Shape;6924;p144"/>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25" name="Google Shape;6925;p144"/>
          <p:cNvGrpSpPr/>
          <p:nvPr/>
        </p:nvGrpSpPr>
        <p:grpSpPr>
          <a:xfrm>
            <a:off x="6914418" y="4874178"/>
            <a:ext cx="727036" cy="740356"/>
            <a:chOff x="-40742750" y="3972175"/>
            <a:chExt cx="311125" cy="316825"/>
          </a:xfrm>
        </p:grpSpPr>
        <p:sp>
          <p:nvSpPr>
            <p:cNvPr id="6926" name="Google Shape;6926;p144"/>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27" name="Google Shape;6927;p144"/>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28" name="Google Shape;6928;p144"/>
          <p:cNvGrpSpPr/>
          <p:nvPr/>
        </p:nvGrpSpPr>
        <p:grpSpPr>
          <a:xfrm>
            <a:off x="4479742" y="5774514"/>
            <a:ext cx="533784" cy="739948"/>
            <a:chOff x="-38860325" y="3221750"/>
            <a:chExt cx="228425" cy="316650"/>
          </a:xfrm>
        </p:grpSpPr>
        <p:sp>
          <p:nvSpPr>
            <p:cNvPr id="6929" name="Google Shape;6929;p144"/>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30" name="Google Shape;6930;p144"/>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31" name="Google Shape;6931;p144"/>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32" name="Google Shape;6932;p144"/>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33" name="Google Shape;6933;p144"/>
          <p:cNvGrpSpPr/>
          <p:nvPr/>
        </p:nvGrpSpPr>
        <p:grpSpPr>
          <a:xfrm>
            <a:off x="4381357" y="6698629"/>
            <a:ext cx="760162" cy="734222"/>
            <a:chOff x="-38905225" y="3591875"/>
            <a:chExt cx="325300" cy="314200"/>
          </a:xfrm>
        </p:grpSpPr>
        <p:sp>
          <p:nvSpPr>
            <p:cNvPr id="6934" name="Google Shape;6934;p144"/>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35" name="Google Shape;6935;p144"/>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36" name="Google Shape;6936;p144"/>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6937" name="Google Shape;6937;p144"/>
          <p:cNvSpPr/>
          <p:nvPr/>
        </p:nvSpPr>
        <p:spPr>
          <a:xfrm>
            <a:off x="4396982" y="7718185"/>
            <a:ext cx="739948" cy="625854"/>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6938" name="Google Shape;6938;p144"/>
          <p:cNvGrpSpPr/>
          <p:nvPr/>
        </p:nvGrpSpPr>
        <p:grpSpPr>
          <a:xfrm>
            <a:off x="7994855" y="6668788"/>
            <a:ext cx="581630" cy="739480"/>
            <a:chOff x="-37370925" y="3579105"/>
            <a:chExt cx="248900" cy="316450"/>
          </a:xfrm>
        </p:grpSpPr>
        <p:sp>
          <p:nvSpPr>
            <p:cNvPr id="6939" name="Google Shape;6939;p144"/>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40" name="Google Shape;6940;p144"/>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6941" name="Google Shape;6941;p144"/>
          <p:cNvSpPr/>
          <p:nvPr/>
        </p:nvSpPr>
        <p:spPr>
          <a:xfrm>
            <a:off x="3394963" y="3068385"/>
            <a:ext cx="728906" cy="738838"/>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42" name="Google Shape;6942;p144"/>
          <p:cNvSpPr/>
          <p:nvPr/>
        </p:nvSpPr>
        <p:spPr>
          <a:xfrm>
            <a:off x="3444647" y="3938988"/>
            <a:ext cx="629534" cy="743628"/>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6943" name="Google Shape;6943;p144"/>
          <p:cNvGrpSpPr/>
          <p:nvPr/>
        </p:nvGrpSpPr>
        <p:grpSpPr>
          <a:xfrm>
            <a:off x="3381606" y="4824930"/>
            <a:ext cx="743628" cy="739948"/>
            <a:chOff x="-42259725" y="3951100"/>
            <a:chExt cx="318225" cy="316650"/>
          </a:xfrm>
        </p:grpSpPr>
        <p:sp>
          <p:nvSpPr>
            <p:cNvPr id="6944" name="Google Shape;6944;p144"/>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45" name="Google Shape;6945;p144"/>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46" name="Google Shape;6946;p144"/>
          <p:cNvGrpSpPr/>
          <p:nvPr/>
        </p:nvGrpSpPr>
        <p:grpSpPr>
          <a:xfrm>
            <a:off x="7778329" y="3182973"/>
            <a:ext cx="741758" cy="675510"/>
            <a:chOff x="-40378075" y="3267450"/>
            <a:chExt cx="317425" cy="289075"/>
          </a:xfrm>
        </p:grpSpPr>
        <p:sp>
          <p:nvSpPr>
            <p:cNvPr id="6947" name="Google Shape;6947;p144"/>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48" name="Google Shape;6948;p144"/>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49" name="Google Shape;6949;p144"/>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50" name="Google Shape;6950;p144"/>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51" name="Google Shape;6951;p144"/>
          <p:cNvGrpSpPr/>
          <p:nvPr/>
        </p:nvGrpSpPr>
        <p:grpSpPr>
          <a:xfrm>
            <a:off x="7785660" y="3985508"/>
            <a:ext cx="727096" cy="739948"/>
            <a:chOff x="-40372575" y="3604550"/>
            <a:chExt cx="311150" cy="316650"/>
          </a:xfrm>
        </p:grpSpPr>
        <p:sp>
          <p:nvSpPr>
            <p:cNvPr id="6952" name="Google Shape;6952;p14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53" name="Google Shape;6953;p14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54" name="Google Shape;6954;p14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6955" name="Google Shape;6955;p144"/>
          <p:cNvSpPr/>
          <p:nvPr/>
        </p:nvSpPr>
        <p:spPr>
          <a:xfrm>
            <a:off x="7792325" y="4872062"/>
            <a:ext cx="725226" cy="743804"/>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6956" name="Google Shape;6956;p144"/>
          <p:cNvGrpSpPr/>
          <p:nvPr/>
        </p:nvGrpSpPr>
        <p:grpSpPr>
          <a:xfrm>
            <a:off x="5233560" y="5770835"/>
            <a:ext cx="798076" cy="744330"/>
            <a:chOff x="-38542250" y="3220175"/>
            <a:chExt cx="341525" cy="318525"/>
          </a:xfrm>
        </p:grpSpPr>
        <p:sp>
          <p:nvSpPr>
            <p:cNvPr id="6957" name="Google Shape;6957;p144"/>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58" name="Google Shape;6958;p144"/>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59" name="Google Shape;6959;p144"/>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60" name="Google Shape;6960;p144"/>
          <p:cNvGrpSpPr/>
          <p:nvPr/>
        </p:nvGrpSpPr>
        <p:grpSpPr>
          <a:xfrm>
            <a:off x="5277424" y="6689574"/>
            <a:ext cx="739948" cy="738136"/>
            <a:chOff x="-38537400" y="3588000"/>
            <a:chExt cx="316650" cy="315875"/>
          </a:xfrm>
        </p:grpSpPr>
        <p:sp>
          <p:nvSpPr>
            <p:cNvPr id="6961" name="Google Shape;6961;p144"/>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62" name="Google Shape;6962;p144"/>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63" name="Google Shape;6963;p144"/>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64" name="Google Shape;6964;p144"/>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65" name="Google Shape;6965;p144"/>
          <p:cNvGrpSpPr/>
          <p:nvPr/>
        </p:nvGrpSpPr>
        <p:grpSpPr>
          <a:xfrm>
            <a:off x="5275584" y="7604632"/>
            <a:ext cx="743628" cy="739948"/>
            <a:chOff x="-38538975" y="3954250"/>
            <a:chExt cx="318225" cy="316650"/>
          </a:xfrm>
        </p:grpSpPr>
        <p:sp>
          <p:nvSpPr>
            <p:cNvPr id="6966" name="Google Shape;6966;p144"/>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67" name="Google Shape;6967;p144"/>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68" name="Google Shape;6968;p144"/>
          <p:cNvGrpSpPr/>
          <p:nvPr/>
        </p:nvGrpSpPr>
        <p:grpSpPr>
          <a:xfrm>
            <a:off x="7910209" y="7594486"/>
            <a:ext cx="750930" cy="743628"/>
            <a:chOff x="-37385100" y="3949908"/>
            <a:chExt cx="321350" cy="318225"/>
          </a:xfrm>
        </p:grpSpPr>
        <p:sp>
          <p:nvSpPr>
            <p:cNvPr id="6969" name="Google Shape;6969;p144"/>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70" name="Google Shape;6970;p144"/>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71" name="Google Shape;6971;p144"/>
          <p:cNvGrpSpPr/>
          <p:nvPr/>
        </p:nvGrpSpPr>
        <p:grpSpPr>
          <a:xfrm>
            <a:off x="4261527" y="3065607"/>
            <a:ext cx="741818" cy="741350"/>
            <a:chOff x="-41895050" y="3217225"/>
            <a:chExt cx="317450" cy="317250"/>
          </a:xfrm>
        </p:grpSpPr>
        <p:sp>
          <p:nvSpPr>
            <p:cNvPr id="6972" name="Google Shape;6972;p144"/>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73" name="Google Shape;6973;p144"/>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74" name="Google Shape;6974;p144"/>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75" name="Google Shape;6975;p144"/>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76" name="Google Shape;6976;p144"/>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77" name="Google Shape;6977;p144"/>
          <p:cNvGrpSpPr/>
          <p:nvPr/>
        </p:nvGrpSpPr>
        <p:grpSpPr>
          <a:xfrm>
            <a:off x="4260620" y="3939474"/>
            <a:ext cx="743628" cy="739948"/>
            <a:chOff x="-41893475" y="3584850"/>
            <a:chExt cx="318225" cy="316650"/>
          </a:xfrm>
        </p:grpSpPr>
        <p:sp>
          <p:nvSpPr>
            <p:cNvPr id="6978" name="Google Shape;6978;p144"/>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79" name="Google Shape;6979;p144"/>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80" name="Google Shape;6980;p144"/>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81" name="Google Shape;6981;p144"/>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6982" name="Google Shape;6982;p144"/>
          <p:cNvSpPr/>
          <p:nvPr/>
        </p:nvSpPr>
        <p:spPr>
          <a:xfrm>
            <a:off x="4266566" y="4828074"/>
            <a:ext cx="743628" cy="738604"/>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83" name="Google Shape;6983;p144"/>
          <p:cNvSpPr/>
          <p:nvPr/>
        </p:nvSpPr>
        <p:spPr>
          <a:xfrm>
            <a:off x="1690083" y="5812751"/>
            <a:ext cx="877994" cy="738078"/>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6984" name="Google Shape;6984;p144"/>
          <p:cNvGrpSpPr/>
          <p:nvPr/>
        </p:nvGrpSpPr>
        <p:grpSpPr>
          <a:xfrm>
            <a:off x="1800676" y="6730059"/>
            <a:ext cx="675044" cy="741818"/>
            <a:chOff x="-39998250" y="3605325"/>
            <a:chExt cx="288875" cy="317450"/>
          </a:xfrm>
        </p:grpSpPr>
        <p:sp>
          <p:nvSpPr>
            <p:cNvPr id="6985" name="Google Shape;6985;p144"/>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86" name="Google Shape;6986;p144"/>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87" name="Google Shape;6987;p144"/>
          <p:cNvGrpSpPr/>
          <p:nvPr/>
        </p:nvGrpSpPr>
        <p:grpSpPr>
          <a:xfrm>
            <a:off x="1768224" y="7646987"/>
            <a:ext cx="739948" cy="739890"/>
            <a:chOff x="-40011050" y="3972375"/>
            <a:chExt cx="316650" cy="316625"/>
          </a:xfrm>
        </p:grpSpPr>
        <p:sp>
          <p:nvSpPr>
            <p:cNvPr id="6988" name="Google Shape;6988;p144"/>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89" name="Google Shape;6989;p144"/>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90" name="Google Shape;6990;p144"/>
          <p:cNvGrpSpPr/>
          <p:nvPr/>
        </p:nvGrpSpPr>
        <p:grpSpPr>
          <a:xfrm>
            <a:off x="6232087" y="5776385"/>
            <a:ext cx="533842" cy="738078"/>
            <a:chOff x="-38129425" y="3222550"/>
            <a:chExt cx="228450" cy="315850"/>
          </a:xfrm>
        </p:grpSpPr>
        <p:sp>
          <p:nvSpPr>
            <p:cNvPr id="6991" name="Google Shape;6991;p144"/>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92" name="Google Shape;6992;p144"/>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6993" name="Google Shape;6993;p144"/>
          <p:cNvGrpSpPr/>
          <p:nvPr/>
        </p:nvGrpSpPr>
        <p:grpSpPr>
          <a:xfrm>
            <a:off x="6142025" y="6689574"/>
            <a:ext cx="743570" cy="739948"/>
            <a:chOff x="-38172725" y="3588000"/>
            <a:chExt cx="318200" cy="316650"/>
          </a:xfrm>
        </p:grpSpPr>
        <p:sp>
          <p:nvSpPr>
            <p:cNvPr id="6994" name="Google Shape;6994;p144"/>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95" name="Google Shape;6995;p144"/>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96" name="Google Shape;6996;p144"/>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97" name="Google Shape;6997;p144"/>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98" name="Google Shape;6998;p144"/>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6999" name="Google Shape;6999;p144"/>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00" name="Google Shape;7000;p144"/>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01" name="Google Shape;7001;p144"/>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02" name="Google Shape;7002;p144"/>
          <p:cNvGrpSpPr/>
          <p:nvPr/>
        </p:nvGrpSpPr>
        <p:grpSpPr>
          <a:xfrm>
            <a:off x="6293829" y="7606444"/>
            <a:ext cx="439962" cy="739948"/>
            <a:chOff x="-38109725" y="3955025"/>
            <a:chExt cx="188275" cy="316650"/>
          </a:xfrm>
        </p:grpSpPr>
        <p:sp>
          <p:nvSpPr>
            <p:cNvPr id="7003" name="Google Shape;7003;p14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04" name="Google Shape;7004;p14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005" name="Google Shape;7005;p144"/>
          <p:cNvSpPr/>
          <p:nvPr/>
        </p:nvSpPr>
        <p:spPr>
          <a:xfrm>
            <a:off x="4497034" y="8525966"/>
            <a:ext cx="767580" cy="740532"/>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006" name="Google Shape;7006;p144"/>
          <p:cNvGrpSpPr/>
          <p:nvPr/>
        </p:nvGrpSpPr>
        <p:grpSpPr>
          <a:xfrm>
            <a:off x="5124626" y="3069286"/>
            <a:ext cx="747308" cy="738136"/>
            <a:chOff x="-41530375" y="3218800"/>
            <a:chExt cx="319800" cy="315875"/>
          </a:xfrm>
        </p:grpSpPr>
        <p:sp>
          <p:nvSpPr>
            <p:cNvPr id="7007" name="Google Shape;7007;p144"/>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08" name="Google Shape;7008;p144"/>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09" name="Google Shape;7009;p144"/>
          <p:cNvGrpSpPr/>
          <p:nvPr/>
        </p:nvGrpSpPr>
        <p:grpSpPr>
          <a:xfrm>
            <a:off x="5129214" y="4099602"/>
            <a:ext cx="738136" cy="578008"/>
            <a:chOff x="-41526450" y="3653375"/>
            <a:chExt cx="315875" cy="247350"/>
          </a:xfrm>
        </p:grpSpPr>
        <p:sp>
          <p:nvSpPr>
            <p:cNvPr id="7010" name="Google Shape;7010;p14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11" name="Google Shape;7011;p14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12" name="Google Shape;7012;p144"/>
          <p:cNvGrpSpPr/>
          <p:nvPr/>
        </p:nvGrpSpPr>
        <p:grpSpPr>
          <a:xfrm>
            <a:off x="5131989" y="4824930"/>
            <a:ext cx="732586" cy="739948"/>
            <a:chOff x="-41526450" y="3951100"/>
            <a:chExt cx="313500" cy="316650"/>
          </a:xfrm>
        </p:grpSpPr>
        <p:sp>
          <p:nvSpPr>
            <p:cNvPr id="7013" name="Google Shape;7013;p144"/>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14" name="Google Shape;7014;p144"/>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15" name="Google Shape;7015;p144"/>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16" name="Google Shape;7016;p144"/>
          <p:cNvGrpSpPr/>
          <p:nvPr/>
        </p:nvGrpSpPr>
        <p:grpSpPr>
          <a:xfrm>
            <a:off x="2662499" y="5813188"/>
            <a:ext cx="679190" cy="743628"/>
            <a:chOff x="-39625900" y="3238300"/>
            <a:chExt cx="290650" cy="318225"/>
          </a:xfrm>
        </p:grpSpPr>
        <p:sp>
          <p:nvSpPr>
            <p:cNvPr id="7017" name="Google Shape;7017;p144"/>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18" name="Google Shape;7018;p144"/>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019" name="Google Shape;7019;p144"/>
          <p:cNvSpPr/>
          <p:nvPr/>
        </p:nvSpPr>
        <p:spPr>
          <a:xfrm>
            <a:off x="2706844" y="6731440"/>
            <a:ext cx="631344" cy="739948"/>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020" name="Google Shape;7020;p144"/>
          <p:cNvGrpSpPr/>
          <p:nvPr/>
        </p:nvGrpSpPr>
        <p:grpSpPr>
          <a:xfrm>
            <a:off x="2650601" y="7646111"/>
            <a:ext cx="732586" cy="740882"/>
            <a:chOff x="-39647175" y="3972000"/>
            <a:chExt cx="313500" cy="317050"/>
          </a:xfrm>
        </p:grpSpPr>
        <p:sp>
          <p:nvSpPr>
            <p:cNvPr id="7021" name="Google Shape;7021;p144"/>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22" name="Google Shape;7022;p144"/>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23" name="Google Shape;7023;p144"/>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24" name="Google Shape;7024;p144"/>
          <p:cNvGrpSpPr/>
          <p:nvPr/>
        </p:nvGrpSpPr>
        <p:grpSpPr>
          <a:xfrm>
            <a:off x="6988855" y="5774107"/>
            <a:ext cx="750990" cy="741758"/>
            <a:chOff x="-37808850" y="3221575"/>
            <a:chExt cx="321375" cy="317425"/>
          </a:xfrm>
        </p:grpSpPr>
        <p:sp>
          <p:nvSpPr>
            <p:cNvPr id="7025" name="Google Shape;7025;p144"/>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26" name="Google Shape;7026;p144"/>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27" name="Google Shape;7027;p144"/>
          <p:cNvGrpSpPr/>
          <p:nvPr/>
        </p:nvGrpSpPr>
        <p:grpSpPr>
          <a:xfrm>
            <a:off x="7006403" y="6818168"/>
            <a:ext cx="745498" cy="482316"/>
            <a:chOff x="-37806500" y="3643030"/>
            <a:chExt cx="319025" cy="206400"/>
          </a:xfrm>
        </p:grpSpPr>
        <p:sp>
          <p:nvSpPr>
            <p:cNvPr id="7028" name="Google Shape;7028;p144"/>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29" name="Google Shape;7029;p144"/>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30" name="Google Shape;7030;p144"/>
          <p:cNvGrpSpPr/>
          <p:nvPr/>
        </p:nvGrpSpPr>
        <p:grpSpPr>
          <a:xfrm>
            <a:off x="7011016" y="7602762"/>
            <a:ext cx="736268" cy="743628"/>
            <a:chOff x="-37804925" y="3953450"/>
            <a:chExt cx="315075" cy="318225"/>
          </a:xfrm>
        </p:grpSpPr>
        <p:sp>
          <p:nvSpPr>
            <p:cNvPr id="7031" name="Google Shape;7031;p14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32" name="Google Shape;7032;p14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33" name="Google Shape;7033;p14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034" name="Google Shape;7034;p144"/>
          <p:cNvSpPr/>
          <p:nvPr/>
        </p:nvSpPr>
        <p:spPr>
          <a:xfrm>
            <a:off x="5508904" y="8532251"/>
            <a:ext cx="531972" cy="738078"/>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035" name="Google Shape;7035;p144"/>
          <p:cNvGrpSpPr/>
          <p:nvPr/>
        </p:nvGrpSpPr>
        <p:grpSpPr>
          <a:xfrm>
            <a:off x="9721955" y="3107977"/>
            <a:ext cx="711326" cy="617450"/>
            <a:chOff x="-28462125" y="3199700"/>
            <a:chExt cx="298550" cy="259150"/>
          </a:xfrm>
        </p:grpSpPr>
        <p:sp>
          <p:nvSpPr>
            <p:cNvPr id="7036" name="Google Shape;7036;p144"/>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37" name="Google Shape;7037;p144"/>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38" name="Google Shape;7038;p144"/>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39" name="Google Shape;7039;p144"/>
          <p:cNvGrpSpPr/>
          <p:nvPr/>
        </p:nvGrpSpPr>
        <p:grpSpPr>
          <a:xfrm>
            <a:off x="9723861" y="3977357"/>
            <a:ext cx="707514" cy="705666"/>
            <a:chOff x="-28461325" y="3545475"/>
            <a:chExt cx="296950" cy="296175"/>
          </a:xfrm>
        </p:grpSpPr>
        <p:sp>
          <p:nvSpPr>
            <p:cNvPr id="7040" name="Google Shape;7040;p144"/>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41" name="Google Shape;7041;p144"/>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42" name="Google Shape;7042;p144"/>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43" name="Google Shape;7043;p144"/>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44" name="Google Shape;7044;p144"/>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45" name="Google Shape;7045;p144"/>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46" name="Google Shape;7046;p144"/>
          <p:cNvGrpSpPr/>
          <p:nvPr/>
        </p:nvGrpSpPr>
        <p:grpSpPr>
          <a:xfrm>
            <a:off x="9716324" y="4877445"/>
            <a:ext cx="722584" cy="705606"/>
            <a:chOff x="-28463700" y="3914875"/>
            <a:chExt cx="303275" cy="296150"/>
          </a:xfrm>
        </p:grpSpPr>
        <p:sp>
          <p:nvSpPr>
            <p:cNvPr id="7047" name="Google Shape;7047;p144"/>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48" name="Google Shape;7048;p144"/>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49" name="Google Shape;7049;p144"/>
          <p:cNvGrpSpPr/>
          <p:nvPr/>
        </p:nvGrpSpPr>
        <p:grpSpPr>
          <a:xfrm>
            <a:off x="14185894" y="3189610"/>
            <a:ext cx="703760" cy="454184"/>
            <a:chOff x="-26573400" y="3224125"/>
            <a:chExt cx="295375" cy="190625"/>
          </a:xfrm>
        </p:grpSpPr>
        <p:sp>
          <p:nvSpPr>
            <p:cNvPr id="7050" name="Google Shape;7050;p144"/>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51" name="Google Shape;7051;p144"/>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52" name="Google Shape;7052;p144"/>
          <p:cNvGrpSpPr/>
          <p:nvPr/>
        </p:nvGrpSpPr>
        <p:grpSpPr>
          <a:xfrm>
            <a:off x="14185894" y="3978280"/>
            <a:ext cx="703760" cy="703820"/>
            <a:chOff x="-26573400" y="3546250"/>
            <a:chExt cx="295375" cy="295400"/>
          </a:xfrm>
        </p:grpSpPr>
        <p:sp>
          <p:nvSpPr>
            <p:cNvPr id="7053" name="Google Shape;7053;p144"/>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54" name="Google Shape;7054;p144"/>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55" name="Google Shape;7055;p144"/>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56" name="Google Shape;7056;p144"/>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57" name="Google Shape;7057;p144"/>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58" name="Google Shape;7058;p144"/>
          <p:cNvGrpSpPr/>
          <p:nvPr/>
        </p:nvGrpSpPr>
        <p:grpSpPr>
          <a:xfrm>
            <a:off x="14162457" y="4878098"/>
            <a:ext cx="750638" cy="704296"/>
            <a:chOff x="-26583625" y="3917025"/>
            <a:chExt cx="315050" cy="295600"/>
          </a:xfrm>
        </p:grpSpPr>
        <p:sp>
          <p:nvSpPr>
            <p:cNvPr id="7059" name="Google Shape;7059;p144"/>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60" name="Google Shape;7060;p144"/>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61" name="Google Shape;7061;p144"/>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62" name="Google Shape;7062;p144"/>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063" name="Google Shape;7063;p144"/>
          <p:cNvSpPr/>
          <p:nvPr/>
        </p:nvSpPr>
        <p:spPr>
          <a:xfrm>
            <a:off x="11496631" y="5839128"/>
            <a:ext cx="705666" cy="70376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064" name="Google Shape;7064;p144"/>
          <p:cNvGrpSpPr/>
          <p:nvPr/>
        </p:nvGrpSpPr>
        <p:grpSpPr>
          <a:xfrm>
            <a:off x="11559485" y="6796159"/>
            <a:ext cx="578078" cy="705666"/>
            <a:chOff x="-24694925" y="3518700"/>
            <a:chExt cx="242625" cy="296175"/>
          </a:xfrm>
        </p:grpSpPr>
        <p:sp>
          <p:nvSpPr>
            <p:cNvPr id="7065" name="Google Shape;7065;p144"/>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66" name="Google Shape;7066;p144"/>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67" name="Google Shape;7067;p144"/>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68" name="Google Shape;7068;p144"/>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69" name="Google Shape;7069;p144"/>
          <p:cNvGrpSpPr/>
          <p:nvPr/>
        </p:nvGrpSpPr>
        <p:grpSpPr>
          <a:xfrm>
            <a:off x="11558560" y="7696215"/>
            <a:ext cx="579924" cy="705666"/>
            <a:chOff x="-24709100" y="3888875"/>
            <a:chExt cx="243400" cy="296175"/>
          </a:xfrm>
        </p:grpSpPr>
        <p:sp>
          <p:nvSpPr>
            <p:cNvPr id="7070" name="Google Shape;7070;p144"/>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71" name="Google Shape;7071;p144"/>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72" name="Google Shape;7072;p144"/>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73" name="Google Shape;7073;p144"/>
          <p:cNvGrpSpPr/>
          <p:nvPr/>
        </p:nvGrpSpPr>
        <p:grpSpPr>
          <a:xfrm>
            <a:off x="15958560" y="5841541"/>
            <a:ext cx="713112" cy="699114"/>
            <a:chOff x="-22863675" y="3131775"/>
            <a:chExt cx="299300" cy="293425"/>
          </a:xfrm>
        </p:grpSpPr>
        <p:sp>
          <p:nvSpPr>
            <p:cNvPr id="7074" name="Google Shape;7074;p144"/>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75" name="Google Shape;7075;p144"/>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76" name="Google Shape;7076;p144"/>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77" name="Google Shape;7077;p144"/>
          <p:cNvGrpSpPr/>
          <p:nvPr/>
        </p:nvGrpSpPr>
        <p:grpSpPr>
          <a:xfrm>
            <a:off x="10644288" y="3063899"/>
            <a:ext cx="621204" cy="705606"/>
            <a:chOff x="-28069875" y="3175300"/>
            <a:chExt cx="260725" cy="296150"/>
          </a:xfrm>
        </p:grpSpPr>
        <p:sp>
          <p:nvSpPr>
            <p:cNvPr id="7078" name="Google Shape;7078;p144"/>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79" name="Google Shape;7079;p144"/>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80" name="Google Shape;7080;p144"/>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81" name="Google Shape;7081;p144"/>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82" name="Google Shape;7082;p144"/>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83" name="Google Shape;7083;p144"/>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84" name="Google Shape;7084;p144"/>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85" name="Google Shape;7085;p144"/>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86" name="Google Shape;7086;p144"/>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087" name="Google Shape;7087;p144"/>
          <p:cNvSpPr/>
          <p:nvPr/>
        </p:nvSpPr>
        <p:spPr>
          <a:xfrm>
            <a:off x="10603157" y="3979371"/>
            <a:ext cx="705606" cy="701438"/>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088" name="Google Shape;7088;p144"/>
          <p:cNvGrpSpPr/>
          <p:nvPr/>
        </p:nvGrpSpPr>
        <p:grpSpPr>
          <a:xfrm>
            <a:off x="10726847" y="4878366"/>
            <a:ext cx="456090" cy="703760"/>
            <a:chOff x="-28032075" y="3916450"/>
            <a:chExt cx="191425" cy="295375"/>
          </a:xfrm>
        </p:grpSpPr>
        <p:sp>
          <p:nvSpPr>
            <p:cNvPr id="7089" name="Google Shape;7089;p144"/>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90" name="Google Shape;7090;p144"/>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91" name="Google Shape;7091;p144"/>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92" name="Google Shape;7092;p144"/>
          <p:cNvGrpSpPr/>
          <p:nvPr/>
        </p:nvGrpSpPr>
        <p:grpSpPr>
          <a:xfrm>
            <a:off x="15057539" y="3063869"/>
            <a:ext cx="705666" cy="705666"/>
            <a:chOff x="-26201650" y="3176075"/>
            <a:chExt cx="296175" cy="296175"/>
          </a:xfrm>
        </p:grpSpPr>
        <p:sp>
          <p:nvSpPr>
            <p:cNvPr id="7093" name="Google Shape;7093;p144"/>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94" name="Google Shape;7094;p144"/>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095" name="Google Shape;7095;p144"/>
          <p:cNvGrpSpPr/>
          <p:nvPr/>
        </p:nvGrpSpPr>
        <p:grpSpPr>
          <a:xfrm>
            <a:off x="15056586" y="3978310"/>
            <a:ext cx="707572" cy="703760"/>
            <a:chOff x="-26204800" y="3547050"/>
            <a:chExt cx="296975" cy="295375"/>
          </a:xfrm>
        </p:grpSpPr>
        <p:sp>
          <p:nvSpPr>
            <p:cNvPr id="7096" name="Google Shape;7096;p144"/>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097" name="Google Shape;7097;p144"/>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098" name="Google Shape;7098;p144"/>
          <p:cNvSpPr/>
          <p:nvPr/>
        </p:nvSpPr>
        <p:spPr>
          <a:xfrm>
            <a:off x="15122359" y="4877301"/>
            <a:ext cx="578018" cy="705666"/>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099" name="Google Shape;7099;p144"/>
          <p:cNvGrpSpPr/>
          <p:nvPr/>
        </p:nvGrpSpPr>
        <p:grpSpPr>
          <a:xfrm>
            <a:off x="12399096" y="5838267"/>
            <a:ext cx="690656" cy="705666"/>
            <a:chOff x="-24353875" y="3147725"/>
            <a:chExt cx="289875" cy="296175"/>
          </a:xfrm>
        </p:grpSpPr>
        <p:sp>
          <p:nvSpPr>
            <p:cNvPr id="7100" name="Google Shape;7100;p144"/>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01" name="Google Shape;7101;p144"/>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02" name="Google Shape;7102;p144"/>
          <p:cNvGrpSpPr/>
          <p:nvPr/>
        </p:nvGrpSpPr>
        <p:grpSpPr>
          <a:xfrm>
            <a:off x="12415061" y="6797080"/>
            <a:ext cx="658730" cy="703820"/>
            <a:chOff x="-24344425" y="3519475"/>
            <a:chExt cx="276475" cy="295400"/>
          </a:xfrm>
        </p:grpSpPr>
        <p:sp>
          <p:nvSpPr>
            <p:cNvPr id="7103" name="Google Shape;7103;p144"/>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04" name="Google Shape;7104;p144"/>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05" name="Google Shape;7105;p144"/>
          <p:cNvGrpSpPr/>
          <p:nvPr/>
        </p:nvGrpSpPr>
        <p:grpSpPr>
          <a:xfrm>
            <a:off x="12394420" y="7700920"/>
            <a:ext cx="700008" cy="696256"/>
            <a:chOff x="-24353075" y="3891250"/>
            <a:chExt cx="293800" cy="292225"/>
          </a:xfrm>
        </p:grpSpPr>
        <p:sp>
          <p:nvSpPr>
            <p:cNvPr id="7106" name="Google Shape;7106;p144"/>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07" name="Google Shape;7107;p144"/>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08" name="Google Shape;7108;p144"/>
          <p:cNvGrpSpPr/>
          <p:nvPr/>
        </p:nvGrpSpPr>
        <p:grpSpPr>
          <a:xfrm>
            <a:off x="15961363" y="6797527"/>
            <a:ext cx="707514" cy="702926"/>
            <a:chOff x="-22845575" y="3504075"/>
            <a:chExt cx="296950" cy="295025"/>
          </a:xfrm>
        </p:grpSpPr>
        <p:sp>
          <p:nvSpPr>
            <p:cNvPr id="7109" name="Google Shape;7109;p144"/>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10" name="Google Shape;7110;p144"/>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11" name="Google Shape;7111;p144"/>
          <p:cNvGrpSpPr/>
          <p:nvPr/>
        </p:nvGrpSpPr>
        <p:grpSpPr>
          <a:xfrm>
            <a:off x="11547724" y="3064822"/>
            <a:ext cx="598688" cy="703760"/>
            <a:chOff x="-27691025" y="3175300"/>
            <a:chExt cx="251275" cy="295375"/>
          </a:xfrm>
        </p:grpSpPr>
        <p:sp>
          <p:nvSpPr>
            <p:cNvPr id="7112" name="Google Shape;7112;p144"/>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13" name="Google Shape;7113;p144"/>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14" name="Google Shape;7114;p144"/>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15" name="Google Shape;7115;p144"/>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16" name="Google Shape;7116;p144"/>
          <p:cNvGrpSpPr/>
          <p:nvPr/>
        </p:nvGrpSpPr>
        <p:grpSpPr>
          <a:xfrm>
            <a:off x="11492358" y="4102175"/>
            <a:ext cx="709420" cy="456030"/>
            <a:chOff x="-27721750" y="3598250"/>
            <a:chExt cx="297750" cy="191400"/>
          </a:xfrm>
        </p:grpSpPr>
        <p:sp>
          <p:nvSpPr>
            <p:cNvPr id="7117" name="Google Shape;7117;p144"/>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18" name="Google Shape;7118;p144"/>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19" name="Google Shape;7119;p144"/>
          <p:cNvGrpSpPr/>
          <p:nvPr/>
        </p:nvGrpSpPr>
        <p:grpSpPr>
          <a:xfrm>
            <a:off x="11495158" y="4889266"/>
            <a:ext cx="703820" cy="681960"/>
            <a:chOff x="-27719400" y="3925600"/>
            <a:chExt cx="295400" cy="286225"/>
          </a:xfrm>
        </p:grpSpPr>
        <p:sp>
          <p:nvSpPr>
            <p:cNvPr id="7120" name="Google Shape;7120;p144"/>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21" name="Google Shape;7121;p144"/>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22" name="Google Shape;7122;p144"/>
          <p:cNvGrpSpPr/>
          <p:nvPr/>
        </p:nvGrpSpPr>
        <p:grpSpPr>
          <a:xfrm>
            <a:off x="15937703" y="3062947"/>
            <a:ext cx="707514" cy="707514"/>
            <a:chOff x="-25834600" y="3176875"/>
            <a:chExt cx="296950" cy="296950"/>
          </a:xfrm>
        </p:grpSpPr>
        <p:sp>
          <p:nvSpPr>
            <p:cNvPr id="7123" name="Google Shape;7123;p144"/>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24" name="Google Shape;7124;p144"/>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25" name="Google Shape;7125;p144"/>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26" name="Google Shape;7126;p144"/>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27" name="Google Shape;7127;p144"/>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28" name="Google Shape;7128;p144"/>
          <p:cNvGrpSpPr/>
          <p:nvPr/>
        </p:nvGrpSpPr>
        <p:grpSpPr>
          <a:xfrm>
            <a:off x="15937703" y="3998949"/>
            <a:ext cx="707514" cy="662482"/>
            <a:chOff x="-25834600" y="3564375"/>
            <a:chExt cx="296950" cy="278050"/>
          </a:xfrm>
        </p:grpSpPr>
        <p:sp>
          <p:nvSpPr>
            <p:cNvPr id="7129" name="Google Shape;7129;p144"/>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30" name="Google Shape;7130;p144"/>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31" name="Google Shape;7131;p144"/>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32" name="Google Shape;7132;p144"/>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33" name="Google Shape;7133;p144"/>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34" name="Google Shape;7134;p144"/>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35" name="Google Shape;7135;p144"/>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36" name="Google Shape;7136;p144"/>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37" name="Google Shape;7137;p144"/>
          <p:cNvGrpSpPr/>
          <p:nvPr/>
        </p:nvGrpSpPr>
        <p:grpSpPr>
          <a:xfrm>
            <a:off x="15933949" y="4877653"/>
            <a:ext cx="715018" cy="705190"/>
            <a:chOff x="-25834600" y="3915850"/>
            <a:chExt cx="300100" cy="295975"/>
          </a:xfrm>
        </p:grpSpPr>
        <p:sp>
          <p:nvSpPr>
            <p:cNvPr id="7138" name="Google Shape;7138;p144"/>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39" name="Google Shape;7139;p144"/>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40" name="Google Shape;7140;p144"/>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41" name="Google Shape;7141;p144"/>
          <p:cNvGrpSpPr/>
          <p:nvPr/>
        </p:nvGrpSpPr>
        <p:grpSpPr>
          <a:xfrm>
            <a:off x="13404804" y="5840113"/>
            <a:ext cx="457936" cy="701974"/>
            <a:chOff x="-23930925" y="3149300"/>
            <a:chExt cx="192200" cy="294625"/>
          </a:xfrm>
        </p:grpSpPr>
        <p:sp>
          <p:nvSpPr>
            <p:cNvPr id="7142" name="Google Shape;7142;p144"/>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43" name="Google Shape;7143;p144"/>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44" name="Google Shape;7144;p144"/>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45" name="Google Shape;7145;p144"/>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46" name="Google Shape;7146;p144"/>
          <p:cNvGrpSpPr/>
          <p:nvPr/>
        </p:nvGrpSpPr>
        <p:grpSpPr>
          <a:xfrm>
            <a:off x="13318465" y="6797080"/>
            <a:ext cx="630614" cy="703820"/>
            <a:chOff x="-23962425" y="3519475"/>
            <a:chExt cx="264675" cy="295400"/>
          </a:xfrm>
        </p:grpSpPr>
        <p:sp>
          <p:nvSpPr>
            <p:cNvPr id="7147" name="Google Shape;7147;p144"/>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48" name="Google Shape;7148;p144"/>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149" name="Google Shape;7149;p144"/>
          <p:cNvSpPr/>
          <p:nvPr/>
        </p:nvSpPr>
        <p:spPr>
          <a:xfrm>
            <a:off x="13259337" y="7704503"/>
            <a:ext cx="750698" cy="688870"/>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150" name="Google Shape;7150;p144"/>
          <p:cNvGrpSpPr/>
          <p:nvPr/>
        </p:nvGrpSpPr>
        <p:grpSpPr>
          <a:xfrm>
            <a:off x="16075816" y="7697168"/>
            <a:ext cx="478604" cy="703760"/>
            <a:chOff x="-22788075" y="3904625"/>
            <a:chExt cx="200875" cy="295375"/>
          </a:xfrm>
        </p:grpSpPr>
        <p:sp>
          <p:nvSpPr>
            <p:cNvPr id="7151" name="Google Shape;7151;p144"/>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52" name="Google Shape;7152;p144"/>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53" name="Google Shape;7153;p144"/>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54" name="Google Shape;7154;p144"/>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55" name="Google Shape;7155;p144"/>
          <p:cNvGrpSpPr/>
          <p:nvPr/>
        </p:nvGrpSpPr>
        <p:grpSpPr>
          <a:xfrm>
            <a:off x="12386412" y="3063899"/>
            <a:ext cx="709420" cy="705606"/>
            <a:chOff x="-27351575" y="3175300"/>
            <a:chExt cx="297750" cy="296150"/>
          </a:xfrm>
        </p:grpSpPr>
        <p:sp>
          <p:nvSpPr>
            <p:cNvPr id="7156" name="Google Shape;7156;p144"/>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57" name="Google Shape;7157;p144"/>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58" name="Google Shape;7158;p144"/>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59" name="Google Shape;7159;p144"/>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60" name="Google Shape;7160;p144"/>
          <p:cNvGrpSpPr/>
          <p:nvPr/>
        </p:nvGrpSpPr>
        <p:grpSpPr>
          <a:xfrm>
            <a:off x="12471829" y="3977118"/>
            <a:ext cx="538586" cy="706144"/>
            <a:chOff x="-27313750" y="3545275"/>
            <a:chExt cx="226050" cy="296375"/>
          </a:xfrm>
        </p:grpSpPr>
        <p:sp>
          <p:nvSpPr>
            <p:cNvPr id="7161" name="Google Shape;7161;p144"/>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62" name="Google Shape;7162;p144"/>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63" name="Google Shape;7163;p144"/>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64" name="Google Shape;7164;p144"/>
          <p:cNvGrpSpPr/>
          <p:nvPr/>
        </p:nvGrpSpPr>
        <p:grpSpPr>
          <a:xfrm>
            <a:off x="12386412" y="4873660"/>
            <a:ext cx="709420" cy="713172"/>
            <a:chOff x="-27351575" y="3915650"/>
            <a:chExt cx="297750" cy="299325"/>
          </a:xfrm>
        </p:grpSpPr>
        <p:sp>
          <p:nvSpPr>
            <p:cNvPr id="7165" name="Google Shape;7165;p144"/>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66" name="Google Shape;7166;p144"/>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67" name="Google Shape;7167;p144"/>
          <p:cNvGrpSpPr/>
          <p:nvPr/>
        </p:nvGrpSpPr>
        <p:grpSpPr>
          <a:xfrm>
            <a:off x="9761392" y="5838058"/>
            <a:ext cx="638120" cy="706084"/>
            <a:chOff x="-25445525" y="3175900"/>
            <a:chExt cx="267825" cy="296350"/>
          </a:xfrm>
        </p:grpSpPr>
        <p:sp>
          <p:nvSpPr>
            <p:cNvPr id="7168" name="Google Shape;7168;p144"/>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69" name="Google Shape;7169;p144"/>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70" name="Google Shape;7170;p144"/>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71" name="Google Shape;7171;p144"/>
          <p:cNvGrpSpPr/>
          <p:nvPr/>
        </p:nvGrpSpPr>
        <p:grpSpPr>
          <a:xfrm>
            <a:off x="9724821" y="6818704"/>
            <a:ext cx="711266" cy="660576"/>
            <a:chOff x="-25465200" y="3565175"/>
            <a:chExt cx="298525" cy="277250"/>
          </a:xfrm>
        </p:grpSpPr>
        <p:sp>
          <p:nvSpPr>
            <p:cNvPr id="7172" name="Google Shape;7172;p144"/>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73" name="Google Shape;7173;p144"/>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74" name="Google Shape;7174;p144"/>
          <p:cNvGrpSpPr/>
          <p:nvPr/>
        </p:nvGrpSpPr>
        <p:grpSpPr>
          <a:xfrm>
            <a:off x="9723896" y="7697765"/>
            <a:ext cx="713112" cy="702570"/>
            <a:chOff x="-25465200" y="3916150"/>
            <a:chExt cx="299300" cy="294875"/>
          </a:xfrm>
        </p:grpSpPr>
        <p:sp>
          <p:nvSpPr>
            <p:cNvPr id="7175" name="Google Shape;7175;p144"/>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76" name="Google Shape;7176;p144"/>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77" name="Google Shape;7177;p144"/>
          <p:cNvGrpSpPr/>
          <p:nvPr/>
        </p:nvGrpSpPr>
        <p:grpSpPr>
          <a:xfrm>
            <a:off x="14178776" y="5838297"/>
            <a:ext cx="703760" cy="705606"/>
            <a:chOff x="-23615075" y="3148525"/>
            <a:chExt cx="295375" cy="296150"/>
          </a:xfrm>
        </p:grpSpPr>
        <p:sp>
          <p:nvSpPr>
            <p:cNvPr id="7178" name="Google Shape;7178;p144"/>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79" name="Google Shape;7179;p144"/>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80" name="Google Shape;7180;p144"/>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81" name="Google Shape;7181;p144"/>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182" name="Google Shape;7182;p144"/>
          <p:cNvSpPr/>
          <p:nvPr/>
        </p:nvSpPr>
        <p:spPr>
          <a:xfrm>
            <a:off x="14174968" y="6795014"/>
            <a:ext cx="713172" cy="707752"/>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183" name="Google Shape;7183;p144"/>
          <p:cNvGrpSpPr/>
          <p:nvPr/>
        </p:nvGrpSpPr>
        <p:grpSpPr>
          <a:xfrm>
            <a:off x="14177823" y="7716854"/>
            <a:ext cx="705666" cy="664388"/>
            <a:chOff x="-23615075" y="3906200"/>
            <a:chExt cx="296175" cy="278850"/>
          </a:xfrm>
        </p:grpSpPr>
        <p:sp>
          <p:nvSpPr>
            <p:cNvPr id="7184" name="Google Shape;7184;p144"/>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85" name="Google Shape;7185;p144"/>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86" name="Google Shape;7186;p144"/>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187" name="Google Shape;7187;p144"/>
          <p:cNvSpPr/>
          <p:nvPr/>
        </p:nvSpPr>
        <p:spPr>
          <a:xfrm>
            <a:off x="12415486" y="8580791"/>
            <a:ext cx="703760" cy="701914"/>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188" name="Google Shape;7188;p144"/>
          <p:cNvGrpSpPr/>
          <p:nvPr/>
        </p:nvGrpSpPr>
        <p:grpSpPr>
          <a:xfrm>
            <a:off x="13275761" y="3064137"/>
            <a:ext cx="707514" cy="705130"/>
            <a:chOff x="-26980600" y="3175500"/>
            <a:chExt cx="296950" cy="295950"/>
          </a:xfrm>
        </p:grpSpPr>
        <p:sp>
          <p:nvSpPr>
            <p:cNvPr id="7189" name="Google Shape;7189;p144"/>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90" name="Google Shape;7190;p144"/>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91" name="Google Shape;7191;p144"/>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192" name="Google Shape;7192;p144"/>
          <p:cNvSpPr/>
          <p:nvPr/>
        </p:nvSpPr>
        <p:spPr>
          <a:xfrm>
            <a:off x="13320895" y="3978178"/>
            <a:ext cx="619298" cy="70382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193" name="Google Shape;7193;p144"/>
          <p:cNvGrpSpPr/>
          <p:nvPr/>
        </p:nvGrpSpPr>
        <p:grpSpPr>
          <a:xfrm>
            <a:off x="13276715" y="4941209"/>
            <a:ext cx="705606" cy="578078"/>
            <a:chOff x="-26981375" y="3951875"/>
            <a:chExt cx="296150" cy="242625"/>
          </a:xfrm>
        </p:grpSpPr>
        <p:sp>
          <p:nvSpPr>
            <p:cNvPr id="7194" name="Google Shape;7194;p144"/>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95" name="Google Shape;7195;p144"/>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96" name="Google Shape;7196;p144"/>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197" name="Google Shape;7197;p144"/>
          <p:cNvGrpSpPr/>
          <p:nvPr/>
        </p:nvGrpSpPr>
        <p:grpSpPr>
          <a:xfrm>
            <a:off x="10606798" y="5836390"/>
            <a:ext cx="703820" cy="709420"/>
            <a:chOff x="-25094250" y="3176075"/>
            <a:chExt cx="295400" cy="297750"/>
          </a:xfrm>
        </p:grpSpPr>
        <p:sp>
          <p:nvSpPr>
            <p:cNvPr id="7198" name="Google Shape;7198;p144"/>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199" name="Google Shape;7199;p144"/>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00" name="Google Shape;7200;p144"/>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201" name="Google Shape;7201;p144"/>
          <p:cNvGrpSpPr/>
          <p:nvPr/>
        </p:nvGrpSpPr>
        <p:grpSpPr>
          <a:xfrm>
            <a:off x="10606798" y="6797112"/>
            <a:ext cx="703820" cy="703760"/>
            <a:chOff x="-25094250" y="3547050"/>
            <a:chExt cx="295400" cy="295375"/>
          </a:xfrm>
        </p:grpSpPr>
        <p:sp>
          <p:nvSpPr>
            <p:cNvPr id="7202" name="Google Shape;7202;p144"/>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03" name="Google Shape;7203;p144"/>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04" name="Google Shape;7204;p144"/>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05" name="Google Shape;7205;p144"/>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06" name="Google Shape;7206;p144"/>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207" name="Google Shape;7207;p144"/>
          <p:cNvSpPr/>
          <p:nvPr/>
        </p:nvSpPr>
        <p:spPr>
          <a:xfrm>
            <a:off x="10606831" y="7807072"/>
            <a:ext cx="705666" cy="483728"/>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208" name="Google Shape;7208;p144"/>
          <p:cNvGrpSpPr/>
          <p:nvPr/>
        </p:nvGrpSpPr>
        <p:grpSpPr>
          <a:xfrm>
            <a:off x="15070953" y="5838297"/>
            <a:ext cx="705606" cy="705606"/>
            <a:chOff x="-23245675" y="3148525"/>
            <a:chExt cx="296150" cy="296150"/>
          </a:xfrm>
        </p:grpSpPr>
        <p:sp>
          <p:nvSpPr>
            <p:cNvPr id="7209" name="Google Shape;7209;p144"/>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10" name="Google Shape;7210;p144"/>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11" name="Google Shape;7211;p144"/>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212" name="Google Shape;7212;p144"/>
          <p:cNvSpPr/>
          <p:nvPr/>
        </p:nvSpPr>
        <p:spPr>
          <a:xfrm>
            <a:off x="15155317" y="6796980"/>
            <a:ext cx="538646" cy="70382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213" name="Google Shape;7213;p144"/>
          <p:cNvGrpSpPr/>
          <p:nvPr/>
        </p:nvGrpSpPr>
        <p:grpSpPr>
          <a:xfrm>
            <a:off x="15071876" y="7696245"/>
            <a:ext cx="703760" cy="705606"/>
            <a:chOff x="-23244900" y="3888100"/>
            <a:chExt cx="295375" cy="296150"/>
          </a:xfrm>
        </p:grpSpPr>
        <p:sp>
          <p:nvSpPr>
            <p:cNvPr id="7214" name="Google Shape;7214;p144"/>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15" name="Google Shape;7215;p144"/>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16" name="Google Shape;7216;p144"/>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17" name="Google Shape;7217;p144"/>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18" name="Google Shape;7218;p144"/>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19" name="Google Shape;7219;p144"/>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20" name="Google Shape;7220;p144"/>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21" name="Google Shape;7221;p144"/>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22" name="Google Shape;7222;p144"/>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23" name="Google Shape;7223;p144"/>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24" name="Google Shape;7224;p144"/>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225" name="Google Shape;7225;p144"/>
          <p:cNvSpPr/>
          <p:nvPr/>
        </p:nvSpPr>
        <p:spPr>
          <a:xfrm>
            <a:off x="13224404" y="8577977"/>
            <a:ext cx="707572" cy="707514"/>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229"/>
        <p:cNvGrpSpPr/>
        <p:nvPr/>
      </p:nvGrpSpPr>
      <p:grpSpPr>
        <a:xfrm>
          <a:off x="0" y="0"/>
          <a:ext cx="0" cy="0"/>
          <a:chOff x="0" y="0"/>
          <a:chExt cx="0" cy="0"/>
        </a:xfrm>
      </p:grpSpPr>
      <p:sp>
        <p:nvSpPr>
          <p:cNvPr id="7230" name="Google Shape;7230;p145"/>
          <p:cNvSpPr txBox="1">
            <a:spLocks noGrp="1"/>
          </p:cNvSpPr>
          <p:nvPr>
            <p:ph type="title" idx="4294967295"/>
          </p:nvPr>
        </p:nvSpPr>
        <p:spPr>
          <a:xfrm>
            <a:off x="1699350" y="1887550"/>
            <a:ext cx="69642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dirty="0">
                <a:solidFill>
                  <a:srgbClr val="FFFFFF"/>
                </a:solidFill>
                <a:latin typeface="Arial"/>
                <a:ea typeface="Arial"/>
                <a:cs typeface="Arial"/>
                <a:sym typeface="Arial"/>
              </a:rPr>
              <a:t>Business </a:t>
            </a:r>
            <a:r>
              <a:rPr lang="en" dirty="0">
                <a:latin typeface="Arial"/>
                <a:ea typeface="Arial"/>
                <a:cs typeface="Arial"/>
                <a:sym typeface="Arial"/>
              </a:rPr>
              <a:t>I</a:t>
            </a:r>
            <a:r>
              <a:rPr lang="en" dirty="0">
                <a:solidFill>
                  <a:srgbClr val="FFFFFF"/>
                </a:solidFill>
                <a:latin typeface="Arial"/>
                <a:ea typeface="Arial"/>
                <a:cs typeface="Arial"/>
                <a:sym typeface="Arial"/>
              </a:rPr>
              <a:t>cons</a:t>
            </a:r>
            <a:endParaRPr dirty="0">
              <a:solidFill>
                <a:srgbClr val="FFFFFF"/>
              </a:solidFill>
              <a:latin typeface="Arial"/>
              <a:ea typeface="Arial"/>
              <a:cs typeface="Arial"/>
              <a:sym typeface="Arial"/>
            </a:endParaRPr>
          </a:p>
        </p:txBody>
      </p:sp>
      <p:sp>
        <p:nvSpPr>
          <p:cNvPr id="7231" name="Google Shape;7231;p145"/>
          <p:cNvSpPr txBox="1">
            <a:spLocks noGrp="1"/>
          </p:cNvSpPr>
          <p:nvPr>
            <p:ph type="title" idx="4294967295"/>
          </p:nvPr>
        </p:nvSpPr>
        <p:spPr>
          <a:xfrm>
            <a:off x="9716800" y="1887550"/>
            <a:ext cx="69642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sp>
        <p:nvSpPr>
          <p:cNvPr id="7232" name="Google Shape;7232;p145"/>
          <p:cNvSpPr/>
          <p:nvPr/>
        </p:nvSpPr>
        <p:spPr>
          <a:xfrm>
            <a:off x="1699759" y="3065698"/>
            <a:ext cx="734522" cy="732728"/>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233" name="Google Shape;7233;p145"/>
          <p:cNvGrpSpPr/>
          <p:nvPr/>
        </p:nvGrpSpPr>
        <p:grpSpPr>
          <a:xfrm>
            <a:off x="1700009" y="3950837"/>
            <a:ext cx="734522" cy="734522"/>
            <a:chOff x="-65145700" y="3727425"/>
            <a:chExt cx="317425" cy="317425"/>
          </a:xfrm>
        </p:grpSpPr>
        <p:sp>
          <p:nvSpPr>
            <p:cNvPr id="7234" name="Google Shape;7234;p145"/>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35" name="Google Shape;7235;p145"/>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236" name="Google Shape;7236;p145"/>
          <p:cNvGrpSpPr/>
          <p:nvPr/>
        </p:nvGrpSpPr>
        <p:grpSpPr>
          <a:xfrm>
            <a:off x="1706402" y="4808667"/>
            <a:ext cx="721736" cy="734522"/>
            <a:chOff x="-65144125" y="4094450"/>
            <a:chExt cx="311900" cy="317425"/>
          </a:xfrm>
        </p:grpSpPr>
        <p:sp>
          <p:nvSpPr>
            <p:cNvPr id="7237" name="Google Shape;7237;p145"/>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38" name="Google Shape;7238;p145"/>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39" name="Google Shape;7239;p145"/>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240" name="Google Shape;7240;p145"/>
          <p:cNvSpPr/>
          <p:nvPr/>
        </p:nvSpPr>
        <p:spPr>
          <a:xfrm>
            <a:off x="6114859" y="3062952"/>
            <a:ext cx="738166" cy="738224"/>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241" name="Google Shape;7241;p145"/>
          <p:cNvGrpSpPr/>
          <p:nvPr/>
        </p:nvGrpSpPr>
        <p:grpSpPr>
          <a:xfrm>
            <a:off x="6113541" y="3950056"/>
            <a:ext cx="741290" cy="736084"/>
            <a:chOff x="-63250675" y="3744075"/>
            <a:chExt cx="320350" cy="318100"/>
          </a:xfrm>
        </p:grpSpPr>
        <p:sp>
          <p:nvSpPr>
            <p:cNvPr id="7242" name="Google Shape;7242;p145"/>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43" name="Google Shape;7243;p145"/>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44" name="Google Shape;7244;p145"/>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245" name="Google Shape;7245;p145"/>
          <p:cNvGrpSpPr/>
          <p:nvPr/>
        </p:nvGrpSpPr>
        <p:grpSpPr>
          <a:xfrm>
            <a:off x="6116925" y="4808667"/>
            <a:ext cx="734522" cy="734522"/>
            <a:chOff x="-63250675" y="4110200"/>
            <a:chExt cx="317425" cy="317425"/>
          </a:xfrm>
        </p:grpSpPr>
        <p:sp>
          <p:nvSpPr>
            <p:cNvPr id="7246" name="Google Shape;7246;p145"/>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47" name="Google Shape;7247;p145"/>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48" name="Google Shape;7248;p145"/>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49" name="Google Shape;7249;p145"/>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50" name="Google Shape;7250;p145"/>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51" name="Google Shape;7251;p145"/>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52" name="Google Shape;7252;p145"/>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53" name="Google Shape;7253;p145"/>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54" name="Google Shape;7254;p145"/>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255" name="Google Shape;7255;p145"/>
          <p:cNvGrpSpPr/>
          <p:nvPr/>
        </p:nvGrpSpPr>
        <p:grpSpPr>
          <a:xfrm>
            <a:off x="3475019" y="5802856"/>
            <a:ext cx="718150" cy="717688"/>
            <a:chOff x="-61351725" y="3372400"/>
            <a:chExt cx="310350" cy="310150"/>
          </a:xfrm>
        </p:grpSpPr>
        <p:sp>
          <p:nvSpPr>
            <p:cNvPr id="7256" name="Google Shape;7256;p145"/>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57" name="Google Shape;7257;p145"/>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58" name="Google Shape;7258;p145"/>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259" name="Google Shape;7259;p145"/>
          <p:cNvGrpSpPr/>
          <p:nvPr/>
        </p:nvGrpSpPr>
        <p:grpSpPr>
          <a:xfrm>
            <a:off x="3467728" y="6728968"/>
            <a:ext cx="732728" cy="667068"/>
            <a:chOff x="-61354875" y="3751050"/>
            <a:chExt cx="316650" cy="288275"/>
          </a:xfrm>
        </p:grpSpPr>
        <p:sp>
          <p:nvSpPr>
            <p:cNvPr id="7260" name="Google Shape;7260;p145"/>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61" name="Google Shape;7261;p145"/>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62" name="Google Shape;7262;p145"/>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263" name="Google Shape;7263;p145"/>
          <p:cNvGrpSpPr/>
          <p:nvPr/>
        </p:nvGrpSpPr>
        <p:grpSpPr>
          <a:xfrm>
            <a:off x="3467728" y="7612248"/>
            <a:ext cx="732728" cy="734580"/>
            <a:chOff x="-61354875" y="4101525"/>
            <a:chExt cx="316650" cy="317450"/>
          </a:xfrm>
        </p:grpSpPr>
        <p:sp>
          <p:nvSpPr>
            <p:cNvPr id="7264" name="Google Shape;7264;p145"/>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65" name="Google Shape;7265;p145"/>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266" name="Google Shape;7266;p145"/>
          <p:cNvGrpSpPr/>
          <p:nvPr/>
        </p:nvGrpSpPr>
        <p:grpSpPr>
          <a:xfrm>
            <a:off x="7900599" y="5796001"/>
            <a:ext cx="736314" cy="731398"/>
            <a:chOff x="-59470075" y="3308975"/>
            <a:chExt cx="318200" cy="316075"/>
          </a:xfrm>
        </p:grpSpPr>
        <p:sp>
          <p:nvSpPr>
            <p:cNvPr id="7267" name="Google Shape;7267;p145"/>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68" name="Google Shape;7268;p145"/>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69" name="Google Shape;7269;p145"/>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70" name="Google Shape;7270;p145"/>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71" name="Google Shape;7271;p145"/>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72" name="Google Shape;7272;p145"/>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73" name="Google Shape;7273;p145"/>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74" name="Google Shape;7274;p145"/>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75" name="Google Shape;7275;p145"/>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276" name="Google Shape;7276;p145"/>
          <p:cNvGrpSpPr/>
          <p:nvPr/>
        </p:nvGrpSpPr>
        <p:grpSpPr>
          <a:xfrm>
            <a:off x="2591459" y="3067410"/>
            <a:ext cx="734522" cy="729372"/>
            <a:chOff x="-64781025" y="3361050"/>
            <a:chExt cx="317425" cy="315200"/>
          </a:xfrm>
        </p:grpSpPr>
        <p:sp>
          <p:nvSpPr>
            <p:cNvPr id="7277" name="Google Shape;7277;p145"/>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78" name="Google Shape;7278;p145"/>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79" name="Google Shape;7279;p145"/>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80" name="Google Shape;7280;p145"/>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281" name="Google Shape;7281;p145"/>
          <p:cNvSpPr/>
          <p:nvPr/>
        </p:nvSpPr>
        <p:spPr>
          <a:xfrm>
            <a:off x="2591209" y="3952622"/>
            <a:ext cx="734522" cy="730876"/>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82" name="Google Shape;7282;p145"/>
          <p:cNvSpPr/>
          <p:nvPr/>
        </p:nvSpPr>
        <p:spPr>
          <a:xfrm>
            <a:off x="2645876" y="4808627"/>
            <a:ext cx="625184" cy="734522"/>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83" name="Google Shape;7283;p145"/>
          <p:cNvSpPr/>
          <p:nvPr/>
        </p:nvSpPr>
        <p:spPr>
          <a:xfrm>
            <a:off x="7016447" y="3145909"/>
            <a:ext cx="732670" cy="572310"/>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284" name="Google Shape;7284;p145"/>
          <p:cNvGrpSpPr/>
          <p:nvPr/>
        </p:nvGrpSpPr>
        <p:grpSpPr>
          <a:xfrm>
            <a:off x="7000259" y="3950288"/>
            <a:ext cx="765530" cy="735620"/>
            <a:chOff x="-62890750" y="3747425"/>
            <a:chExt cx="330825" cy="317900"/>
          </a:xfrm>
        </p:grpSpPr>
        <p:sp>
          <p:nvSpPr>
            <p:cNvPr id="7285" name="Google Shape;7285;p145"/>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86" name="Google Shape;7286;p145"/>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87" name="Google Shape;7287;p145"/>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88" name="Google Shape;7288;p145"/>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89" name="Google Shape;7289;p145"/>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90" name="Google Shape;7290;p145"/>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91" name="Google Shape;7291;p145"/>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92" name="Google Shape;7292;p145"/>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93" name="Google Shape;7293;p145"/>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94" name="Google Shape;7294;p145"/>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95" name="Google Shape;7295;p145"/>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96" name="Google Shape;7296;p145"/>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97" name="Google Shape;7297;p145"/>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298" name="Google Shape;7298;p145"/>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299" name="Google Shape;7299;p145"/>
          <p:cNvGrpSpPr/>
          <p:nvPr/>
        </p:nvGrpSpPr>
        <p:grpSpPr>
          <a:xfrm>
            <a:off x="7015763" y="4809562"/>
            <a:ext cx="734522" cy="732728"/>
            <a:chOff x="-62884425" y="4111775"/>
            <a:chExt cx="317425" cy="316650"/>
          </a:xfrm>
        </p:grpSpPr>
        <p:sp>
          <p:nvSpPr>
            <p:cNvPr id="7300" name="Google Shape;7300;p145"/>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01" name="Google Shape;7301;p145"/>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02" name="Google Shape;7302;p145"/>
          <p:cNvGrpSpPr/>
          <p:nvPr/>
        </p:nvGrpSpPr>
        <p:grpSpPr>
          <a:xfrm>
            <a:off x="4361030" y="5801701"/>
            <a:ext cx="730876" cy="720002"/>
            <a:chOff x="-60991775" y="3376900"/>
            <a:chExt cx="315850" cy="311150"/>
          </a:xfrm>
        </p:grpSpPr>
        <p:sp>
          <p:nvSpPr>
            <p:cNvPr id="7303" name="Google Shape;7303;p145"/>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04" name="Google Shape;7304;p145"/>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05" name="Google Shape;7305;p145"/>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06" name="Google Shape;7306;p145"/>
          <p:cNvGrpSpPr/>
          <p:nvPr/>
        </p:nvGrpSpPr>
        <p:grpSpPr>
          <a:xfrm>
            <a:off x="4360104" y="6703429"/>
            <a:ext cx="732728" cy="718150"/>
            <a:chOff x="-60988625" y="3740800"/>
            <a:chExt cx="316650" cy="310350"/>
          </a:xfrm>
        </p:grpSpPr>
        <p:sp>
          <p:nvSpPr>
            <p:cNvPr id="7307" name="Google Shape;7307;p145"/>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08" name="Google Shape;7308;p145"/>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09" name="Google Shape;7309;p145"/>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10" name="Google Shape;7310;p145"/>
          <p:cNvGrpSpPr/>
          <p:nvPr/>
        </p:nvGrpSpPr>
        <p:grpSpPr>
          <a:xfrm>
            <a:off x="4360104" y="7614331"/>
            <a:ext cx="732728" cy="730414"/>
            <a:chOff x="-60987850" y="4100950"/>
            <a:chExt cx="316650" cy="315650"/>
          </a:xfrm>
        </p:grpSpPr>
        <p:sp>
          <p:nvSpPr>
            <p:cNvPr id="7311" name="Google Shape;7311;p145"/>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12" name="Google Shape;7312;p145"/>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13" name="Google Shape;7313;p145"/>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14" name="Google Shape;7314;p145"/>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15" name="Google Shape;7315;p145"/>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16" name="Google Shape;7316;p145"/>
          <p:cNvGrpSpPr/>
          <p:nvPr/>
        </p:nvGrpSpPr>
        <p:grpSpPr>
          <a:xfrm>
            <a:off x="7899673" y="6705251"/>
            <a:ext cx="738166" cy="714506"/>
            <a:chOff x="-59447250" y="3706150"/>
            <a:chExt cx="319000" cy="308775"/>
          </a:xfrm>
        </p:grpSpPr>
        <p:sp>
          <p:nvSpPr>
            <p:cNvPr id="7317" name="Google Shape;7317;p145"/>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18" name="Google Shape;7318;p145"/>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19" name="Google Shape;7319;p145"/>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20" name="Google Shape;7320;p145"/>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21" name="Google Shape;7321;p145"/>
          <p:cNvGrpSpPr/>
          <p:nvPr/>
        </p:nvGrpSpPr>
        <p:grpSpPr>
          <a:xfrm>
            <a:off x="3477128" y="3067872"/>
            <a:ext cx="736372" cy="728448"/>
            <a:chOff x="-64406125" y="3362225"/>
            <a:chExt cx="318225" cy="314800"/>
          </a:xfrm>
        </p:grpSpPr>
        <p:sp>
          <p:nvSpPr>
            <p:cNvPr id="7322" name="Google Shape;7322;p145"/>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23" name="Google Shape;7323;p145"/>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324" name="Google Shape;7324;p145"/>
          <p:cNvSpPr/>
          <p:nvPr/>
        </p:nvSpPr>
        <p:spPr>
          <a:xfrm>
            <a:off x="3603542" y="3950801"/>
            <a:ext cx="483048" cy="734522"/>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325" name="Google Shape;7325;p145"/>
          <p:cNvGrpSpPr/>
          <p:nvPr/>
        </p:nvGrpSpPr>
        <p:grpSpPr>
          <a:xfrm>
            <a:off x="3478055" y="4809562"/>
            <a:ext cx="734522" cy="732728"/>
            <a:chOff x="-64410850" y="4094450"/>
            <a:chExt cx="317425" cy="316650"/>
          </a:xfrm>
        </p:grpSpPr>
        <p:sp>
          <p:nvSpPr>
            <p:cNvPr id="7326" name="Google Shape;7326;p145"/>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27" name="Google Shape;7327;p145"/>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28" name="Google Shape;7328;p145"/>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329" name="Google Shape;7329;p145"/>
          <p:cNvSpPr/>
          <p:nvPr/>
        </p:nvSpPr>
        <p:spPr>
          <a:xfrm>
            <a:off x="7966494" y="3064601"/>
            <a:ext cx="639764" cy="734926"/>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330" name="Google Shape;7330;p145"/>
          <p:cNvGrpSpPr/>
          <p:nvPr/>
        </p:nvGrpSpPr>
        <p:grpSpPr>
          <a:xfrm>
            <a:off x="7921151" y="3949709"/>
            <a:ext cx="730934" cy="736778"/>
            <a:chOff x="-62516625" y="3743175"/>
            <a:chExt cx="315875" cy="318400"/>
          </a:xfrm>
        </p:grpSpPr>
        <p:sp>
          <p:nvSpPr>
            <p:cNvPr id="7331" name="Google Shape;7331;p145"/>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32" name="Google Shape;7332;p145"/>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33" name="Google Shape;7333;p145"/>
          <p:cNvGrpSpPr/>
          <p:nvPr/>
        </p:nvGrpSpPr>
        <p:grpSpPr>
          <a:xfrm>
            <a:off x="7934830" y="4849652"/>
            <a:ext cx="703572" cy="652548"/>
            <a:chOff x="-62511900" y="4129100"/>
            <a:chExt cx="304050" cy="282000"/>
          </a:xfrm>
        </p:grpSpPr>
        <p:sp>
          <p:nvSpPr>
            <p:cNvPr id="7334" name="Google Shape;7334;p145"/>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35" name="Google Shape;7335;p145"/>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36" name="Google Shape;7336;p145"/>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37" name="Google Shape;7337;p145"/>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38" name="Google Shape;7338;p145"/>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39" name="Google Shape;7339;p145"/>
          <p:cNvGrpSpPr/>
          <p:nvPr/>
        </p:nvGrpSpPr>
        <p:grpSpPr>
          <a:xfrm>
            <a:off x="5291074" y="5794441"/>
            <a:ext cx="621540" cy="734522"/>
            <a:chOff x="-60597975" y="3367475"/>
            <a:chExt cx="268600" cy="317425"/>
          </a:xfrm>
        </p:grpSpPr>
        <p:sp>
          <p:nvSpPr>
            <p:cNvPr id="7340" name="Google Shape;7340;p145"/>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41" name="Google Shape;7341;p145"/>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42" name="Google Shape;7342;p145"/>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43" name="Google Shape;7343;p145"/>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44" name="Google Shape;7344;p145"/>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345" name="Google Shape;7345;p145"/>
          <p:cNvSpPr/>
          <p:nvPr/>
        </p:nvSpPr>
        <p:spPr>
          <a:xfrm>
            <a:off x="5232529" y="6697463"/>
            <a:ext cx="738166" cy="730010"/>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346" name="Google Shape;7346;p145"/>
          <p:cNvGrpSpPr/>
          <p:nvPr/>
        </p:nvGrpSpPr>
        <p:grpSpPr>
          <a:xfrm>
            <a:off x="5235480" y="7717073"/>
            <a:ext cx="732728" cy="524930"/>
            <a:chOff x="-60621600" y="4145650"/>
            <a:chExt cx="316650" cy="226850"/>
          </a:xfrm>
        </p:grpSpPr>
        <p:sp>
          <p:nvSpPr>
            <p:cNvPr id="7347" name="Google Shape;7347;p145"/>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48" name="Google Shape;7348;p145"/>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49" name="Google Shape;7349;p145"/>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50" name="Google Shape;7350;p145"/>
          <p:cNvGrpSpPr/>
          <p:nvPr/>
        </p:nvGrpSpPr>
        <p:grpSpPr>
          <a:xfrm>
            <a:off x="7908784" y="7614071"/>
            <a:ext cx="719944" cy="730934"/>
            <a:chOff x="-59400775" y="4084200"/>
            <a:chExt cx="311125" cy="315875"/>
          </a:xfrm>
        </p:grpSpPr>
        <p:sp>
          <p:nvSpPr>
            <p:cNvPr id="7351" name="Google Shape;7351;p145"/>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52" name="Google Shape;7352;p145"/>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53" name="Google Shape;7353;p145"/>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54" name="Google Shape;7354;p145"/>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55" name="Google Shape;7355;p145"/>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56" name="Google Shape;7356;p145"/>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57" name="Google Shape;7357;p145"/>
          <p:cNvGrpSpPr/>
          <p:nvPr/>
        </p:nvGrpSpPr>
        <p:grpSpPr>
          <a:xfrm>
            <a:off x="4356972" y="3065732"/>
            <a:ext cx="730876" cy="732728"/>
            <a:chOff x="-64044600" y="3360375"/>
            <a:chExt cx="315850" cy="316650"/>
          </a:xfrm>
        </p:grpSpPr>
        <p:sp>
          <p:nvSpPr>
            <p:cNvPr id="7358" name="Google Shape;7358;p145"/>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59" name="Google Shape;7359;p145"/>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60" name="Google Shape;7360;p145"/>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61" name="Google Shape;7361;p145"/>
          <p:cNvGrpSpPr/>
          <p:nvPr/>
        </p:nvGrpSpPr>
        <p:grpSpPr>
          <a:xfrm>
            <a:off x="4409818" y="3950837"/>
            <a:ext cx="625184" cy="734522"/>
            <a:chOff x="-64022550" y="3727425"/>
            <a:chExt cx="270175" cy="317425"/>
          </a:xfrm>
        </p:grpSpPr>
        <p:sp>
          <p:nvSpPr>
            <p:cNvPr id="7362" name="Google Shape;7362;p145"/>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63" name="Google Shape;7363;p145"/>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64" name="Google Shape;7364;p145"/>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65" name="Google Shape;7365;p145"/>
          <p:cNvGrpSpPr/>
          <p:nvPr/>
        </p:nvGrpSpPr>
        <p:grpSpPr>
          <a:xfrm>
            <a:off x="4458095" y="4808636"/>
            <a:ext cx="528634" cy="734580"/>
            <a:chOff x="-64001300" y="4093650"/>
            <a:chExt cx="228450" cy="317450"/>
          </a:xfrm>
        </p:grpSpPr>
        <p:sp>
          <p:nvSpPr>
            <p:cNvPr id="7366" name="Google Shape;7366;p145"/>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67" name="Google Shape;7367;p145"/>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68" name="Google Shape;7368;p145"/>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69" name="Google Shape;7369;p145"/>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70" name="Google Shape;7370;p145"/>
          <p:cNvGrpSpPr/>
          <p:nvPr/>
        </p:nvGrpSpPr>
        <p:grpSpPr>
          <a:xfrm>
            <a:off x="1696102" y="5795220"/>
            <a:ext cx="719944" cy="732960"/>
            <a:chOff x="-62148800" y="3377700"/>
            <a:chExt cx="311125" cy="316750"/>
          </a:xfrm>
        </p:grpSpPr>
        <p:sp>
          <p:nvSpPr>
            <p:cNvPr id="7371" name="Google Shape;7371;p145"/>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72" name="Google Shape;7372;p145"/>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73" name="Google Shape;7373;p145"/>
          <p:cNvGrpSpPr/>
          <p:nvPr/>
        </p:nvGrpSpPr>
        <p:grpSpPr>
          <a:xfrm>
            <a:off x="1687917" y="6695214"/>
            <a:ext cx="736314" cy="734580"/>
            <a:chOff x="-62154300" y="3743950"/>
            <a:chExt cx="318200" cy="317450"/>
          </a:xfrm>
        </p:grpSpPr>
        <p:sp>
          <p:nvSpPr>
            <p:cNvPr id="7374" name="Google Shape;7374;p145"/>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75" name="Google Shape;7375;p145"/>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76" name="Google Shape;7376;p145"/>
          <p:cNvGrpSpPr/>
          <p:nvPr/>
        </p:nvGrpSpPr>
        <p:grpSpPr>
          <a:xfrm>
            <a:off x="1687888" y="7613174"/>
            <a:ext cx="736372" cy="732728"/>
            <a:chOff x="-62151950" y="4111775"/>
            <a:chExt cx="318225" cy="316650"/>
          </a:xfrm>
        </p:grpSpPr>
        <p:sp>
          <p:nvSpPr>
            <p:cNvPr id="7377" name="Google Shape;7377;p145"/>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78" name="Google Shape;7378;p145"/>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79" name="Google Shape;7379;p145"/>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80" name="Google Shape;7380;p145"/>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81" name="Google Shape;7381;p145"/>
          <p:cNvGrpSpPr/>
          <p:nvPr/>
        </p:nvGrpSpPr>
        <p:grpSpPr>
          <a:xfrm>
            <a:off x="6125137" y="5794266"/>
            <a:ext cx="736314" cy="734868"/>
            <a:chOff x="-60254550" y="3367325"/>
            <a:chExt cx="318200" cy="317575"/>
          </a:xfrm>
        </p:grpSpPr>
        <p:sp>
          <p:nvSpPr>
            <p:cNvPr id="7382" name="Google Shape;7382;p145"/>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83" name="Google Shape;7383;p145"/>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84" name="Google Shape;7384;p145"/>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85" name="Google Shape;7385;p145"/>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86" name="Google Shape;7386;p145"/>
          <p:cNvGrpSpPr/>
          <p:nvPr/>
        </p:nvGrpSpPr>
        <p:grpSpPr>
          <a:xfrm>
            <a:off x="6126930" y="6696254"/>
            <a:ext cx="732728" cy="732496"/>
            <a:chOff x="-60255350" y="3733825"/>
            <a:chExt cx="316650" cy="316550"/>
          </a:xfrm>
        </p:grpSpPr>
        <p:sp>
          <p:nvSpPr>
            <p:cNvPr id="7387" name="Google Shape;7387;p145"/>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88" name="Google Shape;7388;p145"/>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89" name="Google Shape;7389;p145"/>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90" name="Google Shape;7390;p145"/>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91" name="Google Shape;7391;p145"/>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92" name="Google Shape;7392;p145"/>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93" name="Google Shape;7393;p145"/>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394" name="Google Shape;7394;p145"/>
          <p:cNvGrpSpPr/>
          <p:nvPr/>
        </p:nvGrpSpPr>
        <p:grpSpPr>
          <a:xfrm>
            <a:off x="6182524" y="7614071"/>
            <a:ext cx="621540" cy="730934"/>
            <a:chOff x="-60232500" y="4101525"/>
            <a:chExt cx="268600" cy="315875"/>
          </a:xfrm>
        </p:grpSpPr>
        <p:sp>
          <p:nvSpPr>
            <p:cNvPr id="7395" name="Google Shape;7395;p145"/>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396" name="Google Shape;7396;p145"/>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397" name="Google Shape;7397;p145"/>
          <p:cNvSpPr/>
          <p:nvPr/>
        </p:nvSpPr>
        <p:spPr>
          <a:xfrm>
            <a:off x="4358073" y="8551938"/>
            <a:ext cx="732670" cy="73458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398" name="Google Shape;7398;p145"/>
          <p:cNvGrpSpPr/>
          <p:nvPr/>
        </p:nvGrpSpPr>
        <p:grpSpPr>
          <a:xfrm>
            <a:off x="5248524" y="3065732"/>
            <a:ext cx="736372" cy="732728"/>
            <a:chOff x="-63679950" y="3360375"/>
            <a:chExt cx="318225" cy="316650"/>
          </a:xfrm>
        </p:grpSpPr>
        <p:sp>
          <p:nvSpPr>
            <p:cNvPr id="7399" name="Google Shape;7399;p145"/>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00" name="Google Shape;7400;p145"/>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01" name="Google Shape;7401;p145"/>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02" name="Google Shape;7402;p145"/>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403" name="Google Shape;7403;p145"/>
          <p:cNvSpPr/>
          <p:nvPr/>
        </p:nvSpPr>
        <p:spPr>
          <a:xfrm>
            <a:off x="5246459" y="3950338"/>
            <a:ext cx="740018" cy="735448"/>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404" name="Google Shape;7404;p145"/>
          <p:cNvGrpSpPr/>
          <p:nvPr/>
        </p:nvGrpSpPr>
        <p:grpSpPr>
          <a:xfrm>
            <a:off x="5245778" y="4808407"/>
            <a:ext cx="741868" cy="735042"/>
            <a:chOff x="-63679950" y="4093450"/>
            <a:chExt cx="320600" cy="317650"/>
          </a:xfrm>
        </p:grpSpPr>
        <p:sp>
          <p:nvSpPr>
            <p:cNvPr id="7405" name="Google Shape;7405;p145"/>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06" name="Google Shape;7406;p145"/>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07" name="Google Shape;7407;p145"/>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08" name="Google Shape;7408;p145"/>
          <p:cNvGrpSpPr/>
          <p:nvPr/>
        </p:nvGrpSpPr>
        <p:grpSpPr>
          <a:xfrm>
            <a:off x="2566012" y="5794410"/>
            <a:ext cx="732728" cy="734580"/>
            <a:chOff x="-61784125" y="3377700"/>
            <a:chExt cx="316650" cy="317450"/>
          </a:xfrm>
        </p:grpSpPr>
        <p:sp>
          <p:nvSpPr>
            <p:cNvPr id="7409" name="Google Shape;7409;p145"/>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10" name="Google Shape;7410;p145"/>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11" name="Google Shape;7411;p145"/>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12" name="Google Shape;7412;p145"/>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13" name="Google Shape;7413;p145"/>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14" name="Google Shape;7414;p145"/>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15" name="Google Shape;7415;p145"/>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16" name="Google Shape;7416;p145"/>
          <p:cNvGrpSpPr/>
          <p:nvPr/>
        </p:nvGrpSpPr>
        <p:grpSpPr>
          <a:xfrm>
            <a:off x="2566012" y="6695214"/>
            <a:ext cx="732728" cy="734580"/>
            <a:chOff x="-61783350" y="3743950"/>
            <a:chExt cx="316650" cy="317450"/>
          </a:xfrm>
        </p:grpSpPr>
        <p:sp>
          <p:nvSpPr>
            <p:cNvPr id="7417" name="Google Shape;7417;p145"/>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18" name="Google Shape;7418;p145"/>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419" name="Google Shape;7419;p145"/>
          <p:cNvSpPr/>
          <p:nvPr/>
        </p:nvSpPr>
        <p:spPr>
          <a:xfrm>
            <a:off x="2565774" y="7612814"/>
            <a:ext cx="732728" cy="733364"/>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20" name="Google Shape;7420;p145"/>
          <p:cNvSpPr/>
          <p:nvPr/>
        </p:nvSpPr>
        <p:spPr>
          <a:xfrm>
            <a:off x="7011378" y="5814105"/>
            <a:ext cx="732728" cy="695126"/>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21" name="Google Shape;7421;p145"/>
          <p:cNvSpPr/>
          <p:nvPr/>
        </p:nvSpPr>
        <p:spPr>
          <a:xfrm>
            <a:off x="7009556" y="6775387"/>
            <a:ext cx="736372" cy="574162"/>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422" name="Google Shape;7422;p145"/>
          <p:cNvGrpSpPr/>
          <p:nvPr/>
        </p:nvGrpSpPr>
        <p:grpSpPr>
          <a:xfrm>
            <a:off x="7008860" y="7614881"/>
            <a:ext cx="738224" cy="729314"/>
            <a:chOff x="-59869425" y="4102225"/>
            <a:chExt cx="319025" cy="315175"/>
          </a:xfrm>
        </p:grpSpPr>
        <p:sp>
          <p:nvSpPr>
            <p:cNvPr id="7423" name="Google Shape;7423;p145"/>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24" name="Google Shape;7424;p145"/>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25" name="Google Shape;7425;p145"/>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26" name="Google Shape;7426;p145"/>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27" name="Google Shape;7427;p145"/>
          <p:cNvGrpSpPr/>
          <p:nvPr/>
        </p:nvGrpSpPr>
        <p:grpSpPr>
          <a:xfrm>
            <a:off x="5246466" y="8552525"/>
            <a:ext cx="732728" cy="730934"/>
            <a:chOff x="-59029025" y="3711650"/>
            <a:chExt cx="316650" cy="315875"/>
          </a:xfrm>
        </p:grpSpPr>
        <p:sp>
          <p:nvSpPr>
            <p:cNvPr id="7428" name="Google Shape;7428;p145"/>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29" name="Google Shape;7429;p145"/>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30" name="Google Shape;7430;p145"/>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31" name="Google Shape;7431;p145"/>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32" name="Google Shape;7432;p145"/>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33" name="Google Shape;7433;p145"/>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34" name="Google Shape;7434;p145"/>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35" name="Google Shape;7435;p145"/>
          <p:cNvGrpSpPr/>
          <p:nvPr/>
        </p:nvGrpSpPr>
        <p:grpSpPr>
          <a:xfrm>
            <a:off x="9718622" y="3064634"/>
            <a:ext cx="703880" cy="696376"/>
            <a:chOff x="581525" y="3254850"/>
            <a:chExt cx="297750" cy="294575"/>
          </a:xfrm>
        </p:grpSpPr>
        <p:sp>
          <p:nvSpPr>
            <p:cNvPr id="7436" name="Google Shape;7436;p145"/>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37" name="Google Shape;7437;p145"/>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38" name="Google Shape;7438;p145"/>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39" name="Google Shape;7439;p145"/>
          <p:cNvGrpSpPr/>
          <p:nvPr/>
        </p:nvGrpSpPr>
        <p:grpSpPr>
          <a:xfrm>
            <a:off x="9716760" y="3942507"/>
            <a:ext cx="707604" cy="702994"/>
            <a:chOff x="580725" y="3617925"/>
            <a:chExt cx="299325" cy="297375"/>
          </a:xfrm>
        </p:grpSpPr>
        <p:sp>
          <p:nvSpPr>
            <p:cNvPr id="7440" name="Google Shape;7440;p145"/>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41" name="Google Shape;7441;p145"/>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42" name="Google Shape;7442;p145"/>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43" name="Google Shape;7443;p145"/>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44" name="Google Shape;7444;p145"/>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45" name="Google Shape;7445;p145"/>
          <p:cNvGrpSpPr/>
          <p:nvPr/>
        </p:nvGrpSpPr>
        <p:grpSpPr>
          <a:xfrm>
            <a:off x="9720485" y="4836887"/>
            <a:ext cx="700158" cy="700158"/>
            <a:chOff x="583100" y="3982600"/>
            <a:chExt cx="296175" cy="296175"/>
          </a:xfrm>
        </p:grpSpPr>
        <p:sp>
          <p:nvSpPr>
            <p:cNvPr id="7446" name="Google Shape;7446;p145"/>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47" name="Google Shape;7447;p145"/>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48" name="Google Shape;7448;p145"/>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49" name="Google Shape;7449;p145"/>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50" name="Google Shape;7450;p145"/>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51" name="Google Shape;7451;p145"/>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52" name="Google Shape;7452;p145"/>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53" name="Google Shape;7453;p145"/>
          <p:cNvGrpSpPr/>
          <p:nvPr/>
        </p:nvGrpSpPr>
        <p:grpSpPr>
          <a:xfrm>
            <a:off x="14185713" y="3064134"/>
            <a:ext cx="614462" cy="697380"/>
            <a:chOff x="2423775" y="3226875"/>
            <a:chExt cx="259925" cy="295000"/>
          </a:xfrm>
        </p:grpSpPr>
        <p:sp>
          <p:nvSpPr>
            <p:cNvPr id="7454" name="Google Shape;7454;p145"/>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55" name="Google Shape;7455;p145"/>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56" name="Google Shape;7456;p145"/>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57" name="Google Shape;7457;p145"/>
          <p:cNvGrpSpPr/>
          <p:nvPr/>
        </p:nvGrpSpPr>
        <p:grpSpPr>
          <a:xfrm>
            <a:off x="14140087" y="3946705"/>
            <a:ext cx="705714" cy="694602"/>
            <a:chOff x="2404875" y="3592725"/>
            <a:chExt cx="298525" cy="293825"/>
          </a:xfrm>
        </p:grpSpPr>
        <p:sp>
          <p:nvSpPr>
            <p:cNvPr id="7458" name="Google Shape;7458;p145"/>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59" name="Google Shape;7459;p145"/>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60" name="Google Shape;7460;p145"/>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61" name="Google Shape;7461;p145"/>
          <p:cNvGrpSpPr/>
          <p:nvPr/>
        </p:nvGrpSpPr>
        <p:grpSpPr>
          <a:xfrm>
            <a:off x="14141949" y="4837835"/>
            <a:ext cx="701990" cy="698266"/>
            <a:chOff x="2404875" y="3955825"/>
            <a:chExt cx="296950" cy="295375"/>
          </a:xfrm>
        </p:grpSpPr>
        <p:sp>
          <p:nvSpPr>
            <p:cNvPr id="7462" name="Google Shape;7462;p145"/>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63" name="Google Shape;7463;p145"/>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64" name="Google Shape;7464;p145"/>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65" name="Google Shape;7465;p145"/>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66" name="Google Shape;7466;p145"/>
          <p:cNvGrpSpPr/>
          <p:nvPr/>
        </p:nvGrpSpPr>
        <p:grpSpPr>
          <a:xfrm>
            <a:off x="11529909" y="5766223"/>
            <a:ext cx="698326" cy="700158"/>
            <a:chOff x="4263650" y="3235150"/>
            <a:chExt cx="295400" cy="296175"/>
          </a:xfrm>
        </p:grpSpPr>
        <p:sp>
          <p:nvSpPr>
            <p:cNvPr id="7467" name="Google Shape;7467;p145"/>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68" name="Google Shape;7468;p145"/>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69" name="Google Shape;7469;p145"/>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70" name="Google Shape;7470;p145"/>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71" name="Google Shape;7471;p145"/>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72" name="Google Shape;7472;p145"/>
          <p:cNvGrpSpPr/>
          <p:nvPr/>
        </p:nvGrpSpPr>
        <p:grpSpPr>
          <a:xfrm>
            <a:off x="11525268" y="6684545"/>
            <a:ext cx="707604" cy="655478"/>
            <a:chOff x="4266025" y="3609275"/>
            <a:chExt cx="299325" cy="277275"/>
          </a:xfrm>
        </p:grpSpPr>
        <p:sp>
          <p:nvSpPr>
            <p:cNvPr id="7473" name="Google Shape;7473;p145"/>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74" name="Google Shape;7474;p145"/>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75" name="Google Shape;7475;p145"/>
          <p:cNvGrpSpPr/>
          <p:nvPr/>
        </p:nvGrpSpPr>
        <p:grpSpPr>
          <a:xfrm>
            <a:off x="11526184" y="7615319"/>
            <a:ext cx="705772" cy="698266"/>
            <a:chOff x="4263650" y="3963700"/>
            <a:chExt cx="298550" cy="295375"/>
          </a:xfrm>
        </p:grpSpPr>
        <p:sp>
          <p:nvSpPr>
            <p:cNvPr id="7476" name="Google Shape;7476;p145"/>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77" name="Google Shape;7477;p145"/>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78" name="Google Shape;7478;p145"/>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79" name="Google Shape;7479;p145"/>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80" name="Google Shape;7480;p145"/>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81" name="Google Shape;7481;p145"/>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82" name="Google Shape;7482;p145"/>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83" name="Google Shape;7483;p145"/>
          <p:cNvGrpSpPr/>
          <p:nvPr/>
        </p:nvGrpSpPr>
        <p:grpSpPr>
          <a:xfrm>
            <a:off x="16082858" y="5766223"/>
            <a:ext cx="452528" cy="700158"/>
            <a:chOff x="6164975" y="3211525"/>
            <a:chExt cx="191425" cy="296175"/>
          </a:xfrm>
        </p:grpSpPr>
        <p:sp>
          <p:nvSpPr>
            <p:cNvPr id="7484" name="Google Shape;7484;p145"/>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85" name="Google Shape;7485;p145"/>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86" name="Google Shape;7486;p145"/>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87" name="Google Shape;7487;p145"/>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88" name="Google Shape;7488;p145"/>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89" name="Google Shape;7489;p145"/>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90" name="Google Shape;7490;p145"/>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91" name="Google Shape;7491;p145"/>
          <p:cNvGrpSpPr/>
          <p:nvPr/>
        </p:nvGrpSpPr>
        <p:grpSpPr>
          <a:xfrm>
            <a:off x="10606932" y="3062775"/>
            <a:ext cx="705772" cy="700098"/>
            <a:chOff x="946175" y="3253275"/>
            <a:chExt cx="298550" cy="296150"/>
          </a:xfrm>
        </p:grpSpPr>
        <p:sp>
          <p:nvSpPr>
            <p:cNvPr id="7492" name="Google Shape;7492;p145"/>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93" name="Google Shape;7493;p145"/>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94" name="Google Shape;7494;p145"/>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95" name="Google Shape;7495;p145"/>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96" name="Google Shape;7496;p145"/>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497" name="Google Shape;7497;p145"/>
          <p:cNvGrpSpPr/>
          <p:nvPr/>
        </p:nvGrpSpPr>
        <p:grpSpPr>
          <a:xfrm>
            <a:off x="10608794" y="3946703"/>
            <a:ext cx="702048" cy="694602"/>
            <a:chOff x="946175" y="3619500"/>
            <a:chExt cx="296975" cy="293825"/>
          </a:xfrm>
        </p:grpSpPr>
        <p:sp>
          <p:nvSpPr>
            <p:cNvPr id="7498" name="Google Shape;7498;p145"/>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499" name="Google Shape;7499;p145"/>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00" name="Google Shape;7500;p145"/>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01" name="Google Shape;7501;p145"/>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02" name="Google Shape;7502;p145"/>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03" name="Google Shape;7503;p145"/>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04" name="Google Shape;7504;p145"/>
          <p:cNvGrpSpPr/>
          <p:nvPr/>
        </p:nvGrpSpPr>
        <p:grpSpPr>
          <a:xfrm>
            <a:off x="10607878" y="4835971"/>
            <a:ext cx="703880" cy="701990"/>
            <a:chOff x="944600" y="3981825"/>
            <a:chExt cx="297750" cy="296950"/>
          </a:xfrm>
        </p:grpSpPr>
        <p:sp>
          <p:nvSpPr>
            <p:cNvPr id="7505" name="Google Shape;7505;p145"/>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06" name="Google Shape;7506;p145"/>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07" name="Google Shape;7507;p145"/>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08" name="Google Shape;7508;p145"/>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09" name="Google Shape;7509;p145"/>
          <p:cNvGrpSpPr/>
          <p:nvPr/>
        </p:nvGrpSpPr>
        <p:grpSpPr>
          <a:xfrm>
            <a:off x="15041751" y="3063691"/>
            <a:ext cx="700158" cy="698266"/>
            <a:chOff x="2768750" y="3227275"/>
            <a:chExt cx="296175" cy="295375"/>
          </a:xfrm>
        </p:grpSpPr>
        <p:sp>
          <p:nvSpPr>
            <p:cNvPr id="7510" name="Google Shape;7510;p145"/>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11" name="Google Shape;7511;p145"/>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12" name="Google Shape;7512;p145"/>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13" name="Google Shape;7513;p145"/>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14" name="Google Shape;7514;p145"/>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15" name="Google Shape;7515;p145"/>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16" name="Google Shape;7516;p145"/>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17" name="Google Shape;7517;p145"/>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18" name="Google Shape;7518;p145"/>
          <p:cNvGrpSpPr/>
          <p:nvPr/>
        </p:nvGrpSpPr>
        <p:grpSpPr>
          <a:xfrm>
            <a:off x="15083653" y="3945434"/>
            <a:ext cx="616354" cy="697144"/>
            <a:chOff x="2786075" y="3591800"/>
            <a:chExt cx="260725" cy="294900"/>
          </a:xfrm>
        </p:grpSpPr>
        <p:sp>
          <p:nvSpPr>
            <p:cNvPr id="7519" name="Google Shape;7519;p145"/>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20" name="Google Shape;7520;p145"/>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21" name="Google Shape;7521;p145"/>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22" name="Google Shape;7522;p145"/>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23" name="Google Shape;7523;p145"/>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24" name="Google Shape;7524;p145"/>
          <p:cNvGrpSpPr/>
          <p:nvPr/>
        </p:nvGrpSpPr>
        <p:grpSpPr>
          <a:xfrm>
            <a:off x="15164648" y="4836889"/>
            <a:ext cx="454360" cy="700158"/>
            <a:chOff x="2819150" y="3955025"/>
            <a:chExt cx="192200" cy="296175"/>
          </a:xfrm>
        </p:grpSpPr>
        <p:sp>
          <p:nvSpPr>
            <p:cNvPr id="7525" name="Google Shape;7525;p145"/>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26" name="Google Shape;7526;p145"/>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27" name="Google Shape;7527;p145"/>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28" name="Google Shape;7528;p145"/>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29" name="Google Shape;7529;p145"/>
          <p:cNvGrpSpPr/>
          <p:nvPr/>
        </p:nvGrpSpPr>
        <p:grpSpPr>
          <a:xfrm>
            <a:off x="12412195" y="5768085"/>
            <a:ext cx="698266" cy="696434"/>
            <a:chOff x="4629125" y="3235150"/>
            <a:chExt cx="295375" cy="294600"/>
          </a:xfrm>
        </p:grpSpPr>
        <p:sp>
          <p:nvSpPr>
            <p:cNvPr id="7530" name="Google Shape;7530;p145"/>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31" name="Google Shape;7531;p145"/>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32" name="Google Shape;7532;p145"/>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33" name="Google Shape;7533;p145"/>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34" name="Google Shape;7534;p145"/>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35" name="Google Shape;7535;p145"/>
          <p:cNvGrpSpPr/>
          <p:nvPr/>
        </p:nvGrpSpPr>
        <p:grpSpPr>
          <a:xfrm>
            <a:off x="12412165" y="6663151"/>
            <a:ext cx="698326" cy="698266"/>
            <a:chOff x="4628325" y="3599825"/>
            <a:chExt cx="295400" cy="295375"/>
          </a:xfrm>
        </p:grpSpPr>
        <p:sp>
          <p:nvSpPr>
            <p:cNvPr id="7536" name="Google Shape;7536;p145"/>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37" name="Google Shape;7537;p145"/>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38" name="Google Shape;7538;p145"/>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39" name="Google Shape;7539;p145"/>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40" name="Google Shape;7540;p145"/>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41" name="Google Shape;7541;p145"/>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42" name="Google Shape;7542;p145"/>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43" name="Google Shape;7543;p145"/>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44" name="Google Shape;7544;p145"/>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45" name="Google Shape;7545;p145"/>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46" name="Google Shape;7546;p145"/>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47" name="Google Shape;7547;p145"/>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48" name="Google Shape;7548;p145"/>
          <p:cNvGrpSpPr/>
          <p:nvPr/>
        </p:nvGrpSpPr>
        <p:grpSpPr>
          <a:xfrm>
            <a:off x="12454067" y="7614373"/>
            <a:ext cx="614522" cy="700158"/>
            <a:chOff x="4645650" y="3962900"/>
            <a:chExt cx="259950" cy="296175"/>
          </a:xfrm>
        </p:grpSpPr>
        <p:sp>
          <p:nvSpPr>
            <p:cNvPr id="7549" name="Google Shape;7549;p145"/>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50" name="Google Shape;7550;p145"/>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51" name="Google Shape;7551;p145"/>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52" name="Google Shape;7552;p145"/>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53" name="Google Shape;7553;p145"/>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54" name="Google Shape;7554;p145"/>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55" name="Google Shape;7555;p145"/>
          <p:cNvGrpSpPr/>
          <p:nvPr/>
        </p:nvGrpSpPr>
        <p:grpSpPr>
          <a:xfrm>
            <a:off x="15959989" y="6664096"/>
            <a:ext cx="698266" cy="696376"/>
            <a:chOff x="6143725" y="3582500"/>
            <a:chExt cx="295375" cy="294575"/>
          </a:xfrm>
        </p:grpSpPr>
        <p:sp>
          <p:nvSpPr>
            <p:cNvPr id="7556" name="Google Shape;7556;p145"/>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57" name="Google Shape;7557;p145"/>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58" name="Google Shape;7558;p145"/>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59" name="Google Shape;7559;p145"/>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60" name="Google Shape;7560;p145"/>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61" name="Google Shape;7561;p145"/>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62" name="Google Shape;7562;p145"/>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63" name="Google Shape;7563;p145"/>
          <p:cNvGrpSpPr/>
          <p:nvPr/>
        </p:nvGrpSpPr>
        <p:grpSpPr>
          <a:xfrm>
            <a:off x="11497641" y="3062775"/>
            <a:ext cx="701990" cy="700098"/>
            <a:chOff x="1310075" y="3253275"/>
            <a:chExt cx="296950" cy="296150"/>
          </a:xfrm>
        </p:grpSpPr>
        <p:sp>
          <p:nvSpPr>
            <p:cNvPr id="7564" name="Google Shape;7564;p145"/>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65" name="Google Shape;7565;p145"/>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66" name="Google Shape;7566;p145"/>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567" name="Google Shape;7567;p145"/>
          <p:cNvSpPr/>
          <p:nvPr/>
        </p:nvSpPr>
        <p:spPr>
          <a:xfrm>
            <a:off x="11500483" y="3946950"/>
            <a:ext cx="696434" cy="694544"/>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568" name="Google Shape;7568;p145"/>
          <p:cNvGrpSpPr/>
          <p:nvPr/>
        </p:nvGrpSpPr>
        <p:grpSpPr>
          <a:xfrm>
            <a:off x="11496695" y="4835293"/>
            <a:ext cx="703882" cy="703350"/>
            <a:chOff x="1310075" y="3980250"/>
            <a:chExt cx="297750" cy="297525"/>
          </a:xfrm>
        </p:grpSpPr>
        <p:sp>
          <p:nvSpPr>
            <p:cNvPr id="7569" name="Google Shape;7569;p145"/>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70" name="Google Shape;7570;p145"/>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71" name="Google Shape;7571;p145"/>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72" name="Google Shape;7572;p145"/>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73" name="Google Shape;7573;p145"/>
          <p:cNvGrpSpPr/>
          <p:nvPr/>
        </p:nvGrpSpPr>
        <p:grpSpPr>
          <a:xfrm>
            <a:off x="16026273" y="3063691"/>
            <a:ext cx="532610" cy="698266"/>
            <a:chOff x="3167275" y="3227275"/>
            <a:chExt cx="225300" cy="295375"/>
          </a:xfrm>
        </p:grpSpPr>
        <p:sp>
          <p:nvSpPr>
            <p:cNvPr id="7574" name="Google Shape;7574;p145"/>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75" name="Google Shape;7575;p145"/>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76" name="Google Shape;7576;p145"/>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77" name="Google Shape;7577;p145"/>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78" name="Google Shape;7578;p145"/>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579" name="Google Shape;7579;p145"/>
          <p:cNvSpPr/>
          <p:nvPr/>
        </p:nvSpPr>
        <p:spPr>
          <a:xfrm>
            <a:off x="15924949" y="3943462"/>
            <a:ext cx="735558" cy="701516"/>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580" name="Google Shape;7580;p145"/>
          <p:cNvGrpSpPr/>
          <p:nvPr/>
        </p:nvGrpSpPr>
        <p:grpSpPr>
          <a:xfrm>
            <a:off x="15940636" y="4837805"/>
            <a:ext cx="703880" cy="698326"/>
            <a:chOff x="3133425" y="3955025"/>
            <a:chExt cx="297750" cy="295400"/>
          </a:xfrm>
        </p:grpSpPr>
        <p:sp>
          <p:nvSpPr>
            <p:cNvPr id="7581" name="Google Shape;7581;p145"/>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82" name="Google Shape;7582;p145"/>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83" name="Google Shape;7583;p145"/>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84" name="Google Shape;7584;p145"/>
          <p:cNvGrpSpPr/>
          <p:nvPr/>
        </p:nvGrpSpPr>
        <p:grpSpPr>
          <a:xfrm>
            <a:off x="13300983" y="5764980"/>
            <a:ext cx="700158" cy="702640"/>
            <a:chOff x="4991425" y="3234750"/>
            <a:chExt cx="296175" cy="297225"/>
          </a:xfrm>
        </p:grpSpPr>
        <p:sp>
          <p:nvSpPr>
            <p:cNvPr id="7585" name="Google Shape;7585;p145"/>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86" name="Google Shape;7586;p145"/>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87" name="Google Shape;7587;p145"/>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88" name="Google Shape;7588;p145"/>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89" name="Google Shape;7589;p145"/>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90" name="Google Shape;7590;p145"/>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91" name="Google Shape;7591;p145"/>
          <p:cNvGrpSpPr/>
          <p:nvPr/>
        </p:nvGrpSpPr>
        <p:grpSpPr>
          <a:xfrm>
            <a:off x="13300983" y="6704107"/>
            <a:ext cx="700158" cy="616354"/>
            <a:chOff x="4991425" y="3617150"/>
            <a:chExt cx="296175" cy="260725"/>
          </a:xfrm>
        </p:grpSpPr>
        <p:sp>
          <p:nvSpPr>
            <p:cNvPr id="7592" name="Google Shape;7592;p145"/>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93" name="Google Shape;7593;p145"/>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94" name="Google Shape;7594;p145"/>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95" name="Google Shape;7595;p145"/>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96" name="Google Shape;7596;p145"/>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97" name="Google Shape;7597;p145"/>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598" name="Google Shape;7598;p145"/>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599" name="Google Shape;7599;p145"/>
          <p:cNvGrpSpPr/>
          <p:nvPr/>
        </p:nvGrpSpPr>
        <p:grpSpPr>
          <a:xfrm>
            <a:off x="13455528" y="7615289"/>
            <a:ext cx="391064" cy="698326"/>
            <a:chOff x="5056800" y="3962900"/>
            <a:chExt cx="165425" cy="295400"/>
          </a:xfrm>
        </p:grpSpPr>
        <p:sp>
          <p:nvSpPr>
            <p:cNvPr id="7600" name="Google Shape;7600;p145"/>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01" name="Google Shape;7601;p145"/>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02" name="Google Shape;7602;p145"/>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03" name="Google Shape;7603;p145"/>
          <p:cNvGrpSpPr/>
          <p:nvPr/>
        </p:nvGrpSpPr>
        <p:grpSpPr>
          <a:xfrm>
            <a:off x="15958125" y="7615321"/>
            <a:ext cx="701990" cy="698266"/>
            <a:chOff x="6168925" y="3936925"/>
            <a:chExt cx="296950" cy="295375"/>
          </a:xfrm>
        </p:grpSpPr>
        <p:sp>
          <p:nvSpPr>
            <p:cNvPr id="7604" name="Google Shape;7604;p145"/>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05" name="Google Shape;7605;p145"/>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06" name="Google Shape;7606;p145"/>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07" name="Google Shape;7607;p145"/>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08" name="Google Shape;7608;p145"/>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09" name="Google Shape;7609;p145"/>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10" name="Google Shape;7610;p145"/>
          <p:cNvGrpSpPr/>
          <p:nvPr/>
        </p:nvGrpSpPr>
        <p:grpSpPr>
          <a:xfrm>
            <a:off x="12385512" y="3063691"/>
            <a:ext cx="696376" cy="698266"/>
            <a:chOff x="1674750" y="3254050"/>
            <a:chExt cx="294575" cy="295375"/>
          </a:xfrm>
        </p:grpSpPr>
        <p:sp>
          <p:nvSpPr>
            <p:cNvPr id="7611" name="Google Shape;7611;p145"/>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12" name="Google Shape;7612;p145"/>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13" name="Google Shape;7613;p145"/>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14" name="Google Shape;7614;p145"/>
          <p:cNvGrpSpPr/>
          <p:nvPr/>
        </p:nvGrpSpPr>
        <p:grpSpPr>
          <a:xfrm>
            <a:off x="12414355" y="3944871"/>
            <a:ext cx="638694" cy="698266"/>
            <a:chOff x="1687350" y="3618725"/>
            <a:chExt cx="270175" cy="295375"/>
          </a:xfrm>
        </p:grpSpPr>
        <p:sp>
          <p:nvSpPr>
            <p:cNvPr id="7615" name="Google Shape;7615;p145"/>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16" name="Google Shape;7616;p145"/>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17" name="Google Shape;7617;p145"/>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18" name="Google Shape;7618;p145"/>
          <p:cNvGrpSpPr/>
          <p:nvPr/>
        </p:nvGrpSpPr>
        <p:grpSpPr>
          <a:xfrm>
            <a:off x="12381760" y="4837833"/>
            <a:ext cx="703880" cy="698266"/>
            <a:chOff x="1672375" y="3982600"/>
            <a:chExt cx="297750" cy="295375"/>
          </a:xfrm>
        </p:grpSpPr>
        <p:sp>
          <p:nvSpPr>
            <p:cNvPr id="7619" name="Google Shape;7619;p145"/>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20" name="Google Shape;7620;p145"/>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21" name="Google Shape;7621;p145"/>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22" name="Google Shape;7622;p145"/>
          <p:cNvGrpSpPr/>
          <p:nvPr/>
        </p:nvGrpSpPr>
        <p:grpSpPr>
          <a:xfrm>
            <a:off x="9765745" y="5766223"/>
            <a:ext cx="700158" cy="700158"/>
            <a:chOff x="3497300" y="3227275"/>
            <a:chExt cx="296175" cy="296175"/>
          </a:xfrm>
        </p:grpSpPr>
        <p:sp>
          <p:nvSpPr>
            <p:cNvPr id="7623" name="Google Shape;7623;p145"/>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24" name="Google Shape;7624;p145"/>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25" name="Google Shape;7625;p145"/>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26" name="Google Shape;7626;p145"/>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27" name="Google Shape;7627;p145"/>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28" name="Google Shape;7628;p145"/>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29" name="Google Shape;7629;p145"/>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30" name="Google Shape;7630;p145"/>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31" name="Google Shape;7631;p145"/>
          <p:cNvGrpSpPr/>
          <p:nvPr/>
        </p:nvGrpSpPr>
        <p:grpSpPr>
          <a:xfrm>
            <a:off x="9766691" y="6665012"/>
            <a:ext cx="698266" cy="694544"/>
            <a:chOff x="3497300" y="3591950"/>
            <a:chExt cx="295375" cy="293800"/>
          </a:xfrm>
        </p:grpSpPr>
        <p:sp>
          <p:nvSpPr>
            <p:cNvPr id="7632" name="Google Shape;7632;p145"/>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33" name="Google Shape;7633;p145"/>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34" name="Google Shape;7634;p145"/>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35" name="Google Shape;7635;p145"/>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36" name="Google Shape;7636;p145"/>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37" name="Google Shape;7637;p145"/>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38" name="Google Shape;7638;p145"/>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39" name="Google Shape;7639;p145"/>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40" name="Google Shape;7640;p145"/>
          <p:cNvGrpSpPr/>
          <p:nvPr/>
        </p:nvGrpSpPr>
        <p:grpSpPr>
          <a:xfrm>
            <a:off x="9766691" y="7615289"/>
            <a:ext cx="698266" cy="698326"/>
            <a:chOff x="3497300" y="3955025"/>
            <a:chExt cx="295375" cy="295400"/>
          </a:xfrm>
        </p:grpSpPr>
        <p:sp>
          <p:nvSpPr>
            <p:cNvPr id="7641" name="Google Shape;7641;p145"/>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42" name="Google Shape;7642;p145"/>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43" name="Google Shape;7643;p145"/>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44" name="Google Shape;7644;p145"/>
          <p:cNvGrpSpPr/>
          <p:nvPr/>
        </p:nvGrpSpPr>
        <p:grpSpPr>
          <a:xfrm>
            <a:off x="14215835" y="5767671"/>
            <a:ext cx="655478" cy="697262"/>
            <a:chOff x="5364750" y="3235150"/>
            <a:chExt cx="277275" cy="294950"/>
          </a:xfrm>
        </p:grpSpPr>
        <p:sp>
          <p:nvSpPr>
            <p:cNvPr id="7645" name="Google Shape;7645;p145"/>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46" name="Google Shape;7646;p145"/>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47" name="Google Shape;7647;p145"/>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48" name="Google Shape;7648;p145"/>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49" name="Google Shape;7649;p145"/>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50" name="Google Shape;7650;p145"/>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51" name="Google Shape;7651;p145"/>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52" name="Google Shape;7652;p145"/>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53" name="Google Shape;7653;p145"/>
          <p:cNvGrpSpPr/>
          <p:nvPr/>
        </p:nvGrpSpPr>
        <p:grpSpPr>
          <a:xfrm>
            <a:off x="14192548" y="6660342"/>
            <a:ext cx="702048" cy="703880"/>
            <a:chOff x="5355300" y="3598250"/>
            <a:chExt cx="296975" cy="297750"/>
          </a:xfrm>
        </p:grpSpPr>
        <p:sp>
          <p:nvSpPr>
            <p:cNvPr id="7654" name="Google Shape;7654;p145"/>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55" name="Google Shape;7655;p145"/>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56" name="Google Shape;7656;p145"/>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57" name="Google Shape;7657;p145"/>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58" name="Google Shape;7658;p145"/>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59" name="Google Shape;7659;p145"/>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60" name="Google Shape;7660;p145"/>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61" name="Google Shape;7661;p145"/>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62" name="Google Shape;7662;p145"/>
          <p:cNvGrpSpPr/>
          <p:nvPr/>
        </p:nvGrpSpPr>
        <p:grpSpPr>
          <a:xfrm>
            <a:off x="14200940" y="7738186"/>
            <a:ext cx="685264" cy="452528"/>
            <a:chOff x="5358450" y="4015675"/>
            <a:chExt cx="289875" cy="191425"/>
          </a:xfrm>
        </p:grpSpPr>
        <p:sp>
          <p:nvSpPr>
            <p:cNvPr id="7663" name="Google Shape;7663;p145"/>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64" name="Google Shape;7664;p145"/>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65" name="Google Shape;7665;p145"/>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66" name="Google Shape;7666;p145"/>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67" name="Google Shape;7667;p145"/>
          <p:cNvGrpSpPr/>
          <p:nvPr/>
        </p:nvGrpSpPr>
        <p:grpSpPr>
          <a:xfrm>
            <a:off x="12453906" y="8503248"/>
            <a:ext cx="702048" cy="650928"/>
            <a:chOff x="6543825" y="3202075"/>
            <a:chExt cx="296975" cy="275350"/>
          </a:xfrm>
        </p:grpSpPr>
        <p:sp>
          <p:nvSpPr>
            <p:cNvPr id="7668" name="Google Shape;7668;p145"/>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69" name="Google Shape;7669;p145"/>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70" name="Google Shape;7670;p145"/>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71" name="Google Shape;7671;p145"/>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72" name="Google Shape;7672;p145"/>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73" name="Google Shape;7673;p145"/>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74" name="Google Shape;7674;p145"/>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75" name="Google Shape;7675;p145"/>
          <p:cNvGrpSpPr/>
          <p:nvPr/>
        </p:nvGrpSpPr>
        <p:grpSpPr>
          <a:xfrm>
            <a:off x="13267869" y="3062745"/>
            <a:ext cx="700158" cy="700158"/>
            <a:chOff x="2037825" y="3254050"/>
            <a:chExt cx="296175" cy="296175"/>
          </a:xfrm>
        </p:grpSpPr>
        <p:sp>
          <p:nvSpPr>
            <p:cNvPr id="7676" name="Google Shape;7676;p145"/>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77" name="Google Shape;7677;p145"/>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78" name="Google Shape;7678;p145"/>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79" name="Google Shape;7679;p145"/>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80" name="Google Shape;7680;p145"/>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81" name="Google Shape;7681;p145"/>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82" name="Google Shape;7682;p145"/>
          <p:cNvGrpSpPr/>
          <p:nvPr/>
        </p:nvGrpSpPr>
        <p:grpSpPr>
          <a:xfrm>
            <a:off x="13264144" y="3945078"/>
            <a:ext cx="707604" cy="697852"/>
            <a:chOff x="2034675" y="3617925"/>
            <a:chExt cx="299325" cy="295200"/>
          </a:xfrm>
        </p:grpSpPr>
        <p:sp>
          <p:nvSpPr>
            <p:cNvPr id="7683" name="Google Shape;7683;p145"/>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84" name="Google Shape;7684;p145"/>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85" name="Google Shape;7685;p145"/>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86" name="Google Shape;7686;p145"/>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87" name="Google Shape;7687;p145"/>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88" name="Google Shape;7688;p145"/>
          <p:cNvGrpSpPr/>
          <p:nvPr/>
        </p:nvGrpSpPr>
        <p:grpSpPr>
          <a:xfrm>
            <a:off x="13267869" y="4837833"/>
            <a:ext cx="700158" cy="698266"/>
            <a:chOff x="2037825" y="3981825"/>
            <a:chExt cx="296175" cy="295375"/>
          </a:xfrm>
        </p:grpSpPr>
        <p:sp>
          <p:nvSpPr>
            <p:cNvPr id="7689" name="Google Shape;7689;p145"/>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90" name="Google Shape;7690;p145"/>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91" name="Google Shape;7691;p145"/>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692" name="Google Shape;7692;p145"/>
          <p:cNvGrpSpPr/>
          <p:nvPr/>
        </p:nvGrpSpPr>
        <p:grpSpPr>
          <a:xfrm>
            <a:off x="10637905" y="5830465"/>
            <a:ext cx="700158" cy="571674"/>
            <a:chOff x="3860400" y="3254050"/>
            <a:chExt cx="296175" cy="241825"/>
          </a:xfrm>
        </p:grpSpPr>
        <p:sp>
          <p:nvSpPr>
            <p:cNvPr id="7693" name="Google Shape;7693;p145"/>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94" name="Google Shape;7694;p145"/>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95" name="Google Shape;7695;p145"/>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96" name="Google Shape;7696;p145"/>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97" name="Google Shape;7697;p145"/>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98" name="Google Shape;7698;p145"/>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699" name="Google Shape;7699;p145"/>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00" name="Google Shape;7700;p145"/>
          <p:cNvGrpSpPr/>
          <p:nvPr/>
        </p:nvGrpSpPr>
        <p:grpSpPr>
          <a:xfrm>
            <a:off x="10636958" y="6662205"/>
            <a:ext cx="702048" cy="700158"/>
            <a:chOff x="3859600" y="3591950"/>
            <a:chExt cx="296975" cy="296175"/>
          </a:xfrm>
        </p:grpSpPr>
        <p:sp>
          <p:nvSpPr>
            <p:cNvPr id="7701" name="Google Shape;7701;p145"/>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02" name="Google Shape;7702;p145"/>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03" name="Google Shape;7703;p145"/>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04" name="Google Shape;7704;p145"/>
          <p:cNvGrpSpPr/>
          <p:nvPr/>
        </p:nvGrpSpPr>
        <p:grpSpPr>
          <a:xfrm>
            <a:off x="10637905" y="7614373"/>
            <a:ext cx="700158" cy="700158"/>
            <a:chOff x="3860400" y="3955025"/>
            <a:chExt cx="296175" cy="296175"/>
          </a:xfrm>
        </p:grpSpPr>
        <p:sp>
          <p:nvSpPr>
            <p:cNvPr id="7705" name="Google Shape;7705;p145"/>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06" name="Google Shape;7706;p145"/>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07" name="Google Shape;7707;p145"/>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08" name="Google Shape;7708;p145"/>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09" name="Google Shape;7709;p145"/>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10" name="Google Shape;7710;p145"/>
          <p:cNvGrpSpPr/>
          <p:nvPr/>
        </p:nvGrpSpPr>
        <p:grpSpPr>
          <a:xfrm>
            <a:off x="15068334" y="5767169"/>
            <a:ext cx="711328" cy="698266"/>
            <a:chOff x="5716825" y="3235950"/>
            <a:chExt cx="300900" cy="295375"/>
          </a:xfrm>
        </p:grpSpPr>
        <p:sp>
          <p:nvSpPr>
            <p:cNvPr id="7711" name="Google Shape;7711;p145"/>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12" name="Google Shape;7712;p145"/>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13" name="Google Shape;7713;p145"/>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14" name="Google Shape;7714;p145"/>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15" name="Google Shape;7715;p145"/>
          <p:cNvGrpSpPr/>
          <p:nvPr/>
        </p:nvGrpSpPr>
        <p:grpSpPr>
          <a:xfrm>
            <a:off x="15094399" y="6684545"/>
            <a:ext cx="659202" cy="655478"/>
            <a:chOff x="5727850" y="3609275"/>
            <a:chExt cx="278850" cy="277275"/>
          </a:xfrm>
        </p:grpSpPr>
        <p:sp>
          <p:nvSpPr>
            <p:cNvPr id="7716" name="Google Shape;7716;p145"/>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17" name="Google Shape;7717;p145"/>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18" name="Google Shape;7718;p145"/>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19" name="Google Shape;7719;p145"/>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20" name="Google Shape;7720;p145"/>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21" name="Google Shape;7721;p145"/>
          <p:cNvGrpSpPr/>
          <p:nvPr/>
        </p:nvGrpSpPr>
        <p:grpSpPr>
          <a:xfrm>
            <a:off x="15116767" y="7615319"/>
            <a:ext cx="614462" cy="698266"/>
            <a:chOff x="5736525" y="3963700"/>
            <a:chExt cx="259925" cy="295375"/>
          </a:xfrm>
        </p:grpSpPr>
        <p:sp>
          <p:nvSpPr>
            <p:cNvPr id="7722" name="Google Shape;7722;p145"/>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23" name="Google Shape;7723;p145"/>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24" name="Google Shape;7724;p145"/>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25" name="Google Shape;7725;p145"/>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26" name="Google Shape;7726;p145"/>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27" name="Google Shape;7727;p145"/>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28" name="Google Shape;7728;p145"/>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29" name="Google Shape;7729;p145"/>
          <p:cNvGrpSpPr/>
          <p:nvPr/>
        </p:nvGrpSpPr>
        <p:grpSpPr>
          <a:xfrm>
            <a:off x="13299926" y="8513971"/>
            <a:ext cx="702048" cy="700158"/>
            <a:chOff x="6553275" y="3604550"/>
            <a:chExt cx="296975" cy="296175"/>
          </a:xfrm>
        </p:grpSpPr>
        <p:sp>
          <p:nvSpPr>
            <p:cNvPr id="7730" name="Google Shape;7730;p145"/>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31" name="Google Shape;7731;p145"/>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32" name="Google Shape;7732;p145"/>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33" name="Google Shape;7733;p145"/>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34" name="Google Shape;7734;p145"/>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35" name="Google Shape;7735;p145"/>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508" name="Google Shape;6832;p143">
            <a:extLst>
              <a:ext uri="{FF2B5EF4-FFF2-40B4-BE49-F238E27FC236}">
                <a16:creationId xmlns:a16="http://schemas.microsoft.com/office/drawing/2014/main" id="{88276541-5AE4-4777-9C17-46FD65A32DDF}"/>
              </a:ext>
            </a:extLst>
          </p:cNvPr>
          <p:cNvGrpSpPr/>
          <p:nvPr/>
        </p:nvGrpSpPr>
        <p:grpSpPr>
          <a:xfrm>
            <a:off x="7457952" y="1254738"/>
            <a:ext cx="678506" cy="678506"/>
            <a:chOff x="899850" y="4992125"/>
            <a:chExt cx="481825" cy="481825"/>
          </a:xfrm>
        </p:grpSpPr>
        <p:sp>
          <p:nvSpPr>
            <p:cNvPr id="509" name="Google Shape;6833;p143">
              <a:extLst>
                <a:ext uri="{FF2B5EF4-FFF2-40B4-BE49-F238E27FC236}">
                  <a16:creationId xmlns:a16="http://schemas.microsoft.com/office/drawing/2014/main" id="{43279BA2-9034-4B03-8330-11E2D416536D}"/>
                </a:ext>
              </a:extLst>
            </p:cNvPr>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510" name="Google Shape;6834;p143">
              <a:extLst>
                <a:ext uri="{FF2B5EF4-FFF2-40B4-BE49-F238E27FC236}">
                  <a16:creationId xmlns:a16="http://schemas.microsoft.com/office/drawing/2014/main" id="{F84B87C1-4BF7-4802-A1B4-38602DF4AD55}"/>
                </a:ext>
              </a:extLst>
            </p:cNvPr>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sp>
          <p:nvSpPr>
            <p:cNvPr id="511" name="Google Shape;6835;p143">
              <a:extLst>
                <a:ext uri="{FF2B5EF4-FFF2-40B4-BE49-F238E27FC236}">
                  <a16:creationId xmlns:a16="http://schemas.microsoft.com/office/drawing/2014/main" id="{A4F2FD03-56E8-4DE7-8924-5FC3EDB25ED4}"/>
                </a:ext>
              </a:extLst>
            </p:cNvPr>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182850" tIns="182850" rIns="182850" bIns="182850" anchor="ctr" anchorCtr="0">
              <a:noAutofit/>
            </a:bodyPr>
            <a:lstStyle/>
            <a:p>
              <a:endParaRPr sz="3600">
                <a:solidFill>
                  <a:srgbClr val="435D74"/>
                </a:solidFill>
              </a:endParaRPr>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739"/>
        <p:cNvGrpSpPr/>
        <p:nvPr/>
      </p:nvGrpSpPr>
      <p:grpSpPr>
        <a:xfrm>
          <a:off x="0" y="0"/>
          <a:ext cx="0" cy="0"/>
          <a:chOff x="0" y="0"/>
          <a:chExt cx="0" cy="0"/>
        </a:xfrm>
      </p:grpSpPr>
      <p:sp>
        <p:nvSpPr>
          <p:cNvPr id="7740" name="Google Shape;7740;p146"/>
          <p:cNvSpPr txBox="1">
            <a:spLocks noGrp="1"/>
          </p:cNvSpPr>
          <p:nvPr>
            <p:ph type="title" idx="4294967295"/>
          </p:nvPr>
        </p:nvSpPr>
        <p:spPr>
          <a:xfrm>
            <a:off x="1699350" y="1887600"/>
            <a:ext cx="69642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741" name="Google Shape;7741;p146"/>
          <p:cNvSpPr txBox="1">
            <a:spLocks noGrp="1"/>
          </p:cNvSpPr>
          <p:nvPr>
            <p:ph type="title" idx="4294967295"/>
          </p:nvPr>
        </p:nvSpPr>
        <p:spPr>
          <a:xfrm>
            <a:off x="9716800" y="1887600"/>
            <a:ext cx="69642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7742" name="Google Shape;7742;p146"/>
          <p:cNvGrpSpPr/>
          <p:nvPr/>
        </p:nvGrpSpPr>
        <p:grpSpPr>
          <a:xfrm>
            <a:off x="1754115" y="3065893"/>
            <a:ext cx="588802" cy="707290"/>
            <a:chOff x="-35814600" y="3202075"/>
            <a:chExt cx="242625" cy="291450"/>
          </a:xfrm>
        </p:grpSpPr>
        <p:sp>
          <p:nvSpPr>
            <p:cNvPr id="7743" name="Google Shape;7743;p146"/>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44" name="Google Shape;7744;p146"/>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45" name="Google Shape;7745;p146"/>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46" name="Google Shape;7746;p146"/>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47" name="Google Shape;7747;p146"/>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48" name="Google Shape;7748;p146"/>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49" name="Google Shape;7749;p146"/>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50" name="Google Shape;7750;p146"/>
          <p:cNvGrpSpPr/>
          <p:nvPr/>
        </p:nvGrpSpPr>
        <p:grpSpPr>
          <a:xfrm>
            <a:off x="1694871" y="3947732"/>
            <a:ext cx="707290" cy="707776"/>
            <a:chOff x="-35839800" y="3561025"/>
            <a:chExt cx="291450" cy="291650"/>
          </a:xfrm>
        </p:grpSpPr>
        <p:sp>
          <p:nvSpPr>
            <p:cNvPr id="7751" name="Google Shape;7751;p146"/>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52" name="Google Shape;7752;p146"/>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53" name="Google Shape;7753;p146"/>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54" name="Google Shape;7754;p146"/>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55" name="Google Shape;7755;p146"/>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56" name="Google Shape;7756;p146"/>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57" name="Google Shape;7757;p146"/>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758" name="Google Shape;7758;p146"/>
          <p:cNvSpPr/>
          <p:nvPr/>
        </p:nvSpPr>
        <p:spPr>
          <a:xfrm>
            <a:off x="1691719" y="4818809"/>
            <a:ext cx="711114" cy="707290"/>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759" name="Google Shape;7759;p146"/>
          <p:cNvGrpSpPr/>
          <p:nvPr/>
        </p:nvGrpSpPr>
        <p:grpSpPr>
          <a:xfrm>
            <a:off x="6169961" y="3065893"/>
            <a:ext cx="707290" cy="707290"/>
            <a:chOff x="-34003850" y="3227275"/>
            <a:chExt cx="291450" cy="291450"/>
          </a:xfrm>
        </p:grpSpPr>
        <p:sp>
          <p:nvSpPr>
            <p:cNvPr id="7760" name="Google Shape;7760;p146"/>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61" name="Google Shape;7761;p146"/>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62" name="Google Shape;7762;p146"/>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63" name="Google Shape;7763;p146"/>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64" name="Google Shape;7764;p146"/>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65" name="Google Shape;7765;p146"/>
          <p:cNvGrpSpPr/>
          <p:nvPr/>
        </p:nvGrpSpPr>
        <p:grpSpPr>
          <a:xfrm>
            <a:off x="6169020" y="3947277"/>
            <a:ext cx="709172" cy="708686"/>
            <a:chOff x="-34004625" y="3585850"/>
            <a:chExt cx="292225" cy="292025"/>
          </a:xfrm>
        </p:grpSpPr>
        <p:sp>
          <p:nvSpPr>
            <p:cNvPr id="7766" name="Google Shape;7766;p146"/>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67" name="Google Shape;7767;p146"/>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68" name="Google Shape;7768;p146"/>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69" name="Google Shape;7769;p146"/>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70" name="Google Shape;7770;p146"/>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71" name="Google Shape;7771;p146"/>
          <p:cNvGrpSpPr/>
          <p:nvPr/>
        </p:nvGrpSpPr>
        <p:grpSpPr>
          <a:xfrm>
            <a:off x="6168051" y="4817678"/>
            <a:ext cx="711114" cy="709232"/>
            <a:chOff x="-34005425" y="3945575"/>
            <a:chExt cx="293025" cy="292250"/>
          </a:xfrm>
        </p:grpSpPr>
        <p:sp>
          <p:nvSpPr>
            <p:cNvPr id="7772" name="Google Shape;7772;p146"/>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73" name="Google Shape;7773;p146"/>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74" name="Google Shape;7774;p146"/>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75" name="Google Shape;7775;p146"/>
          <p:cNvGrpSpPr/>
          <p:nvPr/>
        </p:nvGrpSpPr>
        <p:grpSpPr>
          <a:xfrm>
            <a:off x="3462248" y="5764031"/>
            <a:ext cx="716816" cy="711114"/>
            <a:chOff x="-32174975" y="3192625"/>
            <a:chExt cx="295375" cy="293025"/>
          </a:xfrm>
        </p:grpSpPr>
        <p:sp>
          <p:nvSpPr>
            <p:cNvPr id="7776" name="Google Shape;7776;p146"/>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77" name="Google Shape;7777;p146"/>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78" name="Google Shape;7778;p146"/>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79" name="Google Shape;7779;p146"/>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780" name="Google Shape;7780;p146"/>
          <p:cNvSpPr/>
          <p:nvPr/>
        </p:nvSpPr>
        <p:spPr>
          <a:xfrm>
            <a:off x="3456341" y="6706159"/>
            <a:ext cx="726402" cy="709718"/>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81" name="Google Shape;7781;p146"/>
          <p:cNvSpPr/>
          <p:nvPr/>
        </p:nvSpPr>
        <p:spPr>
          <a:xfrm>
            <a:off x="3465897" y="7636328"/>
            <a:ext cx="707290" cy="709172"/>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782" name="Google Shape;7782;p146"/>
          <p:cNvGrpSpPr/>
          <p:nvPr/>
        </p:nvGrpSpPr>
        <p:grpSpPr>
          <a:xfrm>
            <a:off x="7940548" y="5765941"/>
            <a:ext cx="709172" cy="707290"/>
            <a:chOff x="-30345325" y="3184750"/>
            <a:chExt cx="292225" cy="291450"/>
          </a:xfrm>
        </p:grpSpPr>
        <p:sp>
          <p:nvSpPr>
            <p:cNvPr id="7783" name="Google Shape;7783;p146"/>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84" name="Google Shape;7784;p146"/>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85" name="Google Shape;7785;p146"/>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86" name="Google Shape;7786;p146"/>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87" name="Google Shape;7787;p146"/>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88" name="Google Shape;7788;p146"/>
          <p:cNvGrpSpPr/>
          <p:nvPr/>
        </p:nvGrpSpPr>
        <p:grpSpPr>
          <a:xfrm>
            <a:off x="2590053" y="3065893"/>
            <a:ext cx="707290" cy="707290"/>
            <a:chOff x="-35481425" y="3202075"/>
            <a:chExt cx="291450" cy="291450"/>
          </a:xfrm>
        </p:grpSpPr>
        <p:sp>
          <p:nvSpPr>
            <p:cNvPr id="7789" name="Google Shape;7789;p146"/>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90" name="Google Shape;7790;p146"/>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91" name="Google Shape;7791;p146"/>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92" name="Google Shape;7792;p146"/>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93" name="Google Shape;7793;p146"/>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94" name="Google Shape;7794;p146"/>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95" name="Google Shape;7795;p146"/>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796" name="Google Shape;7796;p146"/>
          <p:cNvGrpSpPr/>
          <p:nvPr/>
        </p:nvGrpSpPr>
        <p:grpSpPr>
          <a:xfrm>
            <a:off x="2589112" y="3948945"/>
            <a:ext cx="709172" cy="705350"/>
            <a:chOff x="-35482200" y="3561225"/>
            <a:chExt cx="292225" cy="290650"/>
          </a:xfrm>
        </p:grpSpPr>
        <p:sp>
          <p:nvSpPr>
            <p:cNvPr id="7797" name="Google Shape;7797;p146"/>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98" name="Google Shape;7798;p146"/>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799" name="Google Shape;7799;p146"/>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00" name="Google Shape;7800;p146"/>
          <p:cNvGrpSpPr/>
          <p:nvPr/>
        </p:nvGrpSpPr>
        <p:grpSpPr>
          <a:xfrm>
            <a:off x="2590053" y="4818681"/>
            <a:ext cx="707290" cy="707230"/>
            <a:chOff x="-35481425" y="3919600"/>
            <a:chExt cx="291450" cy="291425"/>
          </a:xfrm>
        </p:grpSpPr>
        <p:sp>
          <p:nvSpPr>
            <p:cNvPr id="7801" name="Google Shape;7801;p146"/>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02" name="Google Shape;7802;p146"/>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03" name="Google Shape;7803;p146"/>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04" name="Google Shape;7804;p146"/>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05" name="Google Shape;7805;p146"/>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06" name="Google Shape;7806;p146"/>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07" name="Google Shape;7807;p146"/>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08" name="Google Shape;7808;p146"/>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09" name="Google Shape;7809;p146"/>
          <p:cNvGrpSpPr/>
          <p:nvPr/>
        </p:nvGrpSpPr>
        <p:grpSpPr>
          <a:xfrm>
            <a:off x="7061322" y="3066863"/>
            <a:ext cx="714936" cy="705350"/>
            <a:chOff x="-33645475" y="3228075"/>
            <a:chExt cx="294600" cy="290650"/>
          </a:xfrm>
        </p:grpSpPr>
        <p:sp>
          <p:nvSpPr>
            <p:cNvPr id="7810" name="Google Shape;7810;p146"/>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11" name="Google Shape;7811;p146"/>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12" name="Google Shape;7812;p146"/>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13" name="Google Shape;7813;p146"/>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14" name="Google Shape;7814;p146"/>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15" name="Google Shape;7815;p146"/>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16" name="Google Shape;7816;p146"/>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17" name="Google Shape;7817;p146"/>
          <p:cNvGrpSpPr/>
          <p:nvPr/>
        </p:nvGrpSpPr>
        <p:grpSpPr>
          <a:xfrm>
            <a:off x="7063262" y="3947032"/>
            <a:ext cx="711052" cy="709172"/>
            <a:chOff x="-33646250" y="3586425"/>
            <a:chExt cx="293000" cy="292225"/>
          </a:xfrm>
        </p:grpSpPr>
        <p:sp>
          <p:nvSpPr>
            <p:cNvPr id="7818" name="Google Shape;7818;p146"/>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19" name="Google Shape;7819;p146"/>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20" name="Google Shape;7820;p146"/>
          <p:cNvGrpSpPr/>
          <p:nvPr/>
        </p:nvGrpSpPr>
        <p:grpSpPr>
          <a:xfrm>
            <a:off x="7064202" y="4816739"/>
            <a:ext cx="709172" cy="711114"/>
            <a:chOff x="-33645475" y="3944800"/>
            <a:chExt cx="292225" cy="293025"/>
          </a:xfrm>
        </p:grpSpPr>
        <p:sp>
          <p:nvSpPr>
            <p:cNvPr id="7821" name="Google Shape;7821;p146"/>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22" name="Google Shape;7822;p146"/>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23" name="Google Shape;7823;p146"/>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24" name="Google Shape;7824;p146"/>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25" name="Google Shape;7825;p146"/>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26" name="Google Shape;7826;p146"/>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27" name="Google Shape;7827;p146"/>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28" name="Google Shape;7828;p146"/>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29" name="Google Shape;7829;p146"/>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30" name="Google Shape;7830;p146"/>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31" name="Google Shape;7831;p146"/>
          <p:cNvGrpSpPr/>
          <p:nvPr/>
        </p:nvGrpSpPr>
        <p:grpSpPr>
          <a:xfrm>
            <a:off x="4370641" y="5764213"/>
            <a:ext cx="705350" cy="710750"/>
            <a:chOff x="-31809525" y="3192625"/>
            <a:chExt cx="290650" cy="292875"/>
          </a:xfrm>
        </p:grpSpPr>
        <p:sp>
          <p:nvSpPr>
            <p:cNvPr id="7832" name="Google Shape;7832;p146"/>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33" name="Google Shape;7833;p146"/>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34" name="Google Shape;7834;p146"/>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35" name="Google Shape;7835;p146"/>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36" name="Google Shape;7836;p146"/>
          <p:cNvGrpSpPr/>
          <p:nvPr/>
        </p:nvGrpSpPr>
        <p:grpSpPr>
          <a:xfrm>
            <a:off x="4369671" y="6705317"/>
            <a:ext cx="707290" cy="711114"/>
            <a:chOff x="-31811100" y="3550975"/>
            <a:chExt cx="291450" cy="293025"/>
          </a:xfrm>
        </p:grpSpPr>
        <p:sp>
          <p:nvSpPr>
            <p:cNvPr id="7837" name="Google Shape;7837;p146"/>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38" name="Google Shape;7838;p146"/>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39" name="Google Shape;7839;p146"/>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40" name="Google Shape;7840;p146"/>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41" name="Google Shape;7841;p146"/>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42" name="Google Shape;7842;p146"/>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43" name="Google Shape;7843;p146"/>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44" name="Google Shape;7844;p146"/>
          <p:cNvGrpSpPr/>
          <p:nvPr/>
        </p:nvGrpSpPr>
        <p:grpSpPr>
          <a:xfrm>
            <a:off x="4357262" y="7633925"/>
            <a:ext cx="732104" cy="713662"/>
            <a:chOff x="-31817400" y="3910025"/>
            <a:chExt cx="301675" cy="294075"/>
          </a:xfrm>
        </p:grpSpPr>
        <p:sp>
          <p:nvSpPr>
            <p:cNvPr id="7845" name="Google Shape;7845;p146"/>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46" name="Google Shape;7846;p146"/>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47" name="Google Shape;7847;p146"/>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48" name="Google Shape;7848;p146"/>
          <p:cNvGrpSpPr/>
          <p:nvPr/>
        </p:nvGrpSpPr>
        <p:grpSpPr>
          <a:xfrm>
            <a:off x="7940518" y="6706286"/>
            <a:ext cx="709232" cy="709172"/>
            <a:chOff x="-30354000" y="3569100"/>
            <a:chExt cx="292250" cy="292225"/>
          </a:xfrm>
        </p:grpSpPr>
        <p:sp>
          <p:nvSpPr>
            <p:cNvPr id="7849" name="Google Shape;7849;p146"/>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50" name="Google Shape;7850;p146"/>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51" name="Google Shape;7851;p146"/>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52" name="Google Shape;7852;p146"/>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53" name="Google Shape;7853;p146"/>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54" name="Google Shape;7854;p146"/>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55" name="Google Shape;7855;p146"/>
          <p:cNvGrpSpPr/>
          <p:nvPr/>
        </p:nvGrpSpPr>
        <p:grpSpPr>
          <a:xfrm>
            <a:off x="3497674" y="3065893"/>
            <a:ext cx="684296" cy="707290"/>
            <a:chOff x="-35118325" y="3202075"/>
            <a:chExt cx="281975" cy="291450"/>
          </a:xfrm>
        </p:grpSpPr>
        <p:sp>
          <p:nvSpPr>
            <p:cNvPr id="7856" name="Google Shape;7856;p146"/>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57" name="Google Shape;7857;p146"/>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58" name="Google Shape;7858;p146"/>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59" name="Google Shape;7859;p146"/>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60" name="Google Shape;7860;p146"/>
          <p:cNvGrpSpPr/>
          <p:nvPr/>
        </p:nvGrpSpPr>
        <p:grpSpPr>
          <a:xfrm>
            <a:off x="3485236" y="3948399"/>
            <a:ext cx="709172" cy="706442"/>
            <a:chOff x="-35123050" y="3561225"/>
            <a:chExt cx="292225" cy="291100"/>
          </a:xfrm>
        </p:grpSpPr>
        <p:sp>
          <p:nvSpPr>
            <p:cNvPr id="7861" name="Google Shape;7861;p146"/>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62" name="Google Shape;7862;p146"/>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63" name="Google Shape;7863;p146"/>
          <p:cNvGrpSpPr/>
          <p:nvPr/>
        </p:nvGrpSpPr>
        <p:grpSpPr>
          <a:xfrm>
            <a:off x="3569355" y="4818681"/>
            <a:ext cx="540934" cy="707230"/>
            <a:chOff x="-35089175" y="3919600"/>
            <a:chExt cx="222900" cy="291425"/>
          </a:xfrm>
        </p:grpSpPr>
        <p:sp>
          <p:nvSpPr>
            <p:cNvPr id="7864" name="Google Shape;7864;p146"/>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65" name="Google Shape;7865;p146"/>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66" name="Google Shape;7866;p146"/>
          <p:cNvGrpSpPr/>
          <p:nvPr/>
        </p:nvGrpSpPr>
        <p:grpSpPr>
          <a:xfrm>
            <a:off x="7963347" y="3065407"/>
            <a:ext cx="672890" cy="708262"/>
            <a:chOff x="-33277650" y="3226875"/>
            <a:chExt cx="277275" cy="291850"/>
          </a:xfrm>
        </p:grpSpPr>
        <p:sp>
          <p:nvSpPr>
            <p:cNvPr id="7867" name="Google Shape;7867;p146"/>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68" name="Google Shape;7868;p146"/>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69" name="Google Shape;7869;p146"/>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70" name="Google Shape;7870;p146"/>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71" name="Google Shape;7871;p146"/>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72" name="Google Shape;7872;p146"/>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73" name="Google Shape;7873;p146"/>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74" name="Google Shape;7874;p146"/>
          <p:cNvGrpSpPr/>
          <p:nvPr/>
        </p:nvGrpSpPr>
        <p:grpSpPr>
          <a:xfrm>
            <a:off x="7946147" y="3947975"/>
            <a:ext cx="707290" cy="707290"/>
            <a:chOff x="-33286325" y="3586425"/>
            <a:chExt cx="291450" cy="291450"/>
          </a:xfrm>
        </p:grpSpPr>
        <p:sp>
          <p:nvSpPr>
            <p:cNvPr id="7875" name="Google Shape;7875;p146"/>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76" name="Google Shape;7876;p146"/>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77" name="Google Shape;7877;p146"/>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78" name="Google Shape;7878;p146"/>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79" name="Google Shape;7879;p146"/>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80" name="Google Shape;7880;p146"/>
          <p:cNvGrpSpPr/>
          <p:nvPr/>
        </p:nvGrpSpPr>
        <p:grpSpPr>
          <a:xfrm>
            <a:off x="7946147" y="4816739"/>
            <a:ext cx="707290" cy="711114"/>
            <a:chOff x="-33286325" y="3944800"/>
            <a:chExt cx="291450" cy="293025"/>
          </a:xfrm>
        </p:grpSpPr>
        <p:sp>
          <p:nvSpPr>
            <p:cNvPr id="7881" name="Google Shape;7881;p146"/>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82" name="Google Shape;7882;p146"/>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83" name="Google Shape;7883;p146"/>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84" name="Google Shape;7884;p146"/>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85" name="Google Shape;7885;p146"/>
          <p:cNvGrpSpPr/>
          <p:nvPr/>
        </p:nvGrpSpPr>
        <p:grpSpPr>
          <a:xfrm>
            <a:off x="5262941" y="5763059"/>
            <a:ext cx="707290" cy="713054"/>
            <a:chOff x="-31452725" y="3191825"/>
            <a:chExt cx="291450" cy="293825"/>
          </a:xfrm>
        </p:grpSpPr>
        <p:sp>
          <p:nvSpPr>
            <p:cNvPr id="7886" name="Google Shape;7886;p146"/>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87" name="Google Shape;7887;p146"/>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88" name="Google Shape;7888;p146"/>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89" name="Google Shape;7889;p146"/>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90" name="Google Shape;7890;p146"/>
          <p:cNvGrpSpPr/>
          <p:nvPr/>
        </p:nvGrpSpPr>
        <p:grpSpPr>
          <a:xfrm>
            <a:off x="5262000" y="6706288"/>
            <a:ext cx="709172" cy="709172"/>
            <a:chOff x="-31452725" y="3551775"/>
            <a:chExt cx="292225" cy="292225"/>
          </a:xfrm>
        </p:grpSpPr>
        <p:sp>
          <p:nvSpPr>
            <p:cNvPr id="7891" name="Google Shape;7891;p146"/>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92" name="Google Shape;7892;p146"/>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93" name="Google Shape;7893;p146"/>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94" name="Google Shape;7894;p146"/>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95" name="Google Shape;7895;p146"/>
          <p:cNvGrpSpPr/>
          <p:nvPr/>
        </p:nvGrpSpPr>
        <p:grpSpPr>
          <a:xfrm>
            <a:off x="5259118" y="7634259"/>
            <a:ext cx="714936" cy="712994"/>
            <a:chOff x="-31455100" y="3909350"/>
            <a:chExt cx="294600" cy="293800"/>
          </a:xfrm>
        </p:grpSpPr>
        <p:sp>
          <p:nvSpPr>
            <p:cNvPr id="7896" name="Google Shape;7896;p146"/>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897" name="Google Shape;7897;p146"/>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898" name="Google Shape;7898;p146"/>
          <p:cNvGrpSpPr/>
          <p:nvPr/>
        </p:nvGrpSpPr>
        <p:grpSpPr>
          <a:xfrm>
            <a:off x="7941489" y="7636168"/>
            <a:ext cx="707290" cy="709172"/>
            <a:chOff x="-30345325" y="3918800"/>
            <a:chExt cx="291450" cy="292225"/>
          </a:xfrm>
        </p:grpSpPr>
        <p:sp>
          <p:nvSpPr>
            <p:cNvPr id="7899" name="Google Shape;7899;p146"/>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00" name="Google Shape;7900;p146"/>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01" name="Google Shape;7901;p146"/>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02" name="Google Shape;7902;p146"/>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03" name="Google Shape;7903;p146"/>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04" name="Google Shape;7904;p146"/>
          <p:cNvGrpSpPr/>
          <p:nvPr/>
        </p:nvGrpSpPr>
        <p:grpSpPr>
          <a:xfrm>
            <a:off x="4401473" y="3065893"/>
            <a:ext cx="665186" cy="707290"/>
            <a:chOff x="-34755225" y="3202075"/>
            <a:chExt cx="274100" cy="291450"/>
          </a:xfrm>
        </p:grpSpPr>
        <p:sp>
          <p:nvSpPr>
            <p:cNvPr id="7905" name="Google Shape;7905;p146"/>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06" name="Google Shape;7906;p146"/>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07" name="Google Shape;7907;p146"/>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08" name="Google Shape;7908;p146"/>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09" name="Google Shape;7909;p146"/>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10" name="Google Shape;7910;p146"/>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11" name="Google Shape;7911;p146"/>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12" name="Google Shape;7912;p146"/>
          <p:cNvGrpSpPr/>
          <p:nvPr/>
        </p:nvGrpSpPr>
        <p:grpSpPr>
          <a:xfrm>
            <a:off x="4380419" y="3947975"/>
            <a:ext cx="707290" cy="707290"/>
            <a:chOff x="-34763900" y="3561225"/>
            <a:chExt cx="291450" cy="291450"/>
          </a:xfrm>
        </p:grpSpPr>
        <p:sp>
          <p:nvSpPr>
            <p:cNvPr id="7913" name="Google Shape;7913;p146"/>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14" name="Google Shape;7914;p146"/>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182850" tIns="182850" rIns="182850" bIns="182850" anchor="ctr" anchorCtr="0">
              <a:noAutofit/>
            </a:bodyPr>
            <a:lstStyle/>
            <a:p>
              <a:endParaRPr sz="3600" dirty="0"/>
            </a:p>
          </p:txBody>
        </p:sp>
        <p:sp>
          <p:nvSpPr>
            <p:cNvPr id="7915" name="Google Shape;7915;p146"/>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7916" name="Google Shape;7916;p146"/>
          <p:cNvSpPr/>
          <p:nvPr/>
        </p:nvSpPr>
        <p:spPr>
          <a:xfrm>
            <a:off x="4379217" y="4818839"/>
            <a:ext cx="707290" cy="707230"/>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7917" name="Google Shape;7917;p146"/>
          <p:cNvGrpSpPr/>
          <p:nvPr/>
        </p:nvGrpSpPr>
        <p:grpSpPr>
          <a:xfrm>
            <a:off x="1690212" y="5764998"/>
            <a:ext cx="709172" cy="709172"/>
            <a:chOff x="-32927950" y="3227275"/>
            <a:chExt cx="292225" cy="292225"/>
          </a:xfrm>
        </p:grpSpPr>
        <p:sp>
          <p:nvSpPr>
            <p:cNvPr id="7918" name="Google Shape;7918;p146"/>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19" name="Google Shape;7919;p146"/>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20" name="Google Shape;7920;p146"/>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21" name="Google Shape;7921;p146"/>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22" name="Google Shape;7922;p146"/>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23" name="Google Shape;7923;p146"/>
          <p:cNvGrpSpPr/>
          <p:nvPr/>
        </p:nvGrpSpPr>
        <p:grpSpPr>
          <a:xfrm>
            <a:off x="1689243" y="6707227"/>
            <a:ext cx="711114" cy="707290"/>
            <a:chOff x="-32927950" y="3586425"/>
            <a:chExt cx="293025" cy="291450"/>
          </a:xfrm>
        </p:grpSpPr>
        <p:sp>
          <p:nvSpPr>
            <p:cNvPr id="7924" name="Google Shape;7924;p146"/>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25" name="Google Shape;7925;p146"/>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26" name="Google Shape;7926;p146"/>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27" name="Google Shape;7927;p146"/>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28" name="Google Shape;7928;p146"/>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29" name="Google Shape;7929;p146"/>
          <p:cNvGrpSpPr/>
          <p:nvPr/>
        </p:nvGrpSpPr>
        <p:grpSpPr>
          <a:xfrm>
            <a:off x="1690212" y="7635197"/>
            <a:ext cx="709172" cy="711114"/>
            <a:chOff x="-32927950" y="3944800"/>
            <a:chExt cx="292225" cy="293025"/>
          </a:xfrm>
        </p:grpSpPr>
        <p:sp>
          <p:nvSpPr>
            <p:cNvPr id="7930" name="Google Shape;7930;p146"/>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31" name="Google Shape;7931;p146"/>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32" name="Google Shape;7932;p146"/>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33" name="Google Shape;7933;p146"/>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34" name="Google Shape;7934;p146"/>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35" name="Google Shape;7935;p146"/>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36" name="Google Shape;7936;p146"/>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37" name="Google Shape;7937;p146"/>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38" name="Google Shape;7938;p146"/>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39" name="Google Shape;7939;p146"/>
          <p:cNvGrpSpPr/>
          <p:nvPr/>
        </p:nvGrpSpPr>
        <p:grpSpPr>
          <a:xfrm>
            <a:off x="6147796" y="5765698"/>
            <a:ext cx="709172" cy="707776"/>
            <a:chOff x="-31094350" y="3194000"/>
            <a:chExt cx="292225" cy="291650"/>
          </a:xfrm>
        </p:grpSpPr>
        <p:sp>
          <p:nvSpPr>
            <p:cNvPr id="7940" name="Google Shape;7940;p146"/>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41" name="Google Shape;7941;p146"/>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42" name="Google Shape;7942;p146"/>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43" name="Google Shape;7943;p146"/>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44" name="Google Shape;7944;p146"/>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45" name="Google Shape;7945;p146"/>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46" name="Google Shape;7946;p146"/>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47" name="Google Shape;7947;p146"/>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48" name="Google Shape;7948;p146"/>
          <p:cNvGrpSpPr/>
          <p:nvPr/>
        </p:nvGrpSpPr>
        <p:grpSpPr>
          <a:xfrm>
            <a:off x="6148737" y="6706683"/>
            <a:ext cx="707290" cy="708382"/>
            <a:chOff x="-31093575" y="3552550"/>
            <a:chExt cx="291450" cy="291900"/>
          </a:xfrm>
        </p:grpSpPr>
        <p:sp>
          <p:nvSpPr>
            <p:cNvPr id="7949" name="Google Shape;7949;p146"/>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50" name="Google Shape;7950;p146"/>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51" name="Google Shape;7951;p146"/>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52" name="Google Shape;7952;p146"/>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53" name="Google Shape;7953;p146"/>
          <p:cNvGrpSpPr/>
          <p:nvPr/>
        </p:nvGrpSpPr>
        <p:grpSpPr>
          <a:xfrm>
            <a:off x="6148737" y="7637139"/>
            <a:ext cx="707290" cy="707230"/>
            <a:chOff x="-31093575" y="3911725"/>
            <a:chExt cx="291450" cy="291425"/>
          </a:xfrm>
        </p:grpSpPr>
        <p:sp>
          <p:nvSpPr>
            <p:cNvPr id="7954" name="Google Shape;7954;p146"/>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55" name="Google Shape;7955;p146"/>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56" name="Google Shape;7956;p146"/>
          <p:cNvGrpSpPr/>
          <p:nvPr/>
        </p:nvGrpSpPr>
        <p:grpSpPr>
          <a:xfrm>
            <a:off x="4367597" y="8551072"/>
            <a:ext cx="712994" cy="709172"/>
            <a:chOff x="-29946000" y="3183175"/>
            <a:chExt cx="293800" cy="292225"/>
          </a:xfrm>
        </p:grpSpPr>
        <p:sp>
          <p:nvSpPr>
            <p:cNvPr id="7957" name="Google Shape;7957;p146"/>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58" name="Google Shape;7958;p146"/>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59" name="Google Shape;7959;p146"/>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60" name="Google Shape;7960;p146"/>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61" name="Google Shape;7961;p146"/>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62" name="Google Shape;7962;p146"/>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63" name="Google Shape;7963;p146"/>
          <p:cNvGrpSpPr/>
          <p:nvPr/>
        </p:nvGrpSpPr>
        <p:grpSpPr>
          <a:xfrm>
            <a:off x="5256660" y="3065379"/>
            <a:ext cx="716816" cy="708322"/>
            <a:chOff x="-34408675" y="3202075"/>
            <a:chExt cx="295375" cy="291875"/>
          </a:xfrm>
        </p:grpSpPr>
        <p:sp>
          <p:nvSpPr>
            <p:cNvPr id="7964" name="Google Shape;7964;p146"/>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65" name="Google Shape;7965;p146"/>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66" name="Google Shape;7966;p146"/>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67" name="Google Shape;7967;p146"/>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68" name="Google Shape;7968;p146"/>
          <p:cNvGrpSpPr/>
          <p:nvPr/>
        </p:nvGrpSpPr>
        <p:grpSpPr>
          <a:xfrm>
            <a:off x="5260482" y="3945366"/>
            <a:ext cx="709172" cy="712508"/>
            <a:chOff x="-34405525" y="3558075"/>
            <a:chExt cx="292225" cy="293600"/>
          </a:xfrm>
        </p:grpSpPr>
        <p:sp>
          <p:nvSpPr>
            <p:cNvPr id="7969" name="Google Shape;7969;p146"/>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70" name="Google Shape;7970;p146"/>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71" name="Google Shape;7971;p146"/>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72" name="Google Shape;7972;p146"/>
          <p:cNvGrpSpPr/>
          <p:nvPr/>
        </p:nvGrpSpPr>
        <p:grpSpPr>
          <a:xfrm>
            <a:off x="5259511" y="4818681"/>
            <a:ext cx="711114" cy="707230"/>
            <a:chOff x="-34406325" y="3919600"/>
            <a:chExt cx="293025" cy="291425"/>
          </a:xfrm>
        </p:grpSpPr>
        <p:sp>
          <p:nvSpPr>
            <p:cNvPr id="7973" name="Google Shape;7973;p146"/>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74" name="Google Shape;7974;p146"/>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75" name="Google Shape;7975;p146"/>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76" name="Google Shape;7976;p146"/>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77" name="Google Shape;7977;p146"/>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78" name="Google Shape;7978;p146"/>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79" name="Google Shape;7979;p146"/>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80" name="Google Shape;7980;p146"/>
          <p:cNvGrpSpPr/>
          <p:nvPr/>
        </p:nvGrpSpPr>
        <p:grpSpPr>
          <a:xfrm>
            <a:off x="2587307" y="5777407"/>
            <a:ext cx="707290" cy="684358"/>
            <a:chOff x="-32568800" y="3232000"/>
            <a:chExt cx="291450" cy="282000"/>
          </a:xfrm>
        </p:grpSpPr>
        <p:sp>
          <p:nvSpPr>
            <p:cNvPr id="7981" name="Google Shape;7981;p146"/>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82" name="Google Shape;7982;p146"/>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83" name="Google Shape;7983;p146"/>
          <p:cNvGrpSpPr/>
          <p:nvPr/>
        </p:nvGrpSpPr>
        <p:grpSpPr>
          <a:xfrm>
            <a:off x="2586366" y="6707227"/>
            <a:ext cx="709172" cy="707290"/>
            <a:chOff x="-32569575" y="3586425"/>
            <a:chExt cx="292225" cy="291450"/>
          </a:xfrm>
        </p:grpSpPr>
        <p:sp>
          <p:nvSpPr>
            <p:cNvPr id="7984" name="Google Shape;7984;p146"/>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85" name="Google Shape;7985;p146"/>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86" name="Google Shape;7986;p146"/>
          <p:cNvGrpSpPr/>
          <p:nvPr/>
        </p:nvGrpSpPr>
        <p:grpSpPr>
          <a:xfrm>
            <a:off x="2568196" y="7636411"/>
            <a:ext cx="745512" cy="708686"/>
            <a:chOff x="-32576675" y="3944600"/>
            <a:chExt cx="307200" cy="292025"/>
          </a:xfrm>
        </p:grpSpPr>
        <p:sp>
          <p:nvSpPr>
            <p:cNvPr id="7987" name="Google Shape;7987;p146"/>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88" name="Google Shape;7988;p146"/>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89" name="Google Shape;7989;p146"/>
          <p:cNvGrpSpPr/>
          <p:nvPr/>
        </p:nvGrpSpPr>
        <p:grpSpPr>
          <a:xfrm>
            <a:off x="7058130" y="5765000"/>
            <a:ext cx="709172" cy="709172"/>
            <a:chOff x="-30735200" y="3192625"/>
            <a:chExt cx="292225" cy="292225"/>
          </a:xfrm>
        </p:grpSpPr>
        <p:sp>
          <p:nvSpPr>
            <p:cNvPr id="7990" name="Google Shape;7990;p146"/>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91" name="Google Shape;7991;p146"/>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92" name="Google Shape;7992;p146"/>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93" name="Google Shape;7993;p146"/>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94" name="Google Shape;7994;p146"/>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95" name="Google Shape;7995;p146"/>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96" name="Google Shape;7996;p146"/>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7997" name="Google Shape;7997;p146"/>
          <p:cNvGrpSpPr/>
          <p:nvPr/>
        </p:nvGrpSpPr>
        <p:grpSpPr>
          <a:xfrm>
            <a:off x="7058130" y="6707864"/>
            <a:ext cx="709172" cy="706016"/>
            <a:chOff x="-30735200" y="3552550"/>
            <a:chExt cx="292225" cy="290925"/>
          </a:xfrm>
        </p:grpSpPr>
        <p:sp>
          <p:nvSpPr>
            <p:cNvPr id="7998" name="Google Shape;7998;p146"/>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7999" name="Google Shape;7999;p146"/>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00" name="Google Shape;8000;p146"/>
          <p:cNvGrpSpPr/>
          <p:nvPr/>
        </p:nvGrpSpPr>
        <p:grpSpPr>
          <a:xfrm>
            <a:off x="7058130" y="7637109"/>
            <a:ext cx="709172" cy="707290"/>
            <a:chOff x="-30735200" y="3910925"/>
            <a:chExt cx="292225" cy="291450"/>
          </a:xfrm>
        </p:grpSpPr>
        <p:sp>
          <p:nvSpPr>
            <p:cNvPr id="8001" name="Google Shape;8001;p146"/>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02" name="Google Shape;8002;p146"/>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8003" name="Google Shape;8003;p146"/>
          <p:cNvSpPr/>
          <p:nvPr/>
        </p:nvSpPr>
        <p:spPr>
          <a:xfrm>
            <a:off x="5264360" y="8551285"/>
            <a:ext cx="709172" cy="707290"/>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8004" name="Google Shape;8004;p146"/>
          <p:cNvGrpSpPr/>
          <p:nvPr/>
        </p:nvGrpSpPr>
        <p:grpSpPr>
          <a:xfrm>
            <a:off x="9765821" y="3062842"/>
            <a:ext cx="717942" cy="718448"/>
            <a:chOff x="-57956275" y="3197925"/>
            <a:chExt cx="319000" cy="319225"/>
          </a:xfrm>
        </p:grpSpPr>
        <p:sp>
          <p:nvSpPr>
            <p:cNvPr id="8005" name="Google Shape;8005;p146"/>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06" name="Google Shape;8006;p146"/>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07" name="Google Shape;8007;p146"/>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08" name="Google Shape;8008;p146"/>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09" name="Google Shape;8009;p146"/>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10" name="Google Shape;8010;p146"/>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11" name="Google Shape;8011;p146"/>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12" name="Google Shape;8012;p146"/>
          <p:cNvGrpSpPr/>
          <p:nvPr/>
        </p:nvGrpSpPr>
        <p:grpSpPr>
          <a:xfrm>
            <a:off x="9810128" y="3975693"/>
            <a:ext cx="629324" cy="717942"/>
            <a:chOff x="-57940525" y="3590375"/>
            <a:chExt cx="279625" cy="319000"/>
          </a:xfrm>
        </p:grpSpPr>
        <p:sp>
          <p:nvSpPr>
            <p:cNvPr id="8013" name="Google Shape;8013;p146"/>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14" name="Google Shape;8014;p146"/>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15" name="Google Shape;8015;p146"/>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16" name="Google Shape;8016;p146"/>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17" name="Google Shape;8017;p146"/>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18" name="Google Shape;8018;p146"/>
          <p:cNvGrpSpPr/>
          <p:nvPr/>
        </p:nvGrpSpPr>
        <p:grpSpPr>
          <a:xfrm>
            <a:off x="9751891" y="4858435"/>
            <a:ext cx="716198" cy="717998"/>
            <a:chOff x="-57959425" y="3982600"/>
            <a:chExt cx="318225" cy="319025"/>
          </a:xfrm>
        </p:grpSpPr>
        <p:sp>
          <p:nvSpPr>
            <p:cNvPr id="8019" name="Google Shape;8019;p146"/>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20" name="Google Shape;8020;p146"/>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21" name="Google Shape;8021;p146"/>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22" name="Google Shape;8022;p146"/>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23" name="Google Shape;8023;p146"/>
          <p:cNvGrpSpPr/>
          <p:nvPr/>
        </p:nvGrpSpPr>
        <p:grpSpPr>
          <a:xfrm>
            <a:off x="14152224" y="3065092"/>
            <a:ext cx="714452" cy="714452"/>
            <a:chOff x="-55987225" y="3198925"/>
            <a:chExt cx="317450" cy="317450"/>
          </a:xfrm>
        </p:grpSpPr>
        <p:sp>
          <p:nvSpPr>
            <p:cNvPr id="8024" name="Google Shape;8024;p146"/>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25" name="Google Shape;8025;p146"/>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26" name="Google Shape;8026;p146"/>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27" name="Google Shape;8027;p146"/>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28" name="Google Shape;8028;p146"/>
          <p:cNvGrpSpPr/>
          <p:nvPr/>
        </p:nvGrpSpPr>
        <p:grpSpPr>
          <a:xfrm>
            <a:off x="14152224" y="3977157"/>
            <a:ext cx="714452" cy="714734"/>
            <a:chOff x="-55987225" y="3591025"/>
            <a:chExt cx="317450" cy="317575"/>
          </a:xfrm>
        </p:grpSpPr>
        <p:sp>
          <p:nvSpPr>
            <p:cNvPr id="8029" name="Google Shape;8029;p146"/>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30" name="Google Shape;8030;p146"/>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31" name="Google Shape;8031;p146"/>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32" name="Google Shape;8032;p146"/>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33" name="Google Shape;8033;p146"/>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34" name="Google Shape;8034;p146"/>
          <p:cNvGrpSpPr/>
          <p:nvPr/>
        </p:nvGrpSpPr>
        <p:grpSpPr>
          <a:xfrm>
            <a:off x="14180055" y="4858435"/>
            <a:ext cx="717998" cy="717998"/>
            <a:chOff x="-55988800" y="3982600"/>
            <a:chExt cx="319025" cy="319025"/>
          </a:xfrm>
        </p:grpSpPr>
        <p:sp>
          <p:nvSpPr>
            <p:cNvPr id="8035" name="Google Shape;8035;p146"/>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36" name="Google Shape;8036;p146"/>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37" name="Google Shape;8037;p146"/>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38" name="Google Shape;8038;p146"/>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39" name="Google Shape;8039;p146"/>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40" name="Google Shape;8040;p146"/>
          <p:cNvGrpSpPr/>
          <p:nvPr/>
        </p:nvGrpSpPr>
        <p:grpSpPr>
          <a:xfrm>
            <a:off x="11497092" y="5774349"/>
            <a:ext cx="712652" cy="717942"/>
            <a:chOff x="-54026025" y="3192625"/>
            <a:chExt cx="316650" cy="319000"/>
          </a:xfrm>
        </p:grpSpPr>
        <p:sp>
          <p:nvSpPr>
            <p:cNvPr id="8041" name="Google Shape;8041;p146"/>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42" name="Google Shape;8042;p146"/>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43" name="Google Shape;8043;p146"/>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44" name="Google Shape;8044;p146"/>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45" name="Google Shape;8045;p146"/>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46" name="Google Shape;8046;p146"/>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47" name="Google Shape;8047;p146"/>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48" name="Google Shape;8048;p146"/>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49" name="Google Shape;8049;p146"/>
          <p:cNvGrpSpPr/>
          <p:nvPr/>
        </p:nvGrpSpPr>
        <p:grpSpPr>
          <a:xfrm>
            <a:off x="11536984" y="6716297"/>
            <a:ext cx="632868" cy="716198"/>
            <a:chOff x="-54007925" y="3584850"/>
            <a:chExt cx="281200" cy="318225"/>
          </a:xfrm>
        </p:grpSpPr>
        <p:sp>
          <p:nvSpPr>
            <p:cNvPr id="8050" name="Google Shape;8050;p146"/>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51" name="Google Shape;8051;p146"/>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52" name="Google Shape;8052;p146"/>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53" name="Google Shape;8053;p146"/>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54" name="Google Shape;8054;p146"/>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55" name="Google Shape;8055;p146"/>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56" name="Google Shape;8056;p146"/>
          <p:cNvGrpSpPr/>
          <p:nvPr/>
        </p:nvGrpSpPr>
        <p:grpSpPr>
          <a:xfrm>
            <a:off x="11536984" y="7640066"/>
            <a:ext cx="632868" cy="717828"/>
            <a:chOff x="-54007925" y="3975575"/>
            <a:chExt cx="281200" cy="318950"/>
          </a:xfrm>
        </p:grpSpPr>
        <p:sp>
          <p:nvSpPr>
            <p:cNvPr id="8057" name="Google Shape;8057;p146"/>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58" name="Google Shape;8058;p146"/>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59" name="Google Shape;8059;p146"/>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60" name="Google Shape;8060;p146"/>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61" name="Google Shape;8061;p146"/>
          <p:cNvGrpSpPr/>
          <p:nvPr/>
        </p:nvGrpSpPr>
        <p:grpSpPr>
          <a:xfrm>
            <a:off x="16006718" y="5809008"/>
            <a:ext cx="549540" cy="716984"/>
            <a:chOff x="-52005775" y="3208025"/>
            <a:chExt cx="244175" cy="318575"/>
          </a:xfrm>
        </p:grpSpPr>
        <p:sp>
          <p:nvSpPr>
            <p:cNvPr id="8062" name="Google Shape;8062;p146"/>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63" name="Google Shape;8063;p146"/>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64" name="Google Shape;8064;p146"/>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65" name="Google Shape;8065;p146"/>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66" name="Google Shape;8066;p146"/>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67" name="Google Shape;8067;p146"/>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68" name="Google Shape;8068;p146"/>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69" name="Google Shape;8069;p146"/>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70" name="Google Shape;8070;p146"/>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71" name="Google Shape;8071;p146"/>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72" name="Google Shape;8072;p146"/>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73" name="Google Shape;8073;p146"/>
          <p:cNvGrpSpPr/>
          <p:nvPr/>
        </p:nvGrpSpPr>
        <p:grpSpPr>
          <a:xfrm>
            <a:off x="10619651" y="3065093"/>
            <a:ext cx="716198" cy="716198"/>
            <a:chOff x="-57568775" y="3198925"/>
            <a:chExt cx="318225" cy="318225"/>
          </a:xfrm>
        </p:grpSpPr>
        <p:sp>
          <p:nvSpPr>
            <p:cNvPr id="8074" name="Google Shape;8074;p146"/>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75" name="Google Shape;8075;p146"/>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76" name="Google Shape;8076;p146"/>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77" name="Google Shape;8077;p146"/>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78" name="Google Shape;8078;p146"/>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79" name="Google Shape;8079;p146"/>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80" name="Google Shape;8080;p146"/>
          <p:cNvGrpSpPr/>
          <p:nvPr/>
        </p:nvGrpSpPr>
        <p:grpSpPr>
          <a:xfrm>
            <a:off x="10663086" y="3975693"/>
            <a:ext cx="629324" cy="716198"/>
            <a:chOff x="-57549075" y="3590375"/>
            <a:chExt cx="279625" cy="318225"/>
          </a:xfrm>
        </p:grpSpPr>
        <p:sp>
          <p:nvSpPr>
            <p:cNvPr id="8081" name="Google Shape;8081;p146"/>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82" name="Google Shape;8082;p146"/>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83" name="Google Shape;8083;p146"/>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84" name="Google Shape;8084;p146"/>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85" name="Google Shape;8085;p146"/>
          <p:cNvGrpSpPr/>
          <p:nvPr/>
        </p:nvGrpSpPr>
        <p:grpSpPr>
          <a:xfrm>
            <a:off x="10647481" y="4858435"/>
            <a:ext cx="719742" cy="719742"/>
            <a:chOff x="-57570350" y="3982600"/>
            <a:chExt cx="319800" cy="319800"/>
          </a:xfrm>
        </p:grpSpPr>
        <p:sp>
          <p:nvSpPr>
            <p:cNvPr id="8086" name="Google Shape;8086;p146"/>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87" name="Google Shape;8087;p146"/>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88" name="Google Shape;8088;p146"/>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89" name="Google Shape;8089;p146"/>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90" name="Google Shape;8090;p146"/>
          <p:cNvGrpSpPr/>
          <p:nvPr/>
        </p:nvGrpSpPr>
        <p:grpSpPr>
          <a:xfrm>
            <a:off x="15077558" y="3063293"/>
            <a:ext cx="629324" cy="717998"/>
            <a:chOff x="-55576850" y="3198125"/>
            <a:chExt cx="279625" cy="319025"/>
          </a:xfrm>
        </p:grpSpPr>
        <p:sp>
          <p:nvSpPr>
            <p:cNvPr id="8091" name="Google Shape;8091;p146"/>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92" name="Google Shape;8092;p146"/>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93" name="Google Shape;8093;p146"/>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94" name="Google Shape;8094;p146"/>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095" name="Google Shape;8095;p146"/>
          <p:cNvGrpSpPr/>
          <p:nvPr/>
        </p:nvGrpSpPr>
        <p:grpSpPr>
          <a:xfrm>
            <a:off x="15032349" y="3975242"/>
            <a:ext cx="719742" cy="716648"/>
            <a:chOff x="-55596550" y="3590175"/>
            <a:chExt cx="319800" cy="318425"/>
          </a:xfrm>
        </p:grpSpPr>
        <p:sp>
          <p:nvSpPr>
            <p:cNvPr id="8096" name="Google Shape;8096;p146"/>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97" name="Google Shape;8097;p146"/>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98" name="Google Shape;8098;p146"/>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099" name="Google Shape;8099;p146"/>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00" name="Google Shape;8100;p146"/>
          <p:cNvGrpSpPr/>
          <p:nvPr/>
        </p:nvGrpSpPr>
        <p:grpSpPr>
          <a:xfrm>
            <a:off x="15062825" y="4857928"/>
            <a:ext cx="717998" cy="718504"/>
            <a:chOff x="-55595775" y="3982375"/>
            <a:chExt cx="319025" cy="319250"/>
          </a:xfrm>
        </p:grpSpPr>
        <p:sp>
          <p:nvSpPr>
            <p:cNvPr id="8101" name="Google Shape;8101;p146"/>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02" name="Google Shape;8102;p146"/>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03" name="Google Shape;8103;p146"/>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04" name="Google Shape;8104;p146"/>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05" name="Google Shape;8105;p146"/>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06" name="Google Shape;8106;p146"/>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07" name="Google Shape;8107;p146"/>
          <p:cNvGrpSpPr/>
          <p:nvPr/>
        </p:nvGrpSpPr>
        <p:grpSpPr>
          <a:xfrm>
            <a:off x="12377191" y="5774349"/>
            <a:ext cx="717998" cy="716198"/>
            <a:chOff x="-53635375" y="3192625"/>
            <a:chExt cx="319025" cy="318225"/>
          </a:xfrm>
        </p:grpSpPr>
        <p:sp>
          <p:nvSpPr>
            <p:cNvPr id="8108" name="Google Shape;8108;p146"/>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09" name="Google Shape;8109;p146"/>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10" name="Google Shape;8110;p146"/>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11" name="Google Shape;8111;p146"/>
          <p:cNvGrpSpPr/>
          <p:nvPr/>
        </p:nvGrpSpPr>
        <p:grpSpPr>
          <a:xfrm>
            <a:off x="12421526" y="6716297"/>
            <a:ext cx="629324" cy="717998"/>
            <a:chOff x="-53615675" y="3584850"/>
            <a:chExt cx="279625" cy="319025"/>
          </a:xfrm>
        </p:grpSpPr>
        <p:sp>
          <p:nvSpPr>
            <p:cNvPr id="8112" name="Google Shape;8112;p146"/>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13" name="Google Shape;8113;p146"/>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14" name="Google Shape;8114;p146"/>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15" name="Google Shape;8115;p146"/>
          <p:cNvGrpSpPr/>
          <p:nvPr/>
        </p:nvGrpSpPr>
        <p:grpSpPr>
          <a:xfrm>
            <a:off x="12377219" y="7642148"/>
            <a:ext cx="717942" cy="715748"/>
            <a:chOff x="-53634575" y="3976500"/>
            <a:chExt cx="319000" cy="318025"/>
          </a:xfrm>
        </p:grpSpPr>
        <p:sp>
          <p:nvSpPr>
            <p:cNvPr id="8116" name="Google Shape;8116;p146"/>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17" name="Google Shape;8117;p146"/>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18" name="Google Shape;8118;p146"/>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19" name="Google Shape;8119;p146"/>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20" name="Google Shape;8120;p146"/>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21" name="Google Shape;8121;p146"/>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22" name="Google Shape;8122;p146"/>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23" name="Google Shape;8123;p146"/>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24" name="Google Shape;8124;p146"/>
          <p:cNvGrpSpPr/>
          <p:nvPr/>
        </p:nvGrpSpPr>
        <p:grpSpPr>
          <a:xfrm>
            <a:off x="15966826" y="6728056"/>
            <a:ext cx="629324" cy="716872"/>
            <a:chOff x="-52023900" y="3590075"/>
            <a:chExt cx="279625" cy="318525"/>
          </a:xfrm>
        </p:grpSpPr>
        <p:sp>
          <p:nvSpPr>
            <p:cNvPr id="8125" name="Google Shape;8125;p146"/>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26" name="Google Shape;8126;p146"/>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27" name="Google Shape;8127;p146"/>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28" name="Google Shape;8128;p146"/>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29" name="Google Shape;8129;p146"/>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30" name="Google Shape;8130;p146"/>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31" name="Google Shape;8131;p146"/>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32" name="Google Shape;8132;p146"/>
          <p:cNvGrpSpPr/>
          <p:nvPr/>
        </p:nvGrpSpPr>
        <p:grpSpPr>
          <a:xfrm>
            <a:off x="11493309" y="3065093"/>
            <a:ext cx="717942" cy="717942"/>
            <a:chOff x="-57173375" y="3198925"/>
            <a:chExt cx="319000" cy="319000"/>
          </a:xfrm>
        </p:grpSpPr>
        <p:sp>
          <p:nvSpPr>
            <p:cNvPr id="8133" name="Google Shape;8133;p146"/>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34" name="Google Shape;8134;p146"/>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35" name="Google Shape;8135;p146"/>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36" name="Google Shape;8136;p146"/>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37" name="Google Shape;8137;p146"/>
          <p:cNvGrpSpPr/>
          <p:nvPr/>
        </p:nvGrpSpPr>
        <p:grpSpPr>
          <a:xfrm>
            <a:off x="11495082" y="4019974"/>
            <a:ext cx="714396" cy="629380"/>
            <a:chOff x="-57176525" y="3610050"/>
            <a:chExt cx="317425" cy="279650"/>
          </a:xfrm>
        </p:grpSpPr>
        <p:sp>
          <p:nvSpPr>
            <p:cNvPr id="8138" name="Google Shape;8138;p146"/>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39" name="Google Shape;8139;p146"/>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40" name="Google Shape;8140;p146"/>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41" name="Google Shape;8141;p146"/>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42" name="Google Shape;8142;p146"/>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43" name="Google Shape;8143;p146"/>
          <p:cNvGrpSpPr/>
          <p:nvPr/>
        </p:nvGrpSpPr>
        <p:grpSpPr>
          <a:xfrm>
            <a:off x="15915991" y="3065092"/>
            <a:ext cx="716198" cy="712652"/>
            <a:chOff x="-55202750" y="3198925"/>
            <a:chExt cx="318225" cy="316650"/>
          </a:xfrm>
        </p:grpSpPr>
        <p:sp>
          <p:nvSpPr>
            <p:cNvPr id="8144" name="Google Shape;8144;p146"/>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45" name="Google Shape;8145;p146"/>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46" name="Google Shape;8146;p146"/>
          <p:cNvGrpSpPr/>
          <p:nvPr/>
        </p:nvGrpSpPr>
        <p:grpSpPr>
          <a:xfrm>
            <a:off x="15937258" y="3975693"/>
            <a:ext cx="673660" cy="716198"/>
            <a:chOff x="-55194875" y="3590375"/>
            <a:chExt cx="299325" cy="318225"/>
          </a:xfrm>
        </p:grpSpPr>
        <p:sp>
          <p:nvSpPr>
            <p:cNvPr id="8147" name="Google Shape;8147;p146"/>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48" name="Google Shape;8148;p146"/>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49" name="Google Shape;8149;p146"/>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50" name="Google Shape;8150;p146"/>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51" name="Google Shape;8151;p146"/>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52" name="Google Shape;8152;p146"/>
          <p:cNvGrpSpPr/>
          <p:nvPr/>
        </p:nvGrpSpPr>
        <p:grpSpPr>
          <a:xfrm>
            <a:off x="15946494" y="4860234"/>
            <a:ext cx="714396" cy="714396"/>
            <a:chOff x="-55203525" y="3983400"/>
            <a:chExt cx="317425" cy="317425"/>
          </a:xfrm>
        </p:grpSpPr>
        <p:sp>
          <p:nvSpPr>
            <p:cNvPr id="8153" name="Google Shape;8153;p146"/>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54" name="Google Shape;8154;p146"/>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55" name="Google Shape;8155;p146"/>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56" name="Google Shape;8156;p146"/>
          <p:cNvGrpSpPr/>
          <p:nvPr/>
        </p:nvGrpSpPr>
        <p:grpSpPr>
          <a:xfrm>
            <a:off x="13279454" y="5774349"/>
            <a:ext cx="671860" cy="717942"/>
            <a:chOff x="-53232900" y="3192625"/>
            <a:chExt cx="298525" cy="319000"/>
          </a:xfrm>
        </p:grpSpPr>
        <p:sp>
          <p:nvSpPr>
            <p:cNvPr id="8157" name="Google Shape;8157;p146"/>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58" name="Google Shape;8158;p146"/>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59" name="Google Shape;8159;p146"/>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60" name="Google Shape;8160;p146"/>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61" name="Google Shape;8161;p146"/>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62" name="Google Shape;8162;p146"/>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63" name="Google Shape;8163;p146"/>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64" name="Google Shape;8164;p146"/>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65" name="Google Shape;8165;p146"/>
          <p:cNvGrpSpPr/>
          <p:nvPr/>
        </p:nvGrpSpPr>
        <p:grpSpPr>
          <a:xfrm>
            <a:off x="13258186" y="6716296"/>
            <a:ext cx="714396" cy="712652"/>
            <a:chOff x="-53242350" y="3584850"/>
            <a:chExt cx="317425" cy="316650"/>
          </a:xfrm>
        </p:grpSpPr>
        <p:sp>
          <p:nvSpPr>
            <p:cNvPr id="8166" name="Google Shape;8166;p146"/>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67" name="Google Shape;8167;p146"/>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68" name="Google Shape;8168;p146"/>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69" name="Google Shape;8169;p146"/>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70" name="Google Shape;8170;p146"/>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71" name="Google Shape;8171;p146"/>
          <p:cNvGrpSpPr/>
          <p:nvPr/>
        </p:nvGrpSpPr>
        <p:grpSpPr>
          <a:xfrm>
            <a:off x="13300724" y="7641699"/>
            <a:ext cx="629324" cy="717998"/>
            <a:chOff x="-53224225" y="3976300"/>
            <a:chExt cx="279625" cy="319025"/>
          </a:xfrm>
        </p:grpSpPr>
        <p:sp>
          <p:nvSpPr>
            <p:cNvPr id="8172" name="Google Shape;8172;p146"/>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73" name="Google Shape;8173;p146"/>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74" name="Google Shape;8174;p146"/>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75" name="Google Shape;8175;p146"/>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76" name="Google Shape;8176;p146"/>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77" name="Google Shape;8177;p146"/>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78" name="Google Shape;8178;p146"/>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79" name="Google Shape;8179;p146"/>
          <p:cNvGrpSpPr/>
          <p:nvPr/>
        </p:nvGrpSpPr>
        <p:grpSpPr>
          <a:xfrm>
            <a:off x="15922517" y="7657058"/>
            <a:ext cx="717942" cy="716816"/>
            <a:chOff x="-52043575" y="3983125"/>
            <a:chExt cx="319000" cy="318500"/>
          </a:xfrm>
        </p:grpSpPr>
        <p:sp>
          <p:nvSpPr>
            <p:cNvPr id="8180" name="Google Shape;8180;p146"/>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81" name="Google Shape;8181;p146"/>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82" name="Google Shape;8182;p146"/>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83" name="Google Shape;8183;p146"/>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84" name="Google Shape;8184;p146"/>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85" name="Google Shape;8185;p146"/>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86" name="Google Shape;8186;p146"/>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87" name="Google Shape;8187;p146"/>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88" name="Google Shape;8188;p146"/>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89" name="Google Shape;8189;p146"/>
          <p:cNvGrpSpPr/>
          <p:nvPr/>
        </p:nvGrpSpPr>
        <p:grpSpPr>
          <a:xfrm>
            <a:off x="12430398" y="3065093"/>
            <a:ext cx="629324" cy="717942"/>
            <a:chOff x="-56766175" y="3198925"/>
            <a:chExt cx="279625" cy="319000"/>
          </a:xfrm>
        </p:grpSpPr>
        <p:sp>
          <p:nvSpPr>
            <p:cNvPr id="8190" name="Google Shape;8190;p146"/>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91" name="Google Shape;8191;p146"/>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92" name="Google Shape;8192;p146"/>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93" name="Google Shape;8193;p146"/>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94" name="Google Shape;8194;p146"/>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95" name="Google Shape;8195;p146"/>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96" name="Google Shape;8196;p146"/>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197" name="Google Shape;8197;p146"/>
          <p:cNvGrpSpPr/>
          <p:nvPr/>
        </p:nvGrpSpPr>
        <p:grpSpPr>
          <a:xfrm>
            <a:off x="12428626" y="3975693"/>
            <a:ext cx="632868" cy="716198"/>
            <a:chOff x="-56766175" y="3590375"/>
            <a:chExt cx="281200" cy="318225"/>
          </a:xfrm>
        </p:grpSpPr>
        <p:sp>
          <p:nvSpPr>
            <p:cNvPr id="8198" name="Google Shape;8198;p146"/>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199" name="Google Shape;8199;p146"/>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00" name="Google Shape;8200;p146"/>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01" name="Google Shape;8201;p146"/>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02" name="Google Shape;8202;p146"/>
          <p:cNvGrpSpPr/>
          <p:nvPr/>
        </p:nvGrpSpPr>
        <p:grpSpPr>
          <a:xfrm>
            <a:off x="12502538" y="4858435"/>
            <a:ext cx="544252" cy="716198"/>
            <a:chOff x="-56747275" y="3982600"/>
            <a:chExt cx="241825" cy="318225"/>
          </a:xfrm>
        </p:grpSpPr>
        <p:sp>
          <p:nvSpPr>
            <p:cNvPr id="8203" name="Google Shape;8203;p146"/>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04" name="Google Shape;8204;p146"/>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05" name="Google Shape;8205;p146"/>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06" name="Google Shape;8206;p146"/>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07" name="Google Shape;8207;p146"/>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08" name="Google Shape;8208;p146"/>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09" name="Google Shape;8209;p146"/>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10" name="Google Shape;8210;p146"/>
          <p:cNvGrpSpPr/>
          <p:nvPr/>
        </p:nvGrpSpPr>
        <p:grpSpPr>
          <a:xfrm>
            <a:off x="9718041" y="6742911"/>
            <a:ext cx="717998" cy="685982"/>
            <a:chOff x="-54812875" y="3596675"/>
            <a:chExt cx="319025" cy="304800"/>
          </a:xfrm>
        </p:grpSpPr>
        <p:sp>
          <p:nvSpPr>
            <p:cNvPr id="8211" name="Google Shape;8211;p146"/>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12" name="Google Shape;8212;p146"/>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13" name="Google Shape;8213;p146"/>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14" name="Google Shape;8214;p146"/>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15" name="Google Shape;8215;p146"/>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16" name="Google Shape;8216;p146"/>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17" name="Google Shape;8217;p146"/>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8218" name="Google Shape;8218;p146"/>
          <p:cNvSpPr/>
          <p:nvPr/>
        </p:nvSpPr>
        <p:spPr>
          <a:xfrm>
            <a:off x="10067820" y="7491450"/>
            <a:ext cx="16036" cy="18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19" name="Google Shape;8219;p146"/>
          <p:cNvSpPr/>
          <p:nvPr/>
        </p:nvSpPr>
        <p:spPr>
          <a:xfrm>
            <a:off x="10068722" y="7493196"/>
            <a:ext cx="14236" cy="1856"/>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8220" name="Google Shape;8220;p146"/>
          <p:cNvGrpSpPr/>
          <p:nvPr/>
        </p:nvGrpSpPr>
        <p:grpSpPr>
          <a:xfrm>
            <a:off x="9762376" y="7655877"/>
            <a:ext cx="629324" cy="716198"/>
            <a:chOff x="-54793175" y="3982600"/>
            <a:chExt cx="279625" cy="318225"/>
          </a:xfrm>
        </p:grpSpPr>
        <p:sp>
          <p:nvSpPr>
            <p:cNvPr id="8221" name="Google Shape;8221;p146"/>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22" name="Google Shape;8222;p146"/>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23" name="Google Shape;8223;p146"/>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24" name="Google Shape;8224;p146"/>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25" name="Google Shape;8225;p146"/>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26" name="Google Shape;8226;p146"/>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27" name="Google Shape;8227;p146"/>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28" name="Google Shape;8228;p146"/>
          <p:cNvGrpSpPr/>
          <p:nvPr/>
        </p:nvGrpSpPr>
        <p:grpSpPr>
          <a:xfrm>
            <a:off x="14185294" y="5774349"/>
            <a:ext cx="629324" cy="716198"/>
            <a:chOff x="-52832000" y="3192625"/>
            <a:chExt cx="279625" cy="318225"/>
          </a:xfrm>
        </p:grpSpPr>
        <p:sp>
          <p:nvSpPr>
            <p:cNvPr id="8229" name="Google Shape;8229;p146"/>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30" name="Google Shape;8230;p146"/>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31" name="Google Shape;8231;p146"/>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32" name="Google Shape;8232;p146"/>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33" name="Google Shape;8233;p146"/>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34" name="Google Shape;8234;p146"/>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35" name="Google Shape;8235;p146"/>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36" name="Google Shape;8236;p146"/>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37" name="Google Shape;8237;p146"/>
          <p:cNvGrpSpPr/>
          <p:nvPr/>
        </p:nvGrpSpPr>
        <p:grpSpPr>
          <a:xfrm>
            <a:off x="11558358" y="4857084"/>
            <a:ext cx="647048" cy="717548"/>
            <a:chOff x="-57162350" y="3982000"/>
            <a:chExt cx="287500" cy="318825"/>
          </a:xfrm>
        </p:grpSpPr>
        <p:sp>
          <p:nvSpPr>
            <p:cNvPr id="8238" name="Google Shape;8238;p146"/>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39" name="Google Shape;8239;p146"/>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40" name="Google Shape;8240;p146"/>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41" name="Google Shape;8241;p146"/>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42" name="Google Shape;8242;p146"/>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43" name="Google Shape;8243;p146"/>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44" name="Google Shape;8244;p146"/>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45" name="Google Shape;8245;p146"/>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46" name="Google Shape;8246;p146"/>
          <p:cNvGrpSpPr/>
          <p:nvPr/>
        </p:nvGrpSpPr>
        <p:grpSpPr>
          <a:xfrm>
            <a:off x="14140985" y="6718096"/>
            <a:ext cx="717942" cy="714396"/>
            <a:chOff x="-52851675" y="3585650"/>
            <a:chExt cx="319000" cy="317425"/>
          </a:xfrm>
        </p:grpSpPr>
        <p:sp>
          <p:nvSpPr>
            <p:cNvPr id="8247" name="Google Shape;8247;p146"/>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48" name="Google Shape;8248;p146"/>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49" name="Google Shape;8249;p146"/>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50" name="Google Shape;8250;p146"/>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51" name="Google Shape;8251;p146"/>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52" name="Google Shape;8252;p146"/>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53" name="Google Shape;8253;p146"/>
          <p:cNvGrpSpPr/>
          <p:nvPr/>
        </p:nvGrpSpPr>
        <p:grpSpPr>
          <a:xfrm>
            <a:off x="14185294" y="7641699"/>
            <a:ext cx="629324" cy="717998"/>
            <a:chOff x="-52832000" y="3976300"/>
            <a:chExt cx="279625" cy="319025"/>
          </a:xfrm>
        </p:grpSpPr>
        <p:sp>
          <p:nvSpPr>
            <p:cNvPr id="8254" name="Google Shape;8254;p146"/>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55" name="Google Shape;8255;p146"/>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56" name="Google Shape;8256;p146"/>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57" name="Google Shape;8257;p146"/>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58" name="Google Shape;8258;p146"/>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59" name="Google Shape;8259;p146"/>
          <p:cNvGrpSpPr/>
          <p:nvPr/>
        </p:nvGrpSpPr>
        <p:grpSpPr>
          <a:xfrm>
            <a:off x="12419706" y="8550995"/>
            <a:ext cx="632868" cy="716198"/>
            <a:chOff x="-51633225" y="3198925"/>
            <a:chExt cx="281200" cy="318225"/>
          </a:xfrm>
        </p:grpSpPr>
        <p:sp>
          <p:nvSpPr>
            <p:cNvPr id="8260" name="Google Shape;8260;p146"/>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61" name="Google Shape;8261;p146"/>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62" name="Google Shape;8262;p146"/>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63" name="Google Shape;8263;p146"/>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64" name="Google Shape;8264;p146"/>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65" name="Google Shape;8265;p146"/>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66" name="Google Shape;8266;p146"/>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67" name="Google Shape;8267;p146"/>
          <p:cNvGrpSpPr/>
          <p:nvPr/>
        </p:nvGrpSpPr>
        <p:grpSpPr>
          <a:xfrm>
            <a:off x="13257352" y="3066836"/>
            <a:ext cx="730376" cy="714452"/>
            <a:chOff x="-56396775" y="3199700"/>
            <a:chExt cx="324525" cy="317450"/>
          </a:xfrm>
        </p:grpSpPr>
        <p:sp>
          <p:nvSpPr>
            <p:cNvPr id="8268" name="Google Shape;8268;p146"/>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69" name="Google Shape;8269;p146"/>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70" name="Google Shape;8270;p146"/>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71" name="Google Shape;8271;p146"/>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72" name="Google Shape;8272;p146"/>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73" name="Google Shape;8273;p146"/>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74" name="Google Shape;8274;p146"/>
          <p:cNvGrpSpPr/>
          <p:nvPr/>
        </p:nvGrpSpPr>
        <p:grpSpPr>
          <a:xfrm>
            <a:off x="13263543" y="3998706"/>
            <a:ext cx="717998" cy="671916"/>
            <a:chOff x="-56394425" y="3600600"/>
            <a:chExt cx="319025" cy="298550"/>
          </a:xfrm>
        </p:grpSpPr>
        <p:sp>
          <p:nvSpPr>
            <p:cNvPr id="8275" name="Google Shape;8275;p146"/>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76" name="Google Shape;8276;p146"/>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77" name="Google Shape;8277;p146"/>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78" name="Google Shape;8278;p146"/>
          <p:cNvGrpSpPr/>
          <p:nvPr/>
        </p:nvGrpSpPr>
        <p:grpSpPr>
          <a:xfrm>
            <a:off x="13325076" y="4860234"/>
            <a:ext cx="654136" cy="714396"/>
            <a:chOff x="-56379450" y="3983400"/>
            <a:chExt cx="290650" cy="317425"/>
          </a:xfrm>
        </p:grpSpPr>
        <p:sp>
          <p:nvSpPr>
            <p:cNvPr id="8279" name="Google Shape;8279;p146"/>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80" name="Google Shape;8280;p146"/>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81" name="Google Shape;8281;p146"/>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82" name="Google Shape;8282;p146"/>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83" name="Google Shape;8283;p146"/>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84" name="Google Shape;8284;p146"/>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85" name="Google Shape;8285;p146"/>
            <p:cNvSpPr/>
            <p:nvPr/>
          </p:nvSpPr>
          <p:spPr>
            <a:xfrm>
              <a:off x="-56181750" y="4039300"/>
              <a:ext cx="0" cy="25"/>
            </a:xfrm>
            <a:custGeom>
              <a:avLst/>
              <a:gdLst/>
              <a:ahLst/>
              <a:cxnLst/>
              <a:rect l="l" t="t" r="r" b="b"/>
              <a:pathLst>
                <a:path h="1" extrusionOk="0">
                  <a:moveTo>
                    <a:pt x="0" y="1"/>
                  </a:move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86" name="Google Shape;8286;p146"/>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87" name="Google Shape;8287;p146"/>
          <p:cNvGrpSpPr/>
          <p:nvPr/>
        </p:nvGrpSpPr>
        <p:grpSpPr>
          <a:xfrm>
            <a:off x="10652484" y="5788529"/>
            <a:ext cx="632868" cy="717942"/>
            <a:chOff x="-54401725" y="3198925"/>
            <a:chExt cx="281200" cy="319000"/>
          </a:xfrm>
        </p:grpSpPr>
        <p:sp>
          <p:nvSpPr>
            <p:cNvPr id="8288" name="Google Shape;8288;p146"/>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89" name="Google Shape;8289;p146"/>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90" name="Google Shape;8290;p146"/>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91" name="Google Shape;8291;p146"/>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92" name="Google Shape;8292;p146"/>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93" name="Google Shape;8293;p146"/>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94" name="Google Shape;8294;p146"/>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95" name="Google Shape;8295;p146"/>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96" name="Google Shape;8296;p146"/>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97" name="Google Shape;8297;p146"/>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298" name="Google Shape;8298;p146"/>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299" name="Google Shape;8299;p146"/>
          <p:cNvGrpSpPr/>
          <p:nvPr/>
        </p:nvGrpSpPr>
        <p:grpSpPr>
          <a:xfrm>
            <a:off x="10654256" y="6728731"/>
            <a:ext cx="629324" cy="716198"/>
            <a:chOff x="-54401725" y="3590375"/>
            <a:chExt cx="279625" cy="318225"/>
          </a:xfrm>
        </p:grpSpPr>
        <p:sp>
          <p:nvSpPr>
            <p:cNvPr id="8300" name="Google Shape;8300;p146"/>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01" name="Google Shape;8301;p146"/>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02" name="Google Shape;8302;p146"/>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03" name="Google Shape;8303;p146"/>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04" name="Google Shape;8304;p146"/>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05" name="Google Shape;8305;p146"/>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06" name="Google Shape;8306;p146"/>
          <p:cNvGrpSpPr/>
          <p:nvPr/>
        </p:nvGrpSpPr>
        <p:grpSpPr>
          <a:xfrm>
            <a:off x="10649841" y="7655877"/>
            <a:ext cx="638158" cy="716198"/>
            <a:chOff x="-54403300" y="3982600"/>
            <a:chExt cx="283550" cy="318225"/>
          </a:xfrm>
        </p:grpSpPr>
        <p:sp>
          <p:nvSpPr>
            <p:cNvPr id="8307" name="Google Shape;8307;p146"/>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08" name="Google Shape;8308;p146"/>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09" name="Google Shape;8309;p146"/>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10" name="Google Shape;8310;p146"/>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11" name="Google Shape;8311;p146"/>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12" name="Google Shape;8312;p146"/>
          <p:cNvGrpSpPr/>
          <p:nvPr/>
        </p:nvGrpSpPr>
        <p:grpSpPr>
          <a:xfrm>
            <a:off x="15024626" y="5778345"/>
            <a:ext cx="712596" cy="713946"/>
            <a:chOff x="-52458650" y="3194400"/>
            <a:chExt cx="316625" cy="317225"/>
          </a:xfrm>
        </p:grpSpPr>
        <p:sp>
          <p:nvSpPr>
            <p:cNvPr id="8313" name="Google Shape;8313;p146"/>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14" name="Google Shape;8314;p146"/>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15" name="Google Shape;8315;p146"/>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16" name="Google Shape;8316;p146"/>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17" name="Google Shape;8317;p146"/>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18" name="Google Shape;8318;p146"/>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19" name="Google Shape;8319;p146"/>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20" name="Google Shape;8320;p146"/>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21" name="Google Shape;8321;p146"/>
          <p:cNvGrpSpPr/>
          <p:nvPr/>
        </p:nvGrpSpPr>
        <p:grpSpPr>
          <a:xfrm>
            <a:off x="9762376" y="5788529"/>
            <a:ext cx="629324" cy="717942"/>
            <a:chOff x="-54793175" y="3198925"/>
            <a:chExt cx="279625" cy="319000"/>
          </a:xfrm>
        </p:grpSpPr>
        <p:sp>
          <p:nvSpPr>
            <p:cNvPr id="8322" name="Google Shape;8322;p146"/>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23" name="Google Shape;8323;p146"/>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24" name="Google Shape;8324;p146"/>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25" name="Google Shape;8325;p146"/>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26" name="Google Shape;8326;p146"/>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27" name="Google Shape;8327;p146"/>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28" name="Google Shape;8328;p146"/>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29" name="Google Shape;8329;p146"/>
          <p:cNvGrpSpPr/>
          <p:nvPr/>
        </p:nvGrpSpPr>
        <p:grpSpPr>
          <a:xfrm>
            <a:off x="15043223" y="6716297"/>
            <a:ext cx="675406" cy="715690"/>
            <a:chOff x="-52450000" y="3584850"/>
            <a:chExt cx="300100" cy="318000"/>
          </a:xfrm>
        </p:grpSpPr>
        <p:sp>
          <p:nvSpPr>
            <p:cNvPr id="8330" name="Google Shape;8330;p146"/>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31" name="Google Shape;8331;p146"/>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32" name="Google Shape;8332;p146"/>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33" name="Google Shape;8333;p146"/>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34" name="Google Shape;8334;p146"/>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35" name="Google Shape;8335;p146"/>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36" name="Google Shape;8336;p146"/>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37" name="Google Shape;8337;p146"/>
          <p:cNvGrpSpPr/>
          <p:nvPr/>
        </p:nvGrpSpPr>
        <p:grpSpPr>
          <a:xfrm>
            <a:off x="15066262" y="7645242"/>
            <a:ext cx="629324" cy="714452"/>
            <a:chOff x="-52440550" y="3977875"/>
            <a:chExt cx="279625" cy="317450"/>
          </a:xfrm>
        </p:grpSpPr>
        <p:sp>
          <p:nvSpPr>
            <p:cNvPr id="8338" name="Google Shape;8338;p146"/>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39" name="Google Shape;8339;p146"/>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40" name="Google Shape;8340;p146"/>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41" name="Google Shape;8341;p146"/>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42" name="Google Shape;8342;p146"/>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43" name="Google Shape;8343;p146"/>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44" name="Google Shape;8344;p146"/>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45" name="Google Shape;8345;p146"/>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46" name="Google Shape;8346;p146"/>
          <p:cNvGrpSpPr/>
          <p:nvPr/>
        </p:nvGrpSpPr>
        <p:grpSpPr>
          <a:xfrm>
            <a:off x="13290132" y="8557655"/>
            <a:ext cx="629324" cy="717998"/>
            <a:chOff x="-51623775" y="3584850"/>
            <a:chExt cx="279625" cy="319025"/>
          </a:xfrm>
        </p:grpSpPr>
        <p:sp>
          <p:nvSpPr>
            <p:cNvPr id="8347" name="Google Shape;8347;p146"/>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48" name="Google Shape;8348;p146"/>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49" name="Google Shape;8349;p146"/>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50" name="Google Shape;8350;p146"/>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51" name="Google Shape;8351;p146"/>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52" name="Google Shape;8352;p146"/>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53" name="Google Shape;8353;p146"/>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54" name="Google Shape;8354;p146"/>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55" name="Google Shape;8355;p146"/>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618" name="Google Shape;7240;p145">
            <a:extLst>
              <a:ext uri="{FF2B5EF4-FFF2-40B4-BE49-F238E27FC236}">
                <a16:creationId xmlns:a16="http://schemas.microsoft.com/office/drawing/2014/main" id="{ED69C388-044D-47BE-9247-3673DAD784B3}"/>
              </a:ext>
            </a:extLst>
          </p:cNvPr>
          <p:cNvSpPr/>
          <p:nvPr/>
        </p:nvSpPr>
        <p:spPr>
          <a:xfrm>
            <a:off x="7173559" y="9354092"/>
            <a:ext cx="738166" cy="738224"/>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359"/>
        <p:cNvGrpSpPr/>
        <p:nvPr/>
      </p:nvGrpSpPr>
      <p:grpSpPr>
        <a:xfrm>
          <a:off x="0" y="0"/>
          <a:ext cx="0" cy="0"/>
          <a:chOff x="0" y="0"/>
          <a:chExt cx="0" cy="0"/>
        </a:xfrm>
      </p:grpSpPr>
      <p:sp>
        <p:nvSpPr>
          <p:cNvPr id="8360" name="Google Shape;8360;p147"/>
          <p:cNvSpPr txBox="1">
            <a:spLocks noGrp="1"/>
          </p:cNvSpPr>
          <p:nvPr>
            <p:ph type="title" idx="4294967295"/>
          </p:nvPr>
        </p:nvSpPr>
        <p:spPr>
          <a:xfrm>
            <a:off x="1699350" y="1887600"/>
            <a:ext cx="69642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8361" name="Google Shape;8361;p147"/>
          <p:cNvSpPr txBox="1">
            <a:spLocks noGrp="1"/>
          </p:cNvSpPr>
          <p:nvPr>
            <p:ph type="title" idx="4294967295"/>
          </p:nvPr>
        </p:nvSpPr>
        <p:spPr>
          <a:xfrm>
            <a:off x="9716800" y="1887600"/>
            <a:ext cx="69642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8362" name="Google Shape;8362;p147"/>
          <p:cNvGrpSpPr/>
          <p:nvPr/>
        </p:nvGrpSpPr>
        <p:grpSpPr>
          <a:xfrm>
            <a:off x="1771351" y="3078498"/>
            <a:ext cx="552006" cy="714600"/>
            <a:chOff x="-50469125" y="3183175"/>
            <a:chExt cx="233150" cy="301825"/>
          </a:xfrm>
        </p:grpSpPr>
        <p:sp>
          <p:nvSpPr>
            <p:cNvPr id="8363" name="Google Shape;8363;p147"/>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64" name="Google Shape;8364;p147"/>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65" name="Google Shape;8365;p147"/>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66" name="Google Shape;8366;p147"/>
          <p:cNvGrpSpPr/>
          <p:nvPr/>
        </p:nvGrpSpPr>
        <p:grpSpPr>
          <a:xfrm>
            <a:off x="1691149" y="3949302"/>
            <a:ext cx="712410" cy="710576"/>
            <a:chOff x="-50504575" y="3550975"/>
            <a:chExt cx="300900" cy="300125"/>
          </a:xfrm>
        </p:grpSpPr>
        <p:sp>
          <p:nvSpPr>
            <p:cNvPr id="8367" name="Google Shape;8367;p147"/>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68" name="Google Shape;8368;p147"/>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69" name="Google Shape;8369;p147"/>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70" name="Google Shape;8370;p147"/>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71" name="Google Shape;8371;p147"/>
          <p:cNvGrpSpPr/>
          <p:nvPr/>
        </p:nvGrpSpPr>
        <p:grpSpPr>
          <a:xfrm>
            <a:off x="1691149" y="4825787"/>
            <a:ext cx="712410" cy="708682"/>
            <a:chOff x="-50503000" y="3921175"/>
            <a:chExt cx="300900" cy="299325"/>
          </a:xfrm>
        </p:grpSpPr>
        <p:sp>
          <p:nvSpPr>
            <p:cNvPr id="8372" name="Google Shape;8372;p147"/>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73" name="Google Shape;8373;p147"/>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74" name="Google Shape;8374;p147"/>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75" name="Google Shape;8375;p147"/>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76" name="Google Shape;8376;p147"/>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77" name="Google Shape;8377;p147"/>
          <p:cNvGrpSpPr/>
          <p:nvPr/>
        </p:nvGrpSpPr>
        <p:grpSpPr>
          <a:xfrm>
            <a:off x="6099254" y="3117623"/>
            <a:ext cx="710516" cy="712410"/>
            <a:chOff x="-48630025" y="3199700"/>
            <a:chExt cx="300100" cy="300900"/>
          </a:xfrm>
        </p:grpSpPr>
        <p:sp>
          <p:nvSpPr>
            <p:cNvPr id="8378" name="Google Shape;8378;p147"/>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79" name="Google Shape;8379;p147"/>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80" name="Google Shape;8380;p147"/>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81" name="Google Shape;8381;p147"/>
          <p:cNvGrpSpPr/>
          <p:nvPr/>
        </p:nvGrpSpPr>
        <p:grpSpPr>
          <a:xfrm>
            <a:off x="6099254" y="3992214"/>
            <a:ext cx="710516" cy="710516"/>
            <a:chOff x="-48630025" y="3569100"/>
            <a:chExt cx="300100" cy="300100"/>
          </a:xfrm>
        </p:grpSpPr>
        <p:sp>
          <p:nvSpPr>
            <p:cNvPr id="8382" name="Google Shape;8382;p147"/>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83" name="Google Shape;8383;p147"/>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84" name="Google Shape;8384;p147"/>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85" name="Google Shape;8385;p147"/>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86" name="Google Shape;8386;p147"/>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87" name="Google Shape;8387;p147"/>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88" name="Google Shape;8388;p147"/>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89" name="Google Shape;8389;p147"/>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90" name="Google Shape;8390;p147"/>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91" name="Google Shape;8391;p147"/>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92" name="Google Shape;8392;p147"/>
          <p:cNvGrpSpPr/>
          <p:nvPr/>
        </p:nvGrpSpPr>
        <p:grpSpPr>
          <a:xfrm>
            <a:off x="6100203" y="4866806"/>
            <a:ext cx="708622" cy="706788"/>
            <a:chOff x="-48629225" y="3938500"/>
            <a:chExt cx="299300" cy="298525"/>
          </a:xfrm>
        </p:grpSpPr>
        <p:sp>
          <p:nvSpPr>
            <p:cNvPr id="8393" name="Google Shape;8393;p147"/>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94" name="Google Shape;8394;p147"/>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95" name="Google Shape;8395;p147"/>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96" name="Google Shape;8396;p147"/>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397" name="Google Shape;8397;p147"/>
          <p:cNvGrpSpPr/>
          <p:nvPr/>
        </p:nvGrpSpPr>
        <p:grpSpPr>
          <a:xfrm>
            <a:off x="3571008" y="5809489"/>
            <a:ext cx="622916" cy="708682"/>
            <a:chOff x="-46762575" y="3200500"/>
            <a:chExt cx="263100" cy="299325"/>
          </a:xfrm>
        </p:grpSpPr>
        <p:sp>
          <p:nvSpPr>
            <p:cNvPr id="8398" name="Google Shape;8398;p147"/>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399" name="Google Shape;8399;p147"/>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00" name="Google Shape;8400;p147"/>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01" name="Google Shape;8401;p147"/>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02" name="Google Shape;8402;p147"/>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03" name="Google Shape;8403;p147"/>
          <p:cNvGrpSpPr/>
          <p:nvPr/>
        </p:nvGrpSpPr>
        <p:grpSpPr>
          <a:xfrm>
            <a:off x="3527178" y="6726933"/>
            <a:ext cx="710576" cy="624750"/>
            <a:chOff x="-46779900" y="3588000"/>
            <a:chExt cx="300125" cy="263875"/>
          </a:xfrm>
        </p:grpSpPr>
        <p:sp>
          <p:nvSpPr>
            <p:cNvPr id="8404" name="Google Shape;8404;p147"/>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05" name="Google Shape;8405;p147"/>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06" name="Google Shape;8406;p147"/>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07" name="Google Shape;8407;p147"/>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08" name="Google Shape;8408;p147"/>
          <p:cNvGrpSpPr/>
          <p:nvPr/>
        </p:nvGrpSpPr>
        <p:grpSpPr>
          <a:xfrm>
            <a:off x="3528125" y="7556776"/>
            <a:ext cx="708682" cy="706788"/>
            <a:chOff x="-46779100" y="3938500"/>
            <a:chExt cx="299325" cy="298525"/>
          </a:xfrm>
        </p:grpSpPr>
        <p:sp>
          <p:nvSpPr>
            <p:cNvPr id="8409" name="Google Shape;8409;p147"/>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10" name="Google Shape;8410;p147"/>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11" name="Google Shape;8411;p147"/>
          <p:cNvGrpSpPr/>
          <p:nvPr/>
        </p:nvGrpSpPr>
        <p:grpSpPr>
          <a:xfrm>
            <a:off x="7943600" y="5822510"/>
            <a:ext cx="710516" cy="710576"/>
            <a:chOff x="-44924250" y="3206000"/>
            <a:chExt cx="300100" cy="300125"/>
          </a:xfrm>
        </p:grpSpPr>
        <p:sp>
          <p:nvSpPr>
            <p:cNvPr id="8412" name="Google Shape;8412;p147"/>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13" name="Google Shape;8413;p147"/>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14" name="Google Shape;8414;p147"/>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15" name="Google Shape;8415;p147"/>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16" name="Google Shape;8416;p147"/>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17" name="Google Shape;8417;p147"/>
          <p:cNvGrpSpPr/>
          <p:nvPr/>
        </p:nvGrpSpPr>
        <p:grpSpPr>
          <a:xfrm>
            <a:off x="2572572" y="3078498"/>
            <a:ext cx="710516" cy="710516"/>
            <a:chOff x="-50134375" y="3183175"/>
            <a:chExt cx="300100" cy="300100"/>
          </a:xfrm>
        </p:grpSpPr>
        <p:sp>
          <p:nvSpPr>
            <p:cNvPr id="8418" name="Google Shape;8418;p147"/>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19" name="Google Shape;8419;p147"/>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20" name="Google Shape;8420;p147"/>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21" name="Google Shape;8421;p147"/>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22" name="Google Shape;8422;p147"/>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23" name="Google Shape;8423;p147"/>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24" name="Google Shape;8424;p147"/>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25" name="Google Shape;8425;p147"/>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26" name="Google Shape;8426;p147"/>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27" name="Google Shape;8427;p147"/>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28" name="Google Shape;8428;p147"/>
          <p:cNvGrpSpPr/>
          <p:nvPr/>
        </p:nvGrpSpPr>
        <p:grpSpPr>
          <a:xfrm>
            <a:off x="2572572" y="3949302"/>
            <a:ext cx="710516" cy="710576"/>
            <a:chOff x="-50134375" y="3550975"/>
            <a:chExt cx="300100" cy="300125"/>
          </a:xfrm>
        </p:grpSpPr>
        <p:sp>
          <p:nvSpPr>
            <p:cNvPr id="8429" name="Google Shape;8429;p147"/>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30" name="Google Shape;8430;p147"/>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31" name="Google Shape;8431;p147"/>
          <p:cNvGrpSpPr/>
          <p:nvPr/>
        </p:nvGrpSpPr>
        <p:grpSpPr>
          <a:xfrm>
            <a:off x="2572572" y="4824367"/>
            <a:ext cx="710516" cy="710102"/>
            <a:chOff x="-50134375" y="3920575"/>
            <a:chExt cx="300100" cy="299925"/>
          </a:xfrm>
        </p:grpSpPr>
        <p:sp>
          <p:nvSpPr>
            <p:cNvPr id="8432" name="Google Shape;8432;p147"/>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33" name="Google Shape;8433;p147"/>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34" name="Google Shape;8434;p147"/>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35" name="Google Shape;8435;p147"/>
          <p:cNvGrpSpPr/>
          <p:nvPr/>
        </p:nvGrpSpPr>
        <p:grpSpPr>
          <a:xfrm>
            <a:off x="6994021" y="3119516"/>
            <a:ext cx="714246" cy="710516"/>
            <a:chOff x="-48262200" y="3200500"/>
            <a:chExt cx="301675" cy="300100"/>
          </a:xfrm>
        </p:grpSpPr>
        <p:sp>
          <p:nvSpPr>
            <p:cNvPr id="8436" name="Google Shape;8436;p147"/>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37" name="Google Shape;8437;p147"/>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38" name="Google Shape;8438;p147"/>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39" name="Google Shape;8439;p147"/>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40" name="Google Shape;8440;p147"/>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41" name="Google Shape;8441;p147"/>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42" name="Google Shape;8442;p147"/>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43" name="Google Shape;8443;p147"/>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44" name="Google Shape;8444;p147"/>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45" name="Google Shape;8445;p147"/>
          <p:cNvGrpSpPr/>
          <p:nvPr/>
        </p:nvGrpSpPr>
        <p:grpSpPr>
          <a:xfrm>
            <a:off x="7052767" y="3993695"/>
            <a:ext cx="596754" cy="709038"/>
            <a:chOff x="-48233050" y="3569725"/>
            <a:chExt cx="252050" cy="299475"/>
          </a:xfrm>
        </p:grpSpPr>
        <p:sp>
          <p:nvSpPr>
            <p:cNvPr id="8446" name="Google Shape;8446;p147"/>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47" name="Google Shape;8447;p147"/>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48" name="Google Shape;8448;p147"/>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49" name="Google Shape;8449;p147"/>
          <p:cNvGrpSpPr/>
          <p:nvPr/>
        </p:nvGrpSpPr>
        <p:grpSpPr>
          <a:xfrm>
            <a:off x="7100297" y="4861182"/>
            <a:ext cx="501694" cy="716140"/>
            <a:chOff x="-48216525" y="3936125"/>
            <a:chExt cx="211900" cy="302475"/>
          </a:xfrm>
        </p:grpSpPr>
        <p:sp>
          <p:nvSpPr>
            <p:cNvPr id="8450" name="Google Shape;8450;p147"/>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51" name="Google Shape;8451;p147"/>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52" name="Google Shape;8452;p147"/>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53" name="Google Shape;8453;p147"/>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54" name="Google Shape;8454;p147"/>
          <p:cNvGrpSpPr/>
          <p:nvPr/>
        </p:nvGrpSpPr>
        <p:grpSpPr>
          <a:xfrm>
            <a:off x="4411732" y="5811322"/>
            <a:ext cx="710516" cy="710576"/>
            <a:chOff x="-46410500" y="3201275"/>
            <a:chExt cx="300100" cy="300125"/>
          </a:xfrm>
        </p:grpSpPr>
        <p:sp>
          <p:nvSpPr>
            <p:cNvPr id="8455" name="Google Shape;8455;p147"/>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56" name="Google Shape;8456;p147"/>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57" name="Google Shape;8457;p147"/>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58" name="Google Shape;8458;p147"/>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59" name="Google Shape;8459;p147"/>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60" name="Google Shape;8460;p147"/>
          <p:cNvGrpSpPr/>
          <p:nvPr/>
        </p:nvGrpSpPr>
        <p:grpSpPr>
          <a:xfrm>
            <a:off x="4411732" y="6682185"/>
            <a:ext cx="710516" cy="712410"/>
            <a:chOff x="-46409700" y="3569100"/>
            <a:chExt cx="300100" cy="300900"/>
          </a:xfrm>
        </p:grpSpPr>
        <p:sp>
          <p:nvSpPr>
            <p:cNvPr id="8461" name="Google Shape;8461;p147"/>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62" name="Google Shape;8462;p147"/>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63" name="Google Shape;8463;p147"/>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64" name="Google Shape;8464;p147"/>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65" name="Google Shape;8465;p147"/>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66" name="Google Shape;8466;p147"/>
          <p:cNvGrpSpPr/>
          <p:nvPr/>
        </p:nvGrpSpPr>
        <p:grpSpPr>
          <a:xfrm>
            <a:off x="4387495" y="7553048"/>
            <a:ext cx="758994" cy="716140"/>
            <a:chOff x="-46422300" y="3936925"/>
            <a:chExt cx="320575" cy="302475"/>
          </a:xfrm>
        </p:grpSpPr>
        <p:sp>
          <p:nvSpPr>
            <p:cNvPr id="8467" name="Google Shape;8467;p147"/>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68" name="Google Shape;8468;p147"/>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69" name="Google Shape;8469;p147"/>
          <p:cNvGrpSpPr/>
          <p:nvPr/>
        </p:nvGrpSpPr>
        <p:grpSpPr>
          <a:xfrm>
            <a:off x="7942653" y="6661704"/>
            <a:ext cx="712410" cy="710516"/>
            <a:chOff x="-44914800" y="3560450"/>
            <a:chExt cx="300900" cy="300100"/>
          </a:xfrm>
        </p:grpSpPr>
        <p:sp>
          <p:nvSpPr>
            <p:cNvPr id="8470" name="Google Shape;8470;p147"/>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71" name="Google Shape;8471;p147"/>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72" name="Google Shape;8472;p147"/>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73" name="Google Shape;8473;p147"/>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74" name="Google Shape;8474;p147"/>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75" name="Google Shape;8475;p147"/>
          <p:cNvGrpSpPr/>
          <p:nvPr/>
        </p:nvGrpSpPr>
        <p:grpSpPr>
          <a:xfrm>
            <a:off x="3452757" y="3078972"/>
            <a:ext cx="708622" cy="708208"/>
            <a:chOff x="-49764975" y="3183375"/>
            <a:chExt cx="299300" cy="299125"/>
          </a:xfrm>
        </p:grpSpPr>
        <p:sp>
          <p:nvSpPr>
            <p:cNvPr id="8476" name="Google Shape;8476;p147"/>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77" name="Google Shape;8477;p147"/>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78" name="Google Shape;8478;p147"/>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79" name="Google Shape;8479;p147"/>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80" name="Google Shape;8480;p147"/>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81" name="Google Shape;8481;p147"/>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82" name="Google Shape;8482;p147"/>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83" name="Google Shape;8483;p147"/>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84" name="Google Shape;8484;p147"/>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85" name="Google Shape;8485;p147"/>
          <p:cNvGrpSpPr/>
          <p:nvPr/>
        </p:nvGrpSpPr>
        <p:grpSpPr>
          <a:xfrm>
            <a:off x="3452757" y="3949895"/>
            <a:ext cx="708622" cy="711818"/>
            <a:chOff x="-49764975" y="3551225"/>
            <a:chExt cx="299300" cy="300650"/>
          </a:xfrm>
        </p:grpSpPr>
        <p:sp>
          <p:nvSpPr>
            <p:cNvPr id="8486" name="Google Shape;8486;p147"/>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87" name="Google Shape;8487;p147"/>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88" name="Google Shape;8488;p147"/>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89" name="Google Shape;8489;p147"/>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90" name="Google Shape;8490;p147"/>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91" name="Google Shape;8491;p147"/>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92" name="Google Shape;8492;p147"/>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93" name="Google Shape;8493;p147"/>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94" name="Google Shape;8494;p147"/>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95" name="Google Shape;8495;p147"/>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96" name="Google Shape;8496;p147"/>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497" name="Google Shape;8497;p147"/>
          <p:cNvGrpSpPr/>
          <p:nvPr/>
        </p:nvGrpSpPr>
        <p:grpSpPr>
          <a:xfrm>
            <a:off x="3448081" y="4823421"/>
            <a:ext cx="717974" cy="711050"/>
            <a:chOff x="-49766550" y="3920175"/>
            <a:chExt cx="303250" cy="300325"/>
          </a:xfrm>
        </p:grpSpPr>
        <p:sp>
          <p:nvSpPr>
            <p:cNvPr id="8498" name="Google Shape;8498;p147"/>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499" name="Google Shape;8499;p147"/>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00" name="Google Shape;8500;p147"/>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01" name="Google Shape;8501;p147"/>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02" name="Google Shape;8502;p147"/>
          <p:cNvGrpSpPr/>
          <p:nvPr/>
        </p:nvGrpSpPr>
        <p:grpSpPr>
          <a:xfrm>
            <a:off x="7879143" y="3119517"/>
            <a:ext cx="714246" cy="708682"/>
            <a:chOff x="-47892800" y="3200500"/>
            <a:chExt cx="301675" cy="299325"/>
          </a:xfrm>
        </p:grpSpPr>
        <p:sp>
          <p:nvSpPr>
            <p:cNvPr id="8503" name="Google Shape;8503;p147"/>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04" name="Google Shape;8504;p147"/>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05" name="Google Shape;8505;p147"/>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06" name="Google Shape;8506;p147"/>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07" name="Google Shape;8507;p147"/>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08" name="Google Shape;8508;p147"/>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09" name="Google Shape;8509;p147"/>
          <p:cNvGrpSpPr/>
          <p:nvPr/>
        </p:nvGrpSpPr>
        <p:grpSpPr>
          <a:xfrm>
            <a:off x="8006875" y="3992214"/>
            <a:ext cx="458782" cy="710516"/>
            <a:chOff x="-47839250" y="3569100"/>
            <a:chExt cx="193775" cy="300100"/>
          </a:xfrm>
        </p:grpSpPr>
        <p:sp>
          <p:nvSpPr>
            <p:cNvPr id="8510" name="Google Shape;8510;p147"/>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11" name="Google Shape;8511;p147"/>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12" name="Google Shape;8512;p147"/>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13" name="Google Shape;8513;p147"/>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14" name="Google Shape;8514;p147"/>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15" name="Google Shape;8515;p147"/>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16" name="Google Shape;8516;p147"/>
          <p:cNvGrpSpPr/>
          <p:nvPr/>
        </p:nvGrpSpPr>
        <p:grpSpPr>
          <a:xfrm>
            <a:off x="7881006" y="4864913"/>
            <a:ext cx="710516" cy="712410"/>
            <a:chOff x="-47892800" y="3937700"/>
            <a:chExt cx="300100" cy="300900"/>
          </a:xfrm>
        </p:grpSpPr>
        <p:sp>
          <p:nvSpPr>
            <p:cNvPr id="8517" name="Google Shape;8517;p147"/>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18" name="Google Shape;8518;p147"/>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19" name="Google Shape;8519;p147"/>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20" name="Google Shape;8520;p147"/>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21" name="Google Shape;8521;p147"/>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22" name="Google Shape;8522;p147"/>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23" name="Google Shape;8523;p147"/>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24" name="Google Shape;8524;p147"/>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25" name="Google Shape;8525;p147"/>
          <p:cNvGrpSpPr/>
          <p:nvPr/>
        </p:nvGrpSpPr>
        <p:grpSpPr>
          <a:xfrm>
            <a:off x="5291596" y="5852340"/>
            <a:ext cx="710516" cy="622916"/>
            <a:chOff x="-46042675" y="3218600"/>
            <a:chExt cx="300100" cy="263100"/>
          </a:xfrm>
        </p:grpSpPr>
        <p:sp>
          <p:nvSpPr>
            <p:cNvPr id="8526" name="Google Shape;8526;p147"/>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27" name="Google Shape;8527;p147"/>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28" name="Google Shape;8528;p147"/>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29" name="Google Shape;8529;p147"/>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30" name="Google Shape;8530;p147"/>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31" name="Google Shape;8531;p147"/>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32" name="Google Shape;8532;p147"/>
          <p:cNvGrpSpPr/>
          <p:nvPr/>
        </p:nvGrpSpPr>
        <p:grpSpPr>
          <a:xfrm>
            <a:off x="5291596" y="6681238"/>
            <a:ext cx="710516" cy="646236"/>
            <a:chOff x="-46042675" y="3568700"/>
            <a:chExt cx="300100" cy="272950"/>
          </a:xfrm>
        </p:grpSpPr>
        <p:sp>
          <p:nvSpPr>
            <p:cNvPr id="8533" name="Google Shape;8533;p147"/>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34" name="Google Shape;8534;p147"/>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35" name="Google Shape;8535;p147"/>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36" name="Google Shape;8536;p147"/>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37" name="Google Shape;8537;p147"/>
          <p:cNvGrpSpPr/>
          <p:nvPr/>
        </p:nvGrpSpPr>
        <p:grpSpPr>
          <a:xfrm>
            <a:off x="5375499" y="7555179"/>
            <a:ext cx="542714" cy="712114"/>
            <a:chOff x="-46007225" y="3937825"/>
            <a:chExt cx="229225" cy="300775"/>
          </a:xfrm>
        </p:grpSpPr>
        <p:sp>
          <p:nvSpPr>
            <p:cNvPr id="8538" name="Google Shape;8538;p147"/>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39" name="Google Shape;8539;p147"/>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40" name="Google Shape;8540;p147"/>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41" name="Google Shape;8541;p147"/>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42" name="Google Shape;8542;p147"/>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43" name="Google Shape;8543;p147"/>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44" name="Google Shape;8544;p147"/>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45" name="Google Shape;8545;p147"/>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46" name="Google Shape;8546;p147"/>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47" name="Google Shape;8547;p147"/>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48" name="Google Shape;8548;p147"/>
          <p:cNvGrpSpPr/>
          <p:nvPr/>
        </p:nvGrpSpPr>
        <p:grpSpPr>
          <a:xfrm>
            <a:off x="7986483" y="7535350"/>
            <a:ext cx="624750" cy="715192"/>
            <a:chOff x="-44895900" y="3929450"/>
            <a:chExt cx="263875" cy="302075"/>
          </a:xfrm>
        </p:grpSpPr>
        <p:sp>
          <p:nvSpPr>
            <p:cNvPr id="8549" name="Google Shape;8549;p147"/>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50" name="Google Shape;8550;p147"/>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51" name="Google Shape;8551;p147"/>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52" name="Google Shape;8552;p147"/>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53" name="Google Shape;8553;p147"/>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54" name="Google Shape;8554;p147"/>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55" name="Google Shape;8555;p147"/>
          <p:cNvGrpSpPr/>
          <p:nvPr/>
        </p:nvGrpSpPr>
        <p:grpSpPr>
          <a:xfrm>
            <a:off x="4334121" y="3100873"/>
            <a:ext cx="712410" cy="665770"/>
            <a:chOff x="-49397175" y="3192625"/>
            <a:chExt cx="300900" cy="281200"/>
          </a:xfrm>
        </p:grpSpPr>
        <p:sp>
          <p:nvSpPr>
            <p:cNvPr id="8556" name="Google Shape;8556;p147"/>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57" name="Google Shape;8557;p147"/>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58" name="Google Shape;8558;p147"/>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59" name="Google Shape;8559;p147"/>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60" name="Google Shape;8560;p147"/>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61" name="Google Shape;8561;p147"/>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62" name="Google Shape;8562;p147"/>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63" name="Google Shape;8563;p147"/>
          <p:cNvGrpSpPr/>
          <p:nvPr/>
        </p:nvGrpSpPr>
        <p:grpSpPr>
          <a:xfrm>
            <a:off x="4386326" y="3949303"/>
            <a:ext cx="608000" cy="712410"/>
            <a:chOff x="-49375900" y="3550975"/>
            <a:chExt cx="256800" cy="300900"/>
          </a:xfrm>
        </p:grpSpPr>
        <p:sp>
          <p:nvSpPr>
            <p:cNvPr id="8564" name="Google Shape;8564;p147"/>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65" name="Google Shape;8565;p147"/>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66" name="Google Shape;8566;p147"/>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67" name="Google Shape;8567;p147"/>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68" name="Google Shape;8568;p147"/>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69" name="Google Shape;8569;p147"/>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70" name="Google Shape;8570;p147"/>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71" name="Google Shape;8571;p147"/>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72" name="Google Shape;8572;p147"/>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73" name="Google Shape;8573;p147"/>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74" name="Google Shape;8574;p147"/>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75" name="Google Shape;8575;p147"/>
          <p:cNvGrpSpPr/>
          <p:nvPr/>
        </p:nvGrpSpPr>
        <p:grpSpPr>
          <a:xfrm>
            <a:off x="4377033" y="4823893"/>
            <a:ext cx="626586" cy="712410"/>
            <a:chOff x="-49378250" y="3920375"/>
            <a:chExt cx="264650" cy="300900"/>
          </a:xfrm>
        </p:grpSpPr>
        <p:sp>
          <p:nvSpPr>
            <p:cNvPr id="8576" name="Google Shape;8576;p147"/>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77" name="Google Shape;8577;p147"/>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78" name="Google Shape;8578;p147"/>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79" name="Google Shape;8579;p147"/>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80" name="Google Shape;8580;p147"/>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81" name="Google Shape;8581;p147"/>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82" name="Google Shape;8582;p147"/>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83" name="Google Shape;8583;p147"/>
          <p:cNvGrpSpPr/>
          <p:nvPr/>
        </p:nvGrpSpPr>
        <p:grpSpPr>
          <a:xfrm>
            <a:off x="1815009" y="5809489"/>
            <a:ext cx="624750" cy="714246"/>
            <a:chOff x="-47505300" y="3200500"/>
            <a:chExt cx="263875" cy="301675"/>
          </a:xfrm>
        </p:grpSpPr>
        <p:sp>
          <p:nvSpPr>
            <p:cNvPr id="8584" name="Google Shape;8584;p147"/>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85" name="Google Shape;8585;p147"/>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86" name="Google Shape;8586;p147"/>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87" name="Google Shape;8587;p147"/>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88" name="Google Shape;8588;p147"/>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89" name="Google Shape;8589;p147"/>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90" name="Google Shape;8590;p147"/>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91" name="Google Shape;8591;p147"/>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92" name="Google Shape;8592;p147"/>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93" name="Google Shape;8593;p147"/>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94" name="Google Shape;8594;p147"/>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95" name="Google Shape;8595;p147"/>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96" name="Google Shape;8596;p147"/>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597" name="Google Shape;8597;p147"/>
          <p:cNvGrpSpPr/>
          <p:nvPr/>
        </p:nvGrpSpPr>
        <p:grpSpPr>
          <a:xfrm>
            <a:off x="1771208" y="6682185"/>
            <a:ext cx="712352" cy="710102"/>
            <a:chOff x="-47524975" y="3569100"/>
            <a:chExt cx="300875" cy="299925"/>
          </a:xfrm>
        </p:grpSpPr>
        <p:sp>
          <p:nvSpPr>
            <p:cNvPr id="8598" name="Google Shape;8598;p147"/>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599" name="Google Shape;8599;p147"/>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00" name="Google Shape;8600;p147"/>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01" name="Google Shape;8601;p147"/>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02" name="Google Shape;8602;p147"/>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03" name="Google Shape;8603;p147"/>
          <p:cNvGrpSpPr/>
          <p:nvPr/>
        </p:nvGrpSpPr>
        <p:grpSpPr>
          <a:xfrm>
            <a:off x="1772124" y="7640708"/>
            <a:ext cx="710516" cy="540820"/>
            <a:chOff x="-47523400" y="3973950"/>
            <a:chExt cx="300100" cy="228425"/>
          </a:xfrm>
        </p:grpSpPr>
        <p:sp>
          <p:nvSpPr>
            <p:cNvPr id="8604" name="Google Shape;8604;p147"/>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05" name="Google Shape;8605;p147"/>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06" name="Google Shape;8606;p147"/>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07" name="Google Shape;8607;p147"/>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08" name="Google Shape;8608;p147"/>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09" name="Google Shape;8609;p147"/>
          <p:cNvGrpSpPr/>
          <p:nvPr/>
        </p:nvGrpSpPr>
        <p:grpSpPr>
          <a:xfrm>
            <a:off x="6182367" y="5806706"/>
            <a:ext cx="708682" cy="715192"/>
            <a:chOff x="-45673275" y="3199325"/>
            <a:chExt cx="299325" cy="302075"/>
          </a:xfrm>
        </p:grpSpPr>
        <p:sp>
          <p:nvSpPr>
            <p:cNvPr id="8610" name="Google Shape;8610;p147"/>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11" name="Google Shape;8611;p147"/>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12" name="Google Shape;8612;p147"/>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13" name="Google Shape;8613;p147"/>
          <p:cNvGrpSpPr/>
          <p:nvPr/>
        </p:nvGrpSpPr>
        <p:grpSpPr>
          <a:xfrm>
            <a:off x="6180503" y="6723204"/>
            <a:ext cx="712410" cy="628480"/>
            <a:chOff x="-45674075" y="3586425"/>
            <a:chExt cx="300900" cy="265450"/>
          </a:xfrm>
        </p:grpSpPr>
        <p:sp>
          <p:nvSpPr>
            <p:cNvPr id="8614" name="Google Shape;8614;p147"/>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15" name="Google Shape;8615;p147"/>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16" name="Google Shape;8616;p147"/>
          <p:cNvGrpSpPr/>
          <p:nvPr/>
        </p:nvGrpSpPr>
        <p:grpSpPr>
          <a:xfrm>
            <a:off x="6182367" y="7554883"/>
            <a:ext cx="708682" cy="712410"/>
            <a:chOff x="-45673275" y="3937700"/>
            <a:chExt cx="299325" cy="300900"/>
          </a:xfrm>
        </p:grpSpPr>
        <p:sp>
          <p:nvSpPr>
            <p:cNvPr id="8617" name="Google Shape;8617;p147"/>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18" name="Google Shape;8618;p147"/>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19" name="Google Shape;8619;p147"/>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20" name="Google Shape;8620;p147"/>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21" name="Google Shape;8621;p147"/>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22" name="Google Shape;8622;p147"/>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23" name="Google Shape;8623;p147"/>
          <p:cNvGrpSpPr/>
          <p:nvPr/>
        </p:nvGrpSpPr>
        <p:grpSpPr>
          <a:xfrm>
            <a:off x="4410699" y="8540451"/>
            <a:ext cx="712410" cy="712410"/>
            <a:chOff x="-44512325" y="3176075"/>
            <a:chExt cx="300900" cy="300900"/>
          </a:xfrm>
        </p:grpSpPr>
        <p:sp>
          <p:nvSpPr>
            <p:cNvPr id="8624" name="Google Shape;8624;p147"/>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25" name="Google Shape;8625;p147"/>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26" name="Google Shape;8626;p147"/>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27" name="Google Shape;8627;p147"/>
          <p:cNvGrpSpPr/>
          <p:nvPr/>
        </p:nvGrpSpPr>
        <p:grpSpPr>
          <a:xfrm>
            <a:off x="5217379" y="3078499"/>
            <a:ext cx="708682" cy="708682"/>
            <a:chOff x="-49027775" y="3183175"/>
            <a:chExt cx="299325" cy="299325"/>
          </a:xfrm>
        </p:grpSpPr>
        <p:sp>
          <p:nvSpPr>
            <p:cNvPr id="8628" name="Google Shape;8628;p147"/>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29" name="Google Shape;8629;p147"/>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30" name="Google Shape;8630;p147"/>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31" name="Google Shape;8631;p147"/>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32" name="Google Shape;8632;p147"/>
          <p:cNvGrpSpPr/>
          <p:nvPr/>
        </p:nvGrpSpPr>
        <p:grpSpPr>
          <a:xfrm>
            <a:off x="5216460" y="3949302"/>
            <a:ext cx="710516" cy="714304"/>
            <a:chOff x="-49027775" y="3550975"/>
            <a:chExt cx="300100" cy="301700"/>
          </a:xfrm>
        </p:grpSpPr>
        <p:sp>
          <p:nvSpPr>
            <p:cNvPr id="8633" name="Google Shape;8633;p147"/>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34" name="Google Shape;8634;p147"/>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35" name="Google Shape;8635;p147"/>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36" name="Google Shape;8636;p147"/>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37" name="Google Shape;8637;p147"/>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38" name="Google Shape;8638;p147"/>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39" name="Google Shape;8639;p147"/>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40" name="Google Shape;8640;p147"/>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41" name="Google Shape;8641;p147"/>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42" name="Google Shape;8642;p147"/>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43" name="Google Shape;8643;p147"/>
          <p:cNvGrpSpPr/>
          <p:nvPr/>
        </p:nvGrpSpPr>
        <p:grpSpPr>
          <a:xfrm>
            <a:off x="5212612" y="4823421"/>
            <a:ext cx="718212" cy="711050"/>
            <a:chOff x="-49031025" y="3920175"/>
            <a:chExt cx="303350" cy="300325"/>
          </a:xfrm>
        </p:grpSpPr>
        <p:sp>
          <p:nvSpPr>
            <p:cNvPr id="8644" name="Google Shape;8644;p147"/>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45" name="Google Shape;8645;p147"/>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46" name="Google Shape;8646;p147"/>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47" name="Google Shape;8647;p147"/>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48" name="Google Shape;8648;p147"/>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49" name="Google Shape;8649;p147"/>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50" name="Google Shape;8650;p147"/>
          <p:cNvGrpSpPr/>
          <p:nvPr/>
        </p:nvGrpSpPr>
        <p:grpSpPr>
          <a:xfrm>
            <a:off x="2644822" y="5809489"/>
            <a:ext cx="712352" cy="708682"/>
            <a:chOff x="-47155575" y="3200500"/>
            <a:chExt cx="300875" cy="299325"/>
          </a:xfrm>
        </p:grpSpPr>
        <p:sp>
          <p:nvSpPr>
            <p:cNvPr id="8651" name="Google Shape;8651;p147"/>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52" name="Google Shape;8652;p147"/>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53" name="Google Shape;8653;p147"/>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54" name="Google Shape;8654;p147"/>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55" name="Google Shape;8655;p147"/>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56" name="Google Shape;8656;p147"/>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57" name="Google Shape;8657;p147"/>
          <p:cNvGrpSpPr/>
          <p:nvPr/>
        </p:nvGrpSpPr>
        <p:grpSpPr>
          <a:xfrm>
            <a:off x="2645740" y="6682184"/>
            <a:ext cx="710516" cy="710516"/>
            <a:chOff x="-47154800" y="3569100"/>
            <a:chExt cx="300100" cy="300100"/>
          </a:xfrm>
        </p:grpSpPr>
        <p:sp>
          <p:nvSpPr>
            <p:cNvPr id="8658" name="Google Shape;8658;p147"/>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59" name="Google Shape;8659;p147"/>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60" name="Google Shape;8660;p147"/>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61" name="Google Shape;8661;p147"/>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62" name="Google Shape;8662;p147"/>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63" name="Google Shape;8663;p147"/>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64" name="Google Shape;8664;p147"/>
          <p:cNvGrpSpPr/>
          <p:nvPr/>
        </p:nvGrpSpPr>
        <p:grpSpPr>
          <a:xfrm>
            <a:off x="2646687" y="7558611"/>
            <a:ext cx="708622" cy="706846"/>
            <a:chOff x="-47154000" y="3939275"/>
            <a:chExt cx="299300" cy="298550"/>
          </a:xfrm>
        </p:grpSpPr>
        <p:sp>
          <p:nvSpPr>
            <p:cNvPr id="8665" name="Google Shape;8665;p147"/>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66" name="Google Shape;8666;p147"/>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67" name="Google Shape;8667;p147"/>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68" name="Google Shape;8668;p147"/>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69" name="Google Shape;8669;p147"/>
          <p:cNvGrpSpPr/>
          <p:nvPr/>
        </p:nvGrpSpPr>
        <p:grpSpPr>
          <a:xfrm>
            <a:off x="7097267" y="5809489"/>
            <a:ext cx="624750" cy="708682"/>
            <a:chOff x="-45286550" y="3200500"/>
            <a:chExt cx="263875" cy="299325"/>
          </a:xfrm>
        </p:grpSpPr>
        <p:sp>
          <p:nvSpPr>
            <p:cNvPr id="8670" name="Google Shape;8670;p147"/>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71" name="Google Shape;8671;p147"/>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72" name="Google Shape;8672;p147"/>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73" name="Google Shape;8673;p147"/>
          <p:cNvGrpSpPr/>
          <p:nvPr/>
        </p:nvGrpSpPr>
        <p:grpSpPr>
          <a:xfrm>
            <a:off x="7097267" y="6684079"/>
            <a:ext cx="624750" cy="708622"/>
            <a:chOff x="-45286550" y="3569900"/>
            <a:chExt cx="263875" cy="299300"/>
          </a:xfrm>
        </p:grpSpPr>
        <p:sp>
          <p:nvSpPr>
            <p:cNvPr id="8674" name="Google Shape;8674;p147"/>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75" name="Google Shape;8675;p147"/>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76" name="Google Shape;8676;p147"/>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77" name="Google Shape;8677;p147"/>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78" name="Google Shape;8678;p147"/>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79" name="Google Shape;8679;p147"/>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80" name="Google Shape;8680;p147"/>
          <p:cNvGrpSpPr/>
          <p:nvPr/>
        </p:nvGrpSpPr>
        <p:grpSpPr>
          <a:xfrm>
            <a:off x="7119641" y="7556776"/>
            <a:ext cx="580002" cy="710516"/>
            <a:chOff x="-45277900" y="3938500"/>
            <a:chExt cx="244975" cy="300100"/>
          </a:xfrm>
        </p:grpSpPr>
        <p:sp>
          <p:nvSpPr>
            <p:cNvPr id="8681" name="Google Shape;8681;p147"/>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82" name="Google Shape;8682;p147"/>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83" name="Google Shape;8683;p147"/>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84" name="Google Shape;8684;p147"/>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85" name="Google Shape;8685;p147"/>
          <p:cNvGrpSpPr/>
          <p:nvPr/>
        </p:nvGrpSpPr>
        <p:grpSpPr>
          <a:xfrm>
            <a:off x="5291538" y="8494980"/>
            <a:ext cx="710516" cy="710516"/>
            <a:chOff x="-44502875" y="3576975"/>
            <a:chExt cx="300100" cy="300100"/>
          </a:xfrm>
        </p:grpSpPr>
        <p:sp>
          <p:nvSpPr>
            <p:cNvPr id="8686" name="Google Shape;8686;p147"/>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87" name="Google Shape;8687;p147"/>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88" name="Google Shape;8688;p147"/>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89" name="Google Shape;8689;p147"/>
          <p:cNvGrpSpPr/>
          <p:nvPr/>
        </p:nvGrpSpPr>
        <p:grpSpPr>
          <a:xfrm>
            <a:off x="9717962" y="3946290"/>
            <a:ext cx="712392" cy="709340"/>
            <a:chOff x="-13946200" y="3647075"/>
            <a:chExt cx="353650" cy="352100"/>
          </a:xfrm>
        </p:grpSpPr>
        <p:sp>
          <p:nvSpPr>
            <p:cNvPr id="8690" name="Google Shape;8690;p147"/>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91" name="Google Shape;8691;p147"/>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92" name="Google Shape;8692;p147"/>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93" name="Google Shape;8693;p147"/>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94" name="Google Shape;8694;p147"/>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95" name="Google Shape;8695;p147"/>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696" name="Google Shape;8696;p147"/>
          <p:cNvGrpSpPr/>
          <p:nvPr/>
        </p:nvGrpSpPr>
        <p:grpSpPr>
          <a:xfrm>
            <a:off x="13284748" y="3065257"/>
            <a:ext cx="714004" cy="708534"/>
            <a:chOff x="-12163025" y="3214275"/>
            <a:chExt cx="354450" cy="351700"/>
          </a:xfrm>
        </p:grpSpPr>
        <p:sp>
          <p:nvSpPr>
            <p:cNvPr id="8697" name="Google Shape;8697;p147"/>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98" name="Google Shape;8698;p147"/>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699" name="Google Shape;8699;p147"/>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00" name="Google Shape;8700;p147"/>
          <p:cNvGrpSpPr/>
          <p:nvPr/>
        </p:nvGrpSpPr>
        <p:grpSpPr>
          <a:xfrm>
            <a:off x="13286309" y="3944730"/>
            <a:ext cx="710882" cy="712464"/>
            <a:chOff x="-12160675" y="3647875"/>
            <a:chExt cx="352900" cy="353650"/>
          </a:xfrm>
        </p:grpSpPr>
        <p:sp>
          <p:nvSpPr>
            <p:cNvPr id="8701" name="Google Shape;8701;p147"/>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02" name="Google Shape;8702;p147"/>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03" name="Google Shape;8703;p147"/>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04" name="Google Shape;8704;p147"/>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05" name="Google Shape;8705;p147"/>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06" name="Google Shape;8706;p147"/>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07" name="Google Shape;8707;p147"/>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08" name="Google Shape;8708;p147"/>
          <p:cNvGrpSpPr/>
          <p:nvPr/>
        </p:nvGrpSpPr>
        <p:grpSpPr>
          <a:xfrm>
            <a:off x="13307741" y="4833642"/>
            <a:ext cx="709270" cy="712464"/>
            <a:chOff x="-12160675" y="4081850"/>
            <a:chExt cx="352100" cy="353650"/>
          </a:xfrm>
        </p:grpSpPr>
        <p:sp>
          <p:nvSpPr>
            <p:cNvPr id="8709" name="Google Shape;8709;p147"/>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10" name="Google Shape;8710;p147"/>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11" name="Google Shape;8711;p147"/>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12" name="Google Shape;8712;p147"/>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13" name="Google Shape;8713;p147"/>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14" name="Google Shape;8714;p147"/>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15" name="Google Shape;8715;p147"/>
          <p:cNvGrpSpPr/>
          <p:nvPr/>
        </p:nvGrpSpPr>
        <p:grpSpPr>
          <a:xfrm>
            <a:off x="9717672" y="5782528"/>
            <a:ext cx="710832" cy="711304"/>
            <a:chOff x="-10391650" y="3180600"/>
            <a:chExt cx="352875" cy="353075"/>
          </a:xfrm>
        </p:grpSpPr>
        <p:sp>
          <p:nvSpPr>
            <p:cNvPr id="8716" name="Google Shape;8716;p147"/>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17" name="Google Shape;8717;p147"/>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18" name="Google Shape;8718;p147"/>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19" name="Google Shape;8719;p147"/>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20" name="Google Shape;8720;p147"/>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21" name="Google Shape;8721;p147"/>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22" name="Google Shape;8722;p147"/>
          <p:cNvGrpSpPr/>
          <p:nvPr/>
        </p:nvGrpSpPr>
        <p:grpSpPr>
          <a:xfrm>
            <a:off x="9717671" y="6736124"/>
            <a:ext cx="709270" cy="707780"/>
            <a:chOff x="-10390875" y="3616350"/>
            <a:chExt cx="352100" cy="351325"/>
          </a:xfrm>
        </p:grpSpPr>
        <p:sp>
          <p:nvSpPr>
            <p:cNvPr id="8723" name="Google Shape;8723;p147"/>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24" name="Google Shape;8724;p147"/>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25" name="Google Shape;8725;p147"/>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26" name="Google Shape;8726;p147"/>
          <p:cNvGrpSpPr/>
          <p:nvPr/>
        </p:nvGrpSpPr>
        <p:grpSpPr>
          <a:xfrm>
            <a:off x="15051621" y="5785454"/>
            <a:ext cx="625170" cy="709340"/>
            <a:chOff x="-10370400" y="4049550"/>
            <a:chExt cx="310350" cy="352100"/>
          </a:xfrm>
        </p:grpSpPr>
        <p:sp>
          <p:nvSpPr>
            <p:cNvPr id="8727" name="Google Shape;8727;p147"/>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28" name="Google Shape;8728;p147"/>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29" name="Google Shape;8729;p147"/>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30" name="Google Shape;8730;p147"/>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31" name="Google Shape;8731;p147"/>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32" name="Google Shape;8732;p147"/>
          <p:cNvGrpSpPr/>
          <p:nvPr/>
        </p:nvGrpSpPr>
        <p:grpSpPr>
          <a:xfrm>
            <a:off x="13260132" y="5783337"/>
            <a:ext cx="758472" cy="709694"/>
            <a:chOff x="-8674650" y="3210975"/>
            <a:chExt cx="376525" cy="352275"/>
          </a:xfrm>
        </p:grpSpPr>
        <p:sp>
          <p:nvSpPr>
            <p:cNvPr id="8733" name="Google Shape;8733;p147"/>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34" name="Google Shape;8734;p147"/>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35" name="Google Shape;8735;p147"/>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36" name="Google Shape;8736;p147"/>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37" name="Google Shape;8737;p147"/>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38" name="Google Shape;8738;p147"/>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39" name="Google Shape;8739;p147"/>
          <p:cNvGrpSpPr/>
          <p:nvPr/>
        </p:nvGrpSpPr>
        <p:grpSpPr>
          <a:xfrm>
            <a:off x="10603127" y="3946290"/>
            <a:ext cx="712442" cy="709340"/>
            <a:chOff x="-13512225" y="3647075"/>
            <a:chExt cx="353675" cy="352100"/>
          </a:xfrm>
        </p:grpSpPr>
        <p:sp>
          <p:nvSpPr>
            <p:cNvPr id="8740" name="Google Shape;8740;p147"/>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41" name="Google Shape;8741;p147"/>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42" name="Google Shape;8742;p147"/>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43" name="Google Shape;8743;p147"/>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44" name="Google Shape;8744;p147"/>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45" name="Google Shape;8745;p147"/>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46" name="Google Shape;8746;p147"/>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47" name="Google Shape;8747;p147"/>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48" name="Google Shape;8748;p147"/>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49" name="Google Shape;8749;p147"/>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50" name="Google Shape;8750;p147"/>
          <p:cNvGrpSpPr/>
          <p:nvPr/>
        </p:nvGrpSpPr>
        <p:grpSpPr>
          <a:xfrm>
            <a:off x="10623753" y="4834423"/>
            <a:ext cx="712442" cy="710902"/>
            <a:chOff x="-13512225" y="4080275"/>
            <a:chExt cx="353675" cy="352875"/>
          </a:xfrm>
        </p:grpSpPr>
        <p:sp>
          <p:nvSpPr>
            <p:cNvPr id="8751" name="Google Shape;8751;p147"/>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52" name="Google Shape;8752;p147"/>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53" name="Google Shape;8753;p147"/>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54" name="Google Shape;8754;p147"/>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55" name="Google Shape;8755;p147"/>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56" name="Google Shape;8756;p147"/>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57" name="Google Shape;8757;p147"/>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58" name="Google Shape;8758;p147"/>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59" name="Google Shape;8759;p147"/>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60" name="Google Shape;8760;p147"/>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61" name="Google Shape;8761;p147"/>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62" name="Google Shape;8762;p147"/>
          <p:cNvGrpSpPr/>
          <p:nvPr/>
        </p:nvGrpSpPr>
        <p:grpSpPr>
          <a:xfrm>
            <a:off x="14169912" y="3129145"/>
            <a:ext cx="712392" cy="580758"/>
            <a:chOff x="-11728250" y="3245400"/>
            <a:chExt cx="353650" cy="288275"/>
          </a:xfrm>
        </p:grpSpPr>
        <p:sp>
          <p:nvSpPr>
            <p:cNvPr id="8763" name="Google Shape;8763;p147"/>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64" name="Google Shape;8764;p147"/>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65" name="Google Shape;8765;p147"/>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66" name="Google Shape;8766;p147"/>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67" name="Google Shape;8767;p147"/>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68" name="Google Shape;8768;p147"/>
          <p:cNvGrpSpPr/>
          <p:nvPr/>
        </p:nvGrpSpPr>
        <p:grpSpPr>
          <a:xfrm>
            <a:off x="14234928" y="4834423"/>
            <a:ext cx="623608" cy="710902"/>
            <a:chOff x="-11703850" y="4081850"/>
            <a:chExt cx="309575" cy="352875"/>
          </a:xfrm>
        </p:grpSpPr>
        <p:sp>
          <p:nvSpPr>
            <p:cNvPr id="8769" name="Google Shape;8769;p147"/>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70" name="Google Shape;8770;p147"/>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71" name="Google Shape;8771;p147"/>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72" name="Google Shape;8772;p147"/>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73" name="Google Shape;8773;p147"/>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74" name="Google Shape;8774;p147"/>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75" name="Google Shape;8775;p147"/>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76" name="Google Shape;8776;p147"/>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77" name="Google Shape;8777;p147"/>
          <p:cNvGrpSpPr/>
          <p:nvPr/>
        </p:nvGrpSpPr>
        <p:grpSpPr>
          <a:xfrm>
            <a:off x="10612240" y="5782729"/>
            <a:ext cx="714004" cy="710902"/>
            <a:chOff x="-9958475" y="3180025"/>
            <a:chExt cx="354450" cy="352875"/>
          </a:xfrm>
        </p:grpSpPr>
        <p:sp>
          <p:nvSpPr>
            <p:cNvPr id="8778" name="Google Shape;8778;p147"/>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79" name="Google Shape;8779;p147"/>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80" name="Google Shape;8780;p147"/>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81" name="Google Shape;8781;p147"/>
          <p:cNvGrpSpPr/>
          <p:nvPr/>
        </p:nvGrpSpPr>
        <p:grpSpPr>
          <a:xfrm>
            <a:off x="10630494" y="6734691"/>
            <a:ext cx="675932" cy="710650"/>
            <a:chOff x="-9949025" y="3615575"/>
            <a:chExt cx="335550" cy="352750"/>
          </a:xfrm>
        </p:grpSpPr>
        <p:sp>
          <p:nvSpPr>
            <p:cNvPr id="8782" name="Google Shape;8782;p147"/>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83" name="Google Shape;8783;p147"/>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84" name="Google Shape;8784;p147"/>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85" name="Google Shape;8785;p147"/>
          <p:cNvGrpSpPr/>
          <p:nvPr/>
        </p:nvGrpSpPr>
        <p:grpSpPr>
          <a:xfrm>
            <a:off x="15900187" y="5781703"/>
            <a:ext cx="720350" cy="716846"/>
            <a:chOff x="-9961625" y="4048175"/>
            <a:chExt cx="357600" cy="355825"/>
          </a:xfrm>
        </p:grpSpPr>
        <p:sp>
          <p:nvSpPr>
            <p:cNvPr id="8786" name="Google Shape;8786;p147"/>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87" name="Google Shape;8787;p147"/>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88" name="Google Shape;8788;p147"/>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89" name="Google Shape;8789;p147"/>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90" name="Google Shape;8790;p147"/>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91" name="Google Shape;8791;p147"/>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92" name="Google Shape;8792;p147"/>
          <p:cNvGrpSpPr/>
          <p:nvPr/>
        </p:nvGrpSpPr>
        <p:grpSpPr>
          <a:xfrm>
            <a:off x="13273629" y="6732727"/>
            <a:ext cx="729918" cy="714578"/>
            <a:chOff x="-8680950" y="3624225"/>
            <a:chExt cx="362350" cy="354700"/>
          </a:xfrm>
        </p:grpSpPr>
        <p:sp>
          <p:nvSpPr>
            <p:cNvPr id="8793" name="Google Shape;8793;p147"/>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94" name="Google Shape;8794;p147"/>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95" name="Google Shape;8795;p147"/>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96" name="Google Shape;8796;p147"/>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97" name="Google Shape;8797;p147"/>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798" name="Google Shape;8798;p147"/>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799" name="Google Shape;8799;p147"/>
          <p:cNvGrpSpPr/>
          <p:nvPr/>
        </p:nvGrpSpPr>
        <p:grpSpPr>
          <a:xfrm>
            <a:off x="11546117" y="3064048"/>
            <a:ext cx="626730" cy="710952"/>
            <a:chOff x="-13056975" y="3212300"/>
            <a:chExt cx="311125" cy="352900"/>
          </a:xfrm>
        </p:grpSpPr>
        <p:sp>
          <p:nvSpPr>
            <p:cNvPr id="8800" name="Google Shape;8800;p147"/>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01" name="Google Shape;8801;p147"/>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02" name="Google Shape;8802;p147"/>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03" name="Google Shape;8803;p147"/>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04" name="Google Shape;8804;p147"/>
          <p:cNvGrpSpPr/>
          <p:nvPr/>
        </p:nvGrpSpPr>
        <p:grpSpPr>
          <a:xfrm>
            <a:off x="11500892" y="3945637"/>
            <a:ext cx="717176" cy="710650"/>
            <a:chOff x="-13077450" y="3647075"/>
            <a:chExt cx="356025" cy="352750"/>
          </a:xfrm>
        </p:grpSpPr>
        <p:sp>
          <p:nvSpPr>
            <p:cNvPr id="8805" name="Google Shape;8805;p147"/>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06" name="Google Shape;8806;p147"/>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07" name="Google Shape;8807;p147"/>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08" name="Google Shape;8808;p147"/>
          <p:cNvGrpSpPr/>
          <p:nvPr/>
        </p:nvGrpSpPr>
        <p:grpSpPr>
          <a:xfrm>
            <a:off x="11523104" y="4832837"/>
            <a:ext cx="714004" cy="714074"/>
            <a:chOff x="-13079025" y="4079475"/>
            <a:chExt cx="354450" cy="354450"/>
          </a:xfrm>
        </p:grpSpPr>
        <p:sp>
          <p:nvSpPr>
            <p:cNvPr id="8809" name="Google Shape;8809;p147"/>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10" name="Google Shape;8810;p147"/>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11" name="Google Shape;8811;p147"/>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12" name="Google Shape;8812;p147"/>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13" name="Google Shape;8813;p147"/>
          <p:cNvGrpSpPr/>
          <p:nvPr/>
        </p:nvGrpSpPr>
        <p:grpSpPr>
          <a:xfrm>
            <a:off x="15069239" y="3064854"/>
            <a:ext cx="712442" cy="709340"/>
            <a:chOff x="-11292700" y="3213875"/>
            <a:chExt cx="353675" cy="352100"/>
          </a:xfrm>
        </p:grpSpPr>
        <p:sp>
          <p:nvSpPr>
            <p:cNvPr id="8814" name="Google Shape;8814;p147"/>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15" name="Google Shape;8815;p147"/>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16" name="Google Shape;8816;p147"/>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17" name="Google Shape;8817;p147"/>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18" name="Google Shape;8818;p147"/>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19" name="Google Shape;8819;p147"/>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20" name="Google Shape;8820;p147"/>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21" name="Google Shape;8821;p147"/>
          <p:cNvGrpSpPr/>
          <p:nvPr/>
        </p:nvGrpSpPr>
        <p:grpSpPr>
          <a:xfrm>
            <a:off x="15057354" y="3944730"/>
            <a:ext cx="736212" cy="712464"/>
            <a:chOff x="-11299000" y="3647875"/>
            <a:chExt cx="365475" cy="353650"/>
          </a:xfrm>
        </p:grpSpPr>
        <p:sp>
          <p:nvSpPr>
            <p:cNvPr id="8822" name="Google Shape;8822;p147"/>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23" name="Google Shape;8823;p147"/>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24" name="Google Shape;8824;p147"/>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25" name="Google Shape;8825;p147"/>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26" name="Google Shape;8826;p147"/>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27" name="Google Shape;8827;p147"/>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28" name="Google Shape;8828;p147"/>
          <p:cNvGrpSpPr/>
          <p:nvPr/>
        </p:nvGrpSpPr>
        <p:grpSpPr>
          <a:xfrm>
            <a:off x="15088278" y="4856632"/>
            <a:ext cx="715616" cy="666480"/>
            <a:chOff x="-11295075" y="4092875"/>
            <a:chExt cx="355250" cy="330825"/>
          </a:xfrm>
        </p:grpSpPr>
        <p:sp>
          <p:nvSpPr>
            <p:cNvPr id="8829" name="Google Shape;8829;p147"/>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30" name="Google Shape;8830;p147"/>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31" name="Google Shape;8831;p147"/>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32" name="Google Shape;8832;p147"/>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33" name="Google Shape;8833;p147"/>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34" name="Google Shape;8834;p147"/>
          <p:cNvGrpSpPr/>
          <p:nvPr/>
        </p:nvGrpSpPr>
        <p:grpSpPr>
          <a:xfrm>
            <a:off x="11539479" y="5782729"/>
            <a:ext cx="625170" cy="710902"/>
            <a:chOff x="-9500075" y="3180800"/>
            <a:chExt cx="310350" cy="352875"/>
          </a:xfrm>
        </p:grpSpPr>
        <p:sp>
          <p:nvSpPr>
            <p:cNvPr id="8835" name="Google Shape;8835;p147"/>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36" name="Google Shape;8836;p147"/>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37" name="Google Shape;8837;p147"/>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38" name="Google Shape;8838;p147"/>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39" name="Google Shape;8839;p147"/>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40" name="Google Shape;8840;p147"/>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41" name="Google Shape;8841;p147"/>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42" name="Google Shape;8842;p147"/>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43" name="Google Shape;8843;p147"/>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44" name="Google Shape;8844;p147"/>
          <p:cNvGrpSpPr/>
          <p:nvPr/>
        </p:nvGrpSpPr>
        <p:grpSpPr>
          <a:xfrm>
            <a:off x="11495061" y="6733759"/>
            <a:ext cx="712442" cy="712514"/>
            <a:chOff x="-9523700" y="3614000"/>
            <a:chExt cx="353675" cy="353675"/>
          </a:xfrm>
        </p:grpSpPr>
        <p:sp>
          <p:nvSpPr>
            <p:cNvPr id="8845" name="Google Shape;8845;p147"/>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46" name="Google Shape;8846;p147"/>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47" name="Google Shape;8847;p147"/>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48" name="Google Shape;8848;p147"/>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49" name="Google Shape;8849;p147"/>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50" name="Google Shape;8850;p147"/>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51" name="Google Shape;8851;p147"/>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52" name="Google Shape;8852;p147"/>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53" name="Google Shape;8853;p147"/>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54" name="Google Shape;8854;p147"/>
          <p:cNvGrpSpPr/>
          <p:nvPr/>
        </p:nvGrpSpPr>
        <p:grpSpPr>
          <a:xfrm>
            <a:off x="15064963" y="6779042"/>
            <a:ext cx="712442" cy="709340"/>
            <a:chOff x="-9523700" y="4049550"/>
            <a:chExt cx="353675" cy="352100"/>
          </a:xfrm>
        </p:grpSpPr>
        <p:sp>
          <p:nvSpPr>
            <p:cNvPr id="8855" name="Google Shape;8855;p147"/>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56" name="Google Shape;8856;p147"/>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57" name="Google Shape;8857;p147"/>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58" name="Google Shape;8858;p147"/>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59" name="Google Shape;8859;p147"/>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60" name="Google Shape;8860;p147"/>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61" name="Google Shape;8861;p147"/>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62" name="Google Shape;8862;p147"/>
          <p:cNvGrpSpPr/>
          <p:nvPr/>
        </p:nvGrpSpPr>
        <p:grpSpPr>
          <a:xfrm>
            <a:off x="14177192" y="6778989"/>
            <a:ext cx="714004" cy="622058"/>
            <a:chOff x="-8209150" y="3659675"/>
            <a:chExt cx="354450" cy="308775"/>
          </a:xfrm>
        </p:grpSpPr>
        <p:sp>
          <p:nvSpPr>
            <p:cNvPr id="8863" name="Google Shape;8863;p147"/>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64" name="Google Shape;8864;p147"/>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65" name="Google Shape;8865;p147"/>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66" name="Google Shape;8866;p147"/>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67" name="Google Shape;8867;p147"/>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68" name="Google Shape;8868;p147"/>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69" name="Google Shape;8869;p147"/>
          <p:cNvGrpSpPr/>
          <p:nvPr/>
        </p:nvGrpSpPr>
        <p:grpSpPr>
          <a:xfrm>
            <a:off x="12404315" y="4836815"/>
            <a:ext cx="712442" cy="706118"/>
            <a:chOff x="-12643475" y="4081850"/>
            <a:chExt cx="353675" cy="350500"/>
          </a:xfrm>
        </p:grpSpPr>
        <p:sp>
          <p:nvSpPr>
            <p:cNvPr id="8870" name="Google Shape;8870;p147"/>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71" name="Google Shape;8871;p147"/>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72" name="Google Shape;8872;p147"/>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73" name="Google Shape;8873;p147"/>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8874" name="Google Shape;8874;p147"/>
          <p:cNvSpPr/>
          <p:nvPr/>
        </p:nvSpPr>
        <p:spPr>
          <a:xfrm>
            <a:off x="16030524" y="3946095"/>
            <a:ext cx="547464" cy="709038"/>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8875" name="Google Shape;8875;p147"/>
          <p:cNvGrpSpPr/>
          <p:nvPr/>
        </p:nvGrpSpPr>
        <p:grpSpPr>
          <a:xfrm>
            <a:off x="15969515" y="4856632"/>
            <a:ext cx="712442" cy="666480"/>
            <a:chOff x="-10858725" y="4092875"/>
            <a:chExt cx="353675" cy="330825"/>
          </a:xfrm>
        </p:grpSpPr>
        <p:sp>
          <p:nvSpPr>
            <p:cNvPr id="8876" name="Google Shape;8876;p147"/>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77" name="Google Shape;8877;p147"/>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78" name="Google Shape;8878;p147"/>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79" name="Google Shape;8879;p147"/>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80" name="Google Shape;8880;p147"/>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81" name="Google Shape;8881;p147"/>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82" name="Google Shape;8882;p147"/>
          <p:cNvGrpSpPr/>
          <p:nvPr/>
        </p:nvGrpSpPr>
        <p:grpSpPr>
          <a:xfrm>
            <a:off x="12486560" y="6734565"/>
            <a:ext cx="504556" cy="710902"/>
            <a:chOff x="-9039300" y="3614000"/>
            <a:chExt cx="250475" cy="352875"/>
          </a:xfrm>
        </p:grpSpPr>
        <p:sp>
          <p:nvSpPr>
            <p:cNvPr id="8883" name="Google Shape;8883;p147"/>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84" name="Google Shape;8884;p147"/>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85" name="Google Shape;8885;p147"/>
          <p:cNvGrpSpPr/>
          <p:nvPr/>
        </p:nvGrpSpPr>
        <p:grpSpPr>
          <a:xfrm>
            <a:off x="15950493" y="6779042"/>
            <a:ext cx="709270" cy="709340"/>
            <a:chOff x="-9088150" y="4049550"/>
            <a:chExt cx="352100" cy="352100"/>
          </a:xfrm>
        </p:grpSpPr>
        <p:sp>
          <p:nvSpPr>
            <p:cNvPr id="8886" name="Google Shape;8886;p147"/>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87" name="Google Shape;8887;p147"/>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88" name="Google Shape;8888;p147"/>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89" name="Google Shape;8889;p147"/>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90" name="Google Shape;8890;p147"/>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91" name="Google Shape;8891;p147"/>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92" name="Google Shape;8892;p147"/>
          <p:cNvGrpSpPr/>
          <p:nvPr/>
        </p:nvGrpSpPr>
        <p:grpSpPr>
          <a:xfrm>
            <a:off x="14219221" y="5783508"/>
            <a:ext cx="631514" cy="709340"/>
            <a:chOff x="-8191825" y="3174500"/>
            <a:chExt cx="313500" cy="352100"/>
          </a:xfrm>
        </p:grpSpPr>
        <p:sp>
          <p:nvSpPr>
            <p:cNvPr id="8893" name="Google Shape;8893;p147"/>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94" name="Google Shape;8894;p147"/>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95" name="Google Shape;8895;p147"/>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896" name="Google Shape;8896;p147"/>
          <p:cNvGrpSpPr/>
          <p:nvPr/>
        </p:nvGrpSpPr>
        <p:grpSpPr>
          <a:xfrm>
            <a:off x="9717937" y="3064551"/>
            <a:ext cx="712442" cy="709946"/>
            <a:chOff x="-13947000" y="3212800"/>
            <a:chExt cx="353675" cy="352400"/>
          </a:xfrm>
        </p:grpSpPr>
        <p:sp>
          <p:nvSpPr>
            <p:cNvPr id="8897" name="Google Shape;8897;p147"/>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898" name="Google Shape;8898;p147"/>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8899" name="Google Shape;8899;p147"/>
          <p:cNvSpPr/>
          <p:nvPr/>
        </p:nvSpPr>
        <p:spPr>
          <a:xfrm>
            <a:off x="9804176" y="4835618"/>
            <a:ext cx="542680" cy="707728"/>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8900" name="Google Shape;8900;p147"/>
          <p:cNvGrpSpPr/>
          <p:nvPr/>
        </p:nvGrpSpPr>
        <p:grpSpPr>
          <a:xfrm>
            <a:off x="10603127" y="3063267"/>
            <a:ext cx="712442" cy="712514"/>
            <a:chOff x="-13512225" y="3211525"/>
            <a:chExt cx="353675" cy="353675"/>
          </a:xfrm>
        </p:grpSpPr>
        <p:sp>
          <p:nvSpPr>
            <p:cNvPr id="8901" name="Google Shape;8901;p147"/>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02" name="Google Shape;8902;p147"/>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03" name="Google Shape;8903;p147"/>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04" name="Google Shape;8904;p147"/>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05" name="Google Shape;8905;p147"/>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06" name="Google Shape;8906;p147"/>
          <p:cNvGrpSpPr/>
          <p:nvPr/>
        </p:nvGrpSpPr>
        <p:grpSpPr>
          <a:xfrm>
            <a:off x="12383691" y="3064048"/>
            <a:ext cx="712442" cy="710952"/>
            <a:chOff x="-12643475" y="3212300"/>
            <a:chExt cx="353675" cy="352900"/>
          </a:xfrm>
        </p:grpSpPr>
        <p:sp>
          <p:nvSpPr>
            <p:cNvPr id="8907" name="Google Shape;8907;p147"/>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08" name="Google Shape;8908;p147"/>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09" name="Google Shape;8909;p147"/>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10" name="Google Shape;8910;p147"/>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11" name="Google Shape;8911;p147"/>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12" name="Google Shape;8912;p147"/>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13" name="Google Shape;8913;p147"/>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14" name="Google Shape;8914;p147"/>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15" name="Google Shape;8915;p147"/>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16" name="Google Shape;8916;p147"/>
          <p:cNvGrpSpPr/>
          <p:nvPr/>
        </p:nvGrpSpPr>
        <p:grpSpPr>
          <a:xfrm>
            <a:off x="12383691" y="3967596"/>
            <a:ext cx="712442" cy="666732"/>
            <a:chOff x="-12643475" y="3657325"/>
            <a:chExt cx="353675" cy="330950"/>
          </a:xfrm>
        </p:grpSpPr>
        <p:sp>
          <p:nvSpPr>
            <p:cNvPr id="8917" name="Google Shape;8917;p147"/>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18" name="Google Shape;8918;p147"/>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19" name="Google Shape;8919;p147"/>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20" name="Google Shape;8920;p147"/>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21" name="Google Shape;8921;p147"/>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22" name="Google Shape;8922;p147"/>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23" name="Google Shape;8923;p147"/>
          <p:cNvGrpSpPr/>
          <p:nvPr/>
        </p:nvGrpSpPr>
        <p:grpSpPr>
          <a:xfrm>
            <a:off x="15949694" y="3064854"/>
            <a:ext cx="710832" cy="709340"/>
            <a:chOff x="-10857925" y="3213875"/>
            <a:chExt cx="352875" cy="352100"/>
          </a:xfrm>
        </p:grpSpPr>
        <p:sp>
          <p:nvSpPr>
            <p:cNvPr id="8924" name="Google Shape;8924;p147"/>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25" name="Google Shape;8925;p147"/>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26" name="Google Shape;8926;p147"/>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27" name="Google Shape;8927;p147"/>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28" name="Google Shape;8928;p147"/>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29" name="Google Shape;8929;p147"/>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30" name="Google Shape;8930;p147"/>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31" name="Google Shape;8931;p147"/>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32" name="Google Shape;8932;p147"/>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33" name="Google Shape;8933;p147"/>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34" name="Google Shape;8934;p147"/>
          <p:cNvGrpSpPr/>
          <p:nvPr/>
        </p:nvGrpSpPr>
        <p:grpSpPr>
          <a:xfrm>
            <a:off x="12383524" y="5783711"/>
            <a:ext cx="712192" cy="708938"/>
            <a:chOff x="-9089725" y="3180200"/>
            <a:chExt cx="353550" cy="351900"/>
          </a:xfrm>
        </p:grpSpPr>
        <p:sp>
          <p:nvSpPr>
            <p:cNvPr id="8935" name="Google Shape;8935;p147"/>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36" name="Google Shape;8936;p147"/>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37" name="Google Shape;8937;p147"/>
          <p:cNvGrpSpPr/>
          <p:nvPr/>
        </p:nvGrpSpPr>
        <p:grpSpPr>
          <a:xfrm>
            <a:off x="14167520" y="3943320"/>
            <a:ext cx="717176" cy="715284"/>
            <a:chOff x="7083760" y="1971660"/>
            <a:chExt cx="358588" cy="357642"/>
          </a:xfrm>
        </p:grpSpPr>
        <p:sp>
          <p:nvSpPr>
            <p:cNvPr id="8938" name="Google Shape;8938;p147"/>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39" name="Google Shape;8939;p147"/>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0" name="Google Shape;8940;p147"/>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1" name="Google Shape;8941;p147"/>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2" name="Google Shape;8942;p147"/>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3" name="Google Shape;8943;p147"/>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4" name="Google Shape;8944;p147"/>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5" name="Google Shape;8945;p147"/>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6" name="Google Shape;8946;p147"/>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7" name="Google Shape;8947;p147"/>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8" name="Google Shape;8948;p147"/>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49" name="Google Shape;8949;p147"/>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53"/>
        <p:cNvGrpSpPr/>
        <p:nvPr/>
      </p:nvGrpSpPr>
      <p:grpSpPr>
        <a:xfrm>
          <a:off x="0" y="0"/>
          <a:ext cx="0" cy="0"/>
          <a:chOff x="0" y="0"/>
          <a:chExt cx="0" cy="0"/>
        </a:xfrm>
      </p:grpSpPr>
      <p:sp>
        <p:nvSpPr>
          <p:cNvPr id="8954" name="Google Shape;8954;p148"/>
          <p:cNvSpPr txBox="1">
            <a:spLocks noGrp="1"/>
          </p:cNvSpPr>
          <p:nvPr>
            <p:ph type="title" idx="4294967295"/>
          </p:nvPr>
        </p:nvSpPr>
        <p:spPr>
          <a:xfrm>
            <a:off x="2136200" y="1866900"/>
            <a:ext cx="140946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sp>
        <p:nvSpPr>
          <p:cNvPr id="8955" name="Google Shape;8955;p148"/>
          <p:cNvSpPr/>
          <p:nvPr/>
        </p:nvSpPr>
        <p:spPr>
          <a:xfrm>
            <a:off x="1603880" y="3382140"/>
            <a:ext cx="686808" cy="893996"/>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8956" name="Google Shape;8956;p148"/>
          <p:cNvGrpSpPr/>
          <p:nvPr/>
        </p:nvGrpSpPr>
        <p:grpSpPr>
          <a:xfrm>
            <a:off x="1497710" y="4487015"/>
            <a:ext cx="905596" cy="898946"/>
            <a:chOff x="-21322300" y="3693325"/>
            <a:chExt cx="306400" cy="304150"/>
          </a:xfrm>
        </p:grpSpPr>
        <p:sp>
          <p:nvSpPr>
            <p:cNvPr id="8957" name="Google Shape;8957;p148"/>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58" name="Google Shape;8958;p148"/>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59" name="Google Shape;8959;p148"/>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60" name="Google Shape;8960;p148"/>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61" name="Google Shape;8961;p148"/>
          <p:cNvGrpSpPr/>
          <p:nvPr/>
        </p:nvGrpSpPr>
        <p:grpSpPr>
          <a:xfrm>
            <a:off x="1496526" y="5620488"/>
            <a:ext cx="907960" cy="845080"/>
            <a:chOff x="-21322300" y="4077125"/>
            <a:chExt cx="307200" cy="285925"/>
          </a:xfrm>
        </p:grpSpPr>
        <p:sp>
          <p:nvSpPr>
            <p:cNvPr id="8962" name="Google Shape;8962;p148"/>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63" name="Google Shape;8963;p148"/>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64" name="Google Shape;8964;p148"/>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65" name="Google Shape;8965;p148"/>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66" name="Google Shape;8966;p148"/>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67" name="Google Shape;8967;p148"/>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68" name="Google Shape;8968;p148"/>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69" name="Google Shape;8969;p148"/>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70" name="Google Shape;8970;p148"/>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71" name="Google Shape;8971;p148"/>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72" name="Google Shape;8972;p148"/>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73" name="Google Shape;8973;p148"/>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74" name="Google Shape;8974;p148"/>
          <p:cNvGrpSpPr/>
          <p:nvPr/>
        </p:nvGrpSpPr>
        <p:grpSpPr>
          <a:xfrm>
            <a:off x="7050881" y="3378256"/>
            <a:ext cx="903306" cy="900424"/>
            <a:chOff x="-19394200" y="3333800"/>
            <a:chExt cx="305625" cy="304650"/>
          </a:xfrm>
        </p:grpSpPr>
        <p:sp>
          <p:nvSpPr>
            <p:cNvPr id="8975" name="Google Shape;8975;p148"/>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76" name="Google Shape;8976;p148"/>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77" name="Google Shape;8977;p148"/>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78" name="Google Shape;8978;p148"/>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79" name="Google Shape;8979;p148"/>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80" name="Google Shape;8980;p148"/>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81" name="Google Shape;8981;p148"/>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82" name="Google Shape;8982;p148"/>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83" name="Google Shape;8983;p148"/>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84" name="Google Shape;8984;p148"/>
          <p:cNvGrpSpPr/>
          <p:nvPr/>
        </p:nvGrpSpPr>
        <p:grpSpPr>
          <a:xfrm>
            <a:off x="7048552" y="4487161"/>
            <a:ext cx="907960" cy="898650"/>
            <a:chOff x="-19396575" y="3708500"/>
            <a:chExt cx="307200" cy="304050"/>
          </a:xfrm>
        </p:grpSpPr>
        <p:sp>
          <p:nvSpPr>
            <p:cNvPr id="8985" name="Google Shape;8985;p148"/>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86" name="Google Shape;8986;p148"/>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87" name="Google Shape;8987;p148"/>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88" name="Google Shape;8988;p148"/>
          <p:cNvGrpSpPr/>
          <p:nvPr/>
        </p:nvGrpSpPr>
        <p:grpSpPr>
          <a:xfrm>
            <a:off x="7036914" y="5592923"/>
            <a:ext cx="931236" cy="900202"/>
            <a:chOff x="-19394200" y="4084200"/>
            <a:chExt cx="315075" cy="304575"/>
          </a:xfrm>
        </p:grpSpPr>
        <p:sp>
          <p:nvSpPr>
            <p:cNvPr id="8989" name="Google Shape;8989;p148"/>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90" name="Google Shape;8990;p148"/>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91" name="Google Shape;8991;p148"/>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92" name="Google Shape;8992;p148"/>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93" name="Google Shape;8993;p148"/>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94" name="Google Shape;8994;p148"/>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8995" name="Google Shape;8995;p148"/>
          <p:cNvGrpSpPr/>
          <p:nvPr/>
        </p:nvGrpSpPr>
        <p:grpSpPr>
          <a:xfrm>
            <a:off x="12648335" y="3378002"/>
            <a:ext cx="800894" cy="900940"/>
            <a:chOff x="-17526750" y="3309200"/>
            <a:chExt cx="270975" cy="304825"/>
          </a:xfrm>
        </p:grpSpPr>
        <p:sp>
          <p:nvSpPr>
            <p:cNvPr id="8996" name="Google Shape;8996;p148"/>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97" name="Google Shape;8997;p148"/>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98" name="Google Shape;8998;p148"/>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8999" name="Google Shape;8999;p148"/>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00" name="Google Shape;9000;p148"/>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01" name="Google Shape;9001;p148"/>
          <p:cNvGrpSpPr/>
          <p:nvPr/>
        </p:nvGrpSpPr>
        <p:grpSpPr>
          <a:xfrm>
            <a:off x="12600639" y="4488347"/>
            <a:ext cx="896286" cy="896286"/>
            <a:chOff x="-17542500" y="3684100"/>
            <a:chExt cx="303250" cy="303250"/>
          </a:xfrm>
        </p:grpSpPr>
        <p:sp>
          <p:nvSpPr>
            <p:cNvPr id="9002" name="Google Shape;9002;p148"/>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03" name="Google Shape;9003;p148"/>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04" name="Google Shape;9004;p148"/>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05" name="Google Shape;9005;p148"/>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06" name="Google Shape;9006;p148"/>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07" name="Google Shape;9007;p148"/>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08" name="Google Shape;9008;p148"/>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09" name="Google Shape;9009;p148"/>
          <p:cNvGrpSpPr/>
          <p:nvPr/>
        </p:nvGrpSpPr>
        <p:grpSpPr>
          <a:xfrm>
            <a:off x="12599457" y="5621635"/>
            <a:ext cx="898650" cy="842790"/>
            <a:chOff x="-17542500" y="4068450"/>
            <a:chExt cx="304050" cy="285150"/>
          </a:xfrm>
        </p:grpSpPr>
        <p:sp>
          <p:nvSpPr>
            <p:cNvPr id="9010" name="Google Shape;9010;p148"/>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11" name="Google Shape;9011;p148"/>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12" name="Google Shape;9012;p148"/>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13" name="Google Shape;9013;p148"/>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14" name="Google Shape;9014;p148"/>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15" name="Google Shape;9015;p148"/>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16" name="Google Shape;9016;p148"/>
          <p:cNvGrpSpPr/>
          <p:nvPr/>
        </p:nvGrpSpPr>
        <p:grpSpPr>
          <a:xfrm>
            <a:off x="7060300" y="6684423"/>
            <a:ext cx="686808" cy="898650"/>
            <a:chOff x="-15652200" y="3335975"/>
            <a:chExt cx="232375" cy="304050"/>
          </a:xfrm>
        </p:grpSpPr>
        <p:sp>
          <p:nvSpPr>
            <p:cNvPr id="9017" name="Google Shape;9017;p148"/>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18" name="Google Shape;9018;p148"/>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19" name="Google Shape;9019;p148"/>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20" name="Google Shape;9020;p148"/>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21" name="Google Shape;9021;p148"/>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22" name="Google Shape;9022;p148"/>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23" name="Google Shape;9023;p148"/>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24" name="Google Shape;9024;p148"/>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25" name="Google Shape;9025;p148"/>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26" name="Google Shape;9026;p148"/>
          <p:cNvGrpSpPr/>
          <p:nvPr/>
        </p:nvGrpSpPr>
        <p:grpSpPr>
          <a:xfrm>
            <a:off x="2606982" y="3379147"/>
            <a:ext cx="900940" cy="898650"/>
            <a:chOff x="-20946600" y="3317850"/>
            <a:chExt cx="304825" cy="304050"/>
          </a:xfrm>
        </p:grpSpPr>
        <p:sp>
          <p:nvSpPr>
            <p:cNvPr id="9027" name="Google Shape;9027;p148"/>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28" name="Google Shape;9028;p148"/>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29" name="Google Shape;9029;p148"/>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30" name="Google Shape;9030;p148"/>
          <p:cNvGrpSpPr/>
          <p:nvPr/>
        </p:nvGrpSpPr>
        <p:grpSpPr>
          <a:xfrm>
            <a:off x="2608129" y="4487458"/>
            <a:ext cx="898650" cy="898060"/>
            <a:chOff x="-20945825" y="3692175"/>
            <a:chExt cx="304050" cy="303850"/>
          </a:xfrm>
        </p:grpSpPr>
        <p:sp>
          <p:nvSpPr>
            <p:cNvPr id="9031" name="Google Shape;9031;p148"/>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32" name="Google Shape;9032;p148"/>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33" name="Google Shape;9033;p148"/>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34" name="Google Shape;9034;p148"/>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35" name="Google Shape;9035;p148"/>
          <p:cNvGrpSpPr/>
          <p:nvPr/>
        </p:nvGrpSpPr>
        <p:grpSpPr>
          <a:xfrm>
            <a:off x="2659335" y="5594885"/>
            <a:ext cx="796238" cy="896286"/>
            <a:chOff x="-20930075" y="4066100"/>
            <a:chExt cx="269400" cy="303250"/>
          </a:xfrm>
        </p:grpSpPr>
        <p:sp>
          <p:nvSpPr>
            <p:cNvPr id="9036" name="Google Shape;9036;p148"/>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37" name="Google Shape;9037;p148"/>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38" name="Google Shape;9038;p148"/>
          <p:cNvGrpSpPr/>
          <p:nvPr/>
        </p:nvGrpSpPr>
        <p:grpSpPr>
          <a:xfrm>
            <a:off x="8221776" y="3379697"/>
            <a:ext cx="745032" cy="897542"/>
            <a:chOff x="-18994100" y="3334775"/>
            <a:chExt cx="252075" cy="303675"/>
          </a:xfrm>
        </p:grpSpPr>
        <p:sp>
          <p:nvSpPr>
            <p:cNvPr id="9039" name="Google Shape;9039;p148"/>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40" name="Google Shape;9040;p148"/>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41" name="Google Shape;9041;p148"/>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42" name="Google Shape;9042;p148"/>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43" name="Google Shape;9043;p148"/>
          <p:cNvGrpSpPr/>
          <p:nvPr/>
        </p:nvGrpSpPr>
        <p:grpSpPr>
          <a:xfrm>
            <a:off x="8250890" y="4489486"/>
            <a:ext cx="686808" cy="893996"/>
            <a:chOff x="-18983850" y="3710075"/>
            <a:chExt cx="232375" cy="302475"/>
          </a:xfrm>
        </p:grpSpPr>
        <p:sp>
          <p:nvSpPr>
            <p:cNvPr id="9044" name="Google Shape;9044;p148"/>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45" name="Google Shape;9045;p148"/>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46" name="Google Shape;9046;p148"/>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47" name="Google Shape;9047;p148"/>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48" name="Google Shape;9048;p148"/>
          <p:cNvGrpSpPr/>
          <p:nvPr/>
        </p:nvGrpSpPr>
        <p:grpSpPr>
          <a:xfrm>
            <a:off x="8143822" y="5594844"/>
            <a:ext cx="900940" cy="896360"/>
            <a:chOff x="-19020075" y="4084200"/>
            <a:chExt cx="304825" cy="303275"/>
          </a:xfrm>
        </p:grpSpPr>
        <p:sp>
          <p:nvSpPr>
            <p:cNvPr id="9049" name="Google Shape;9049;p148"/>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50" name="Google Shape;9050;p148"/>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51" name="Google Shape;9051;p148"/>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52" name="Google Shape;9052;p148"/>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53" name="Google Shape;9053;p148"/>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54" name="Google Shape;9054;p148"/>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55" name="Google Shape;9055;p148"/>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56" name="Google Shape;9056;p148"/>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57" name="Google Shape;9057;p148"/>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58" name="Google Shape;9058;p148"/>
          <p:cNvGrpSpPr/>
          <p:nvPr/>
        </p:nvGrpSpPr>
        <p:grpSpPr>
          <a:xfrm>
            <a:off x="13778353" y="3378002"/>
            <a:ext cx="793874" cy="900940"/>
            <a:chOff x="-17149475" y="3309200"/>
            <a:chExt cx="268600" cy="304825"/>
          </a:xfrm>
        </p:grpSpPr>
        <p:sp>
          <p:nvSpPr>
            <p:cNvPr id="9059" name="Google Shape;9059;p148"/>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60" name="Google Shape;9060;p148"/>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61" name="Google Shape;9061;p148"/>
          <p:cNvGrpSpPr/>
          <p:nvPr/>
        </p:nvGrpSpPr>
        <p:grpSpPr>
          <a:xfrm>
            <a:off x="13725965" y="4516241"/>
            <a:ext cx="898650" cy="840498"/>
            <a:chOff x="-17168375" y="3692750"/>
            <a:chExt cx="304050" cy="284375"/>
          </a:xfrm>
        </p:grpSpPr>
        <p:sp>
          <p:nvSpPr>
            <p:cNvPr id="9062" name="Google Shape;9062;p148"/>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63" name="Google Shape;9063;p148"/>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64" name="Google Shape;9064;p148"/>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65" name="Google Shape;9065;p148"/>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66" name="Google Shape;9066;p148"/>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67" name="Google Shape;9067;p148"/>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68" name="Google Shape;9068;p148"/>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69" name="Google Shape;9069;p148"/>
          <p:cNvGrpSpPr/>
          <p:nvPr/>
        </p:nvGrpSpPr>
        <p:grpSpPr>
          <a:xfrm>
            <a:off x="13718982" y="5593705"/>
            <a:ext cx="912616" cy="898650"/>
            <a:chOff x="-17170750" y="4058800"/>
            <a:chExt cx="308775" cy="304050"/>
          </a:xfrm>
        </p:grpSpPr>
        <p:sp>
          <p:nvSpPr>
            <p:cNvPr id="9070" name="Google Shape;9070;p148"/>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71" name="Google Shape;9071;p148"/>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72" name="Google Shape;9072;p148"/>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73" name="Google Shape;9073;p148"/>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74" name="Google Shape;9074;p148"/>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75" name="Google Shape;9075;p148"/>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76" name="Google Shape;9076;p148"/>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77" name="Google Shape;9077;p148"/>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78" name="Google Shape;9078;p148"/>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79" name="Google Shape;9079;p148"/>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80" name="Google Shape;9080;p148"/>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81" name="Google Shape;9081;p148"/>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82" name="Google Shape;9082;p148"/>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83" name="Google Shape;9083;p148"/>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84" name="Google Shape;9084;p148"/>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85" name="Google Shape;9085;p148"/>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86" name="Google Shape;9086;p148"/>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87" name="Google Shape;9087;p148"/>
          <p:cNvGrpSpPr/>
          <p:nvPr/>
        </p:nvGrpSpPr>
        <p:grpSpPr>
          <a:xfrm>
            <a:off x="11442776" y="6686716"/>
            <a:ext cx="900940" cy="893996"/>
            <a:chOff x="-15688425" y="3707725"/>
            <a:chExt cx="304825" cy="302475"/>
          </a:xfrm>
        </p:grpSpPr>
        <p:sp>
          <p:nvSpPr>
            <p:cNvPr id="9088" name="Google Shape;9088;p148"/>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89" name="Google Shape;9089;p148"/>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90" name="Google Shape;9090;p148"/>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91" name="Google Shape;9091;p148"/>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92" name="Google Shape;9092;p148"/>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93" name="Google Shape;9093;p148"/>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94" name="Google Shape;9094;p148"/>
          <p:cNvGrpSpPr/>
          <p:nvPr/>
        </p:nvGrpSpPr>
        <p:grpSpPr>
          <a:xfrm>
            <a:off x="3731089" y="3380883"/>
            <a:ext cx="903306" cy="895178"/>
            <a:chOff x="-20572500" y="3319025"/>
            <a:chExt cx="305625" cy="302875"/>
          </a:xfrm>
        </p:grpSpPr>
        <p:sp>
          <p:nvSpPr>
            <p:cNvPr id="9095" name="Google Shape;9095;p148"/>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96" name="Google Shape;9096;p148"/>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097" name="Google Shape;9097;p148"/>
          <p:cNvGrpSpPr/>
          <p:nvPr/>
        </p:nvGrpSpPr>
        <p:grpSpPr>
          <a:xfrm>
            <a:off x="3733417" y="4610820"/>
            <a:ext cx="898650" cy="651340"/>
            <a:chOff x="-20571700" y="3722875"/>
            <a:chExt cx="304050" cy="220375"/>
          </a:xfrm>
        </p:grpSpPr>
        <p:sp>
          <p:nvSpPr>
            <p:cNvPr id="9098" name="Google Shape;9098;p148"/>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099" name="Google Shape;9099;p148"/>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00" name="Google Shape;9100;p148"/>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01" name="Google Shape;9101;p148"/>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02" name="Google Shape;9102;p148"/>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03" name="Google Shape;9103;p148"/>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04" name="Google Shape;9104;p148"/>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05" name="Google Shape;9105;p148"/>
          <p:cNvGrpSpPr/>
          <p:nvPr/>
        </p:nvGrpSpPr>
        <p:grpSpPr>
          <a:xfrm>
            <a:off x="3732270" y="5592556"/>
            <a:ext cx="900940" cy="900940"/>
            <a:chOff x="-20571700" y="4066875"/>
            <a:chExt cx="304825" cy="304825"/>
          </a:xfrm>
        </p:grpSpPr>
        <p:sp>
          <p:nvSpPr>
            <p:cNvPr id="9106" name="Google Shape;9106;p148"/>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07" name="Google Shape;9107;p148"/>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08" name="Google Shape;9108;p148"/>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09" name="Google Shape;9109;p148"/>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10" name="Google Shape;9110;p148"/>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11" name="Google Shape;9111;p148"/>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12" name="Google Shape;9112;p148"/>
          <p:cNvGrpSpPr/>
          <p:nvPr/>
        </p:nvGrpSpPr>
        <p:grpSpPr>
          <a:xfrm>
            <a:off x="9265674" y="3376518"/>
            <a:ext cx="907960" cy="903896"/>
            <a:chOff x="-18645175" y="3334200"/>
            <a:chExt cx="307200" cy="305825"/>
          </a:xfrm>
        </p:grpSpPr>
        <p:sp>
          <p:nvSpPr>
            <p:cNvPr id="9113" name="Google Shape;9113;p148"/>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14" name="Google Shape;9114;p148"/>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15" name="Google Shape;9115;p148"/>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16" name="Google Shape;9116;p148"/>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17" name="Google Shape;9117;p148"/>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18" name="Google Shape;9118;p148"/>
          <p:cNvGrpSpPr/>
          <p:nvPr/>
        </p:nvGrpSpPr>
        <p:grpSpPr>
          <a:xfrm>
            <a:off x="9266858" y="4485979"/>
            <a:ext cx="905596" cy="901014"/>
            <a:chOff x="-18645175" y="3708500"/>
            <a:chExt cx="306400" cy="304850"/>
          </a:xfrm>
        </p:grpSpPr>
        <p:sp>
          <p:nvSpPr>
            <p:cNvPr id="9119" name="Google Shape;9119;p148"/>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20" name="Google Shape;9120;p148"/>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21" name="Google Shape;9121;p148"/>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22" name="Google Shape;9122;p148"/>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23" name="Google Shape;9123;p148"/>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24" name="Google Shape;9124;p148"/>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25" name="Google Shape;9125;p148"/>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26" name="Google Shape;9126;p148"/>
          <p:cNvGrpSpPr/>
          <p:nvPr/>
        </p:nvGrpSpPr>
        <p:grpSpPr>
          <a:xfrm>
            <a:off x="9262203" y="5591261"/>
            <a:ext cx="914906" cy="903526"/>
            <a:chOff x="-18647525" y="4082625"/>
            <a:chExt cx="309550" cy="305700"/>
          </a:xfrm>
        </p:grpSpPr>
        <p:sp>
          <p:nvSpPr>
            <p:cNvPr id="9127" name="Google Shape;9127;p148"/>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28" name="Google Shape;9128;p148"/>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29" name="Google Shape;9129;p148"/>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30" name="Google Shape;9130;p148"/>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31" name="Google Shape;9131;p148"/>
          <p:cNvGrpSpPr/>
          <p:nvPr/>
        </p:nvGrpSpPr>
        <p:grpSpPr>
          <a:xfrm>
            <a:off x="14882971" y="3379184"/>
            <a:ext cx="791510" cy="898576"/>
            <a:chOff x="-16775350" y="3309200"/>
            <a:chExt cx="267800" cy="304025"/>
          </a:xfrm>
        </p:grpSpPr>
        <p:sp>
          <p:nvSpPr>
            <p:cNvPr id="9132" name="Google Shape;9132;p148"/>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33" name="Google Shape;9133;p148"/>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34" name="Google Shape;9134;p148"/>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35" name="Google Shape;9135;p148"/>
          <p:cNvGrpSpPr/>
          <p:nvPr/>
        </p:nvGrpSpPr>
        <p:grpSpPr>
          <a:xfrm>
            <a:off x="14882971" y="4483655"/>
            <a:ext cx="791510" cy="905670"/>
            <a:chOff x="-16775350" y="3683300"/>
            <a:chExt cx="267800" cy="306425"/>
          </a:xfrm>
        </p:grpSpPr>
        <p:sp>
          <p:nvSpPr>
            <p:cNvPr id="9136" name="Google Shape;9136;p148"/>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37" name="Google Shape;9137;p148"/>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38" name="Google Shape;9138;p148"/>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39" name="Google Shape;9139;p148"/>
          <p:cNvGrpSpPr/>
          <p:nvPr/>
        </p:nvGrpSpPr>
        <p:grpSpPr>
          <a:xfrm>
            <a:off x="14827073" y="5593740"/>
            <a:ext cx="903306" cy="898576"/>
            <a:chOff x="-16794250" y="4058225"/>
            <a:chExt cx="305625" cy="304025"/>
          </a:xfrm>
        </p:grpSpPr>
        <p:sp>
          <p:nvSpPr>
            <p:cNvPr id="9140" name="Google Shape;9140;p148"/>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41" name="Google Shape;9141;p148"/>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42" name="Google Shape;9142;p148"/>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43" name="Google Shape;9143;p148"/>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44" name="Google Shape;9144;p148"/>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45" name="Google Shape;9145;p148"/>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46" name="Google Shape;9146;p148"/>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47" name="Google Shape;9147;p148"/>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48" name="Google Shape;9148;p148"/>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9149" name="Google Shape;9149;p148"/>
          <p:cNvSpPr/>
          <p:nvPr/>
        </p:nvSpPr>
        <p:spPr>
          <a:xfrm>
            <a:off x="15984410" y="3378168"/>
            <a:ext cx="905596" cy="90094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9150" name="Google Shape;9150;p148"/>
          <p:cNvGrpSpPr/>
          <p:nvPr/>
        </p:nvGrpSpPr>
        <p:grpSpPr>
          <a:xfrm>
            <a:off x="4829907" y="3379147"/>
            <a:ext cx="914906" cy="898650"/>
            <a:chOff x="-20199150" y="3317850"/>
            <a:chExt cx="309550" cy="304050"/>
          </a:xfrm>
        </p:grpSpPr>
        <p:sp>
          <p:nvSpPr>
            <p:cNvPr id="9151" name="Google Shape;9151;p148"/>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52" name="Google Shape;9152;p148"/>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53" name="Google Shape;9153;p148"/>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54" name="Google Shape;9154;p148"/>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55" name="Google Shape;9155;p148"/>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56" name="Google Shape;9156;p148"/>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57" name="Google Shape;9157;p148"/>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58" name="Google Shape;9158;p148"/>
          <p:cNvGrpSpPr/>
          <p:nvPr/>
        </p:nvGrpSpPr>
        <p:grpSpPr>
          <a:xfrm>
            <a:off x="4834562" y="4485722"/>
            <a:ext cx="905596" cy="901532"/>
            <a:chOff x="-20199150" y="3693150"/>
            <a:chExt cx="306400" cy="305025"/>
          </a:xfrm>
        </p:grpSpPr>
        <p:sp>
          <p:nvSpPr>
            <p:cNvPr id="9159" name="Google Shape;9159;p148"/>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60" name="Google Shape;9160;p148"/>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61" name="Google Shape;9161;p148"/>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62" name="Google Shape;9162;p148"/>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63" name="Google Shape;9163;p148"/>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64" name="Google Shape;9164;p148"/>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65" name="Google Shape;9165;p148"/>
          <p:cNvGrpSpPr/>
          <p:nvPr/>
        </p:nvGrpSpPr>
        <p:grpSpPr>
          <a:xfrm>
            <a:off x="4835709" y="5591375"/>
            <a:ext cx="903306" cy="903306"/>
            <a:chOff x="-20197575" y="4066875"/>
            <a:chExt cx="305625" cy="305625"/>
          </a:xfrm>
        </p:grpSpPr>
        <p:sp>
          <p:nvSpPr>
            <p:cNvPr id="9166" name="Google Shape;9166;p148"/>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67" name="Google Shape;9167;p148"/>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68" name="Google Shape;9168;p148"/>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69" name="Google Shape;9169;p148"/>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70" name="Google Shape;9170;p148"/>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71" name="Google Shape;9171;p148"/>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72" name="Google Shape;9172;p148"/>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73" name="Google Shape;9173;p148"/>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74" name="Google Shape;9174;p148"/>
          <p:cNvGrpSpPr/>
          <p:nvPr/>
        </p:nvGrpSpPr>
        <p:grpSpPr>
          <a:xfrm>
            <a:off x="10400143" y="3375040"/>
            <a:ext cx="898650" cy="906852"/>
            <a:chOff x="-18271050" y="3333200"/>
            <a:chExt cx="304050" cy="306825"/>
          </a:xfrm>
        </p:grpSpPr>
        <p:sp>
          <p:nvSpPr>
            <p:cNvPr id="9175" name="Google Shape;9175;p148"/>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76" name="Google Shape;9176;p148"/>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77" name="Google Shape;9177;p148"/>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78" name="Google Shape;9178;p148"/>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79" name="Google Shape;9179;p148"/>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80" name="Google Shape;9180;p148"/>
          <p:cNvGrpSpPr/>
          <p:nvPr/>
        </p:nvGrpSpPr>
        <p:grpSpPr>
          <a:xfrm>
            <a:off x="10401288" y="4488343"/>
            <a:ext cx="896360" cy="896286"/>
            <a:chOff x="-18270275" y="3710875"/>
            <a:chExt cx="303275" cy="303250"/>
          </a:xfrm>
        </p:grpSpPr>
        <p:sp>
          <p:nvSpPr>
            <p:cNvPr id="9181" name="Google Shape;9181;p148"/>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82" name="Google Shape;9182;p148"/>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83" name="Google Shape;9183;p148"/>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84" name="Google Shape;9184;p148"/>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85" name="Google Shape;9185;p148"/>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86" name="Google Shape;9186;p148"/>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87" name="Google Shape;9187;p148"/>
          <p:cNvGrpSpPr/>
          <p:nvPr/>
        </p:nvGrpSpPr>
        <p:grpSpPr>
          <a:xfrm>
            <a:off x="10508392" y="5594844"/>
            <a:ext cx="682152" cy="896360"/>
            <a:chOff x="-18234025" y="4084200"/>
            <a:chExt cx="230800" cy="303275"/>
          </a:xfrm>
        </p:grpSpPr>
        <p:sp>
          <p:nvSpPr>
            <p:cNvPr id="9188" name="Google Shape;9188;p148"/>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89" name="Google Shape;9189;p148"/>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90" name="Google Shape;9190;p148"/>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91" name="Google Shape;9191;p148"/>
          <p:cNvGrpSpPr/>
          <p:nvPr/>
        </p:nvGrpSpPr>
        <p:grpSpPr>
          <a:xfrm>
            <a:off x="4733503" y="6683282"/>
            <a:ext cx="898650" cy="900940"/>
            <a:chOff x="-16419350" y="3308400"/>
            <a:chExt cx="304050" cy="304825"/>
          </a:xfrm>
        </p:grpSpPr>
        <p:sp>
          <p:nvSpPr>
            <p:cNvPr id="9192" name="Google Shape;9192;p148"/>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93" name="Google Shape;9193;p148"/>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94" name="Google Shape;9194;p148"/>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95" name="Google Shape;9195;p148"/>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96" name="Google Shape;9196;p148"/>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97" name="Google Shape;9197;p148"/>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198" name="Google Shape;9198;p148"/>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199" name="Google Shape;9199;p148"/>
          <p:cNvGrpSpPr/>
          <p:nvPr/>
        </p:nvGrpSpPr>
        <p:grpSpPr>
          <a:xfrm>
            <a:off x="9276613" y="6680846"/>
            <a:ext cx="791510" cy="905744"/>
            <a:chOff x="-16401225" y="3683275"/>
            <a:chExt cx="267800" cy="306450"/>
          </a:xfrm>
        </p:grpSpPr>
        <p:sp>
          <p:nvSpPr>
            <p:cNvPr id="9200" name="Google Shape;9200;p148"/>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01" name="Google Shape;9201;p148"/>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02" name="Google Shape;9202;p148"/>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03" name="Google Shape;9203;p148"/>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04" name="Google Shape;9204;p148"/>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05" name="Google Shape;9205;p148"/>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06" name="Google Shape;9206;p148"/>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07" name="Google Shape;9207;p148"/>
          <p:cNvGrpSpPr/>
          <p:nvPr/>
        </p:nvGrpSpPr>
        <p:grpSpPr>
          <a:xfrm>
            <a:off x="16007510" y="5594124"/>
            <a:ext cx="900940" cy="896360"/>
            <a:chOff x="-16419350" y="4058200"/>
            <a:chExt cx="304825" cy="303275"/>
          </a:xfrm>
        </p:grpSpPr>
        <p:sp>
          <p:nvSpPr>
            <p:cNvPr id="9208" name="Google Shape;9208;p148"/>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09" name="Google Shape;9209;p148"/>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10" name="Google Shape;9210;p148"/>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11" name="Google Shape;9211;p148"/>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12" name="Google Shape;9212;p148"/>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13" name="Google Shape;9213;p148"/>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14" name="Google Shape;9214;p148"/>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15" name="Google Shape;9215;p148"/>
          <p:cNvGrpSpPr/>
          <p:nvPr/>
        </p:nvGrpSpPr>
        <p:grpSpPr>
          <a:xfrm>
            <a:off x="8061287" y="6686161"/>
            <a:ext cx="901014" cy="895178"/>
            <a:chOff x="-15296200" y="3326900"/>
            <a:chExt cx="304850" cy="302875"/>
          </a:xfrm>
        </p:grpSpPr>
        <p:sp>
          <p:nvSpPr>
            <p:cNvPr id="9216" name="Google Shape;9216;p148"/>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17" name="Google Shape;9217;p148"/>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18" name="Google Shape;9218;p148"/>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19" name="Google Shape;9219;p148"/>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20" name="Google Shape;9220;p148"/>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21" name="Google Shape;9221;p148"/>
          <p:cNvGrpSpPr/>
          <p:nvPr/>
        </p:nvGrpSpPr>
        <p:grpSpPr>
          <a:xfrm>
            <a:off x="5892592" y="3413762"/>
            <a:ext cx="973132" cy="829416"/>
            <a:chOff x="-19835275" y="3330250"/>
            <a:chExt cx="329250" cy="280625"/>
          </a:xfrm>
        </p:grpSpPr>
        <p:sp>
          <p:nvSpPr>
            <p:cNvPr id="9222" name="Google Shape;9222;p148"/>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23" name="Google Shape;9223;p148"/>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24" name="Google Shape;9224;p148"/>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25" name="Google Shape;9225;p148"/>
          <p:cNvGrpSpPr/>
          <p:nvPr/>
        </p:nvGrpSpPr>
        <p:grpSpPr>
          <a:xfrm>
            <a:off x="5928651" y="4486941"/>
            <a:ext cx="901014" cy="899094"/>
            <a:chOff x="-19822675" y="3692750"/>
            <a:chExt cx="304850" cy="304200"/>
          </a:xfrm>
        </p:grpSpPr>
        <p:sp>
          <p:nvSpPr>
            <p:cNvPr id="9226" name="Google Shape;9226;p148"/>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27" name="Google Shape;9227;p148"/>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28" name="Google Shape;9228;p148"/>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29" name="Google Shape;9229;p148"/>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30" name="Google Shape;9230;p148"/>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31" name="Google Shape;9231;p148"/>
          <p:cNvGrpSpPr/>
          <p:nvPr/>
        </p:nvGrpSpPr>
        <p:grpSpPr>
          <a:xfrm>
            <a:off x="5929833" y="5592556"/>
            <a:ext cx="898650" cy="900940"/>
            <a:chOff x="-19822675" y="4066875"/>
            <a:chExt cx="304050" cy="304825"/>
          </a:xfrm>
        </p:grpSpPr>
        <p:sp>
          <p:nvSpPr>
            <p:cNvPr id="9232" name="Google Shape;9232;p148"/>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33" name="Google Shape;9233;p148"/>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34" name="Google Shape;9234;p148"/>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35" name="Google Shape;9235;p148"/>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36" name="Google Shape;9236;p148"/>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37" name="Google Shape;9237;p148"/>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38" name="Google Shape;9238;p148"/>
          <p:cNvGrpSpPr/>
          <p:nvPr/>
        </p:nvGrpSpPr>
        <p:grpSpPr>
          <a:xfrm>
            <a:off x="11547970" y="3379143"/>
            <a:ext cx="798604" cy="898650"/>
            <a:chOff x="-17878825" y="3334400"/>
            <a:chExt cx="270200" cy="304050"/>
          </a:xfrm>
        </p:grpSpPr>
        <p:sp>
          <p:nvSpPr>
            <p:cNvPr id="9239" name="Google Shape;9239;p148"/>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40" name="Google Shape;9240;p148"/>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41" name="Google Shape;9241;p148"/>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42" name="Google Shape;9242;p148"/>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43" name="Google Shape;9243;p148"/>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44" name="Google Shape;9244;p148"/>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45" name="Google Shape;9245;p148"/>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46" name="Google Shape;9246;p148"/>
          <p:cNvGrpSpPr/>
          <p:nvPr/>
        </p:nvGrpSpPr>
        <p:grpSpPr>
          <a:xfrm>
            <a:off x="11495619" y="4484833"/>
            <a:ext cx="903306" cy="903306"/>
            <a:chOff x="-17896150" y="3709300"/>
            <a:chExt cx="305625" cy="305625"/>
          </a:xfrm>
        </p:grpSpPr>
        <p:sp>
          <p:nvSpPr>
            <p:cNvPr id="9247" name="Google Shape;9247;p148"/>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48" name="Google Shape;9248;p148"/>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49" name="Google Shape;9249;p148"/>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50" name="Google Shape;9250;p148"/>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51" name="Google Shape;9251;p148"/>
          <p:cNvGrpSpPr/>
          <p:nvPr/>
        </p:nvGrpSpPr>
        <p:grpSpPr>
          <a:xfrm>
            <a:off x="11551480" y="5591373"/>
            <a:ext cx="791584" cy="903306"/>
            <a:chOff x="-17878025" y="4082625"/>
            <a:chExt cx="267825" cy="305625"/>
          </a:xfrm>
        </p:grpSpPr>
        <p:sp>
          <p:nvSpPr>
            <p:cNvPr id="9252" name="Google Shape;9252;p148"/>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53" name="Google Shape;9253;p148"/>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54" name="Google Shape;9254;p148"/>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55" name="Google Shape;9255;p148"/>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56" name="Google Shape;9256;p148"/>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57" name="Google Shape;9257;p148"/>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58" name="Google Shape;9258;p148"/>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59" name="Google Shape;9259;p148"/>
          <p:cNvGrpSpPr/>
          <p:nvPr/>
        </p:nvGrpSpPr>
        <p:grpSpPr>
          <a:xfrm>
            <a:off x="5839265" y="6710030"/>
            <a:ext cx="901014" cy="847444"/>
            <a:chOff x="-16044450" y="3317850"/>
            <a:chExt cx="304850" cy="286725"/>
          </a:xfrm>
        </p:grpSpPr>
        <p:sp>
          <p:nvSpPr>
            <p:cNvPr id="9260" name="Google Shape;9260;p148"/>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61" name="Google Shape;9261;p148"/>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62" name="Google Shape;9262;p148"/>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63" name="Google Shape;9263;p148"/>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9264" name="Google Shape;9264;p148"/>
          <p:cNvSpPr/>
          <p:nvPr/>
        </p:nvSpPr>
        <p:spPr>
          <a:xfrm>
            <a:off x="10328706" y="6683951"/>
            <a:ext cx="896360" cy="901014"/>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9265" name="Google Shape;9265;p148"/>
          <p:cNvGrpSpPr/>
          <p:nvPr/>
        </p:nvGrpSpPr>
        <p:grpSpPr>
          <a:xfrm>
            <a:off x="16084298" y="4487448"/>
            <a:ext cx="747324" cy="898060"/>
            <a:chOff x="-16018450" y="4058400"/>
            <a:chExt cx="252850" cy="303850"/>
          </a:xfrm>
        </p:grpSpPr>
        <p:sp>
          <p:nvSpPr>
            <p:cNvPr id="9266" name="Google Shape;9266;p148"/>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67" name="Google Shape;9267;p148"/>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68" name="Google Shape;9268;p148"/>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69" name="Google Shape;9269;p148"/>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9270" name="Google Shape;9270;p148"/>
          <p:cNvSpPr/>
          <p:nvPr/>
        </p:nvSpPr>
        <p:spPr>
          <a:xfrm>
            <a:off x="12549730" y="6686315"/>
            <a:ext cx="898576" cy="896286"/>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274"/>
        <p:cNvGrpSpPr/>
        <p:nvPr/>
      </p:nvGrpSpPr>
      <p:grpSpPr>
        <a:xfrm>
          <a:off x="0" y="0"/>
          <a:ext cx="0" cy="0"/>
          <a:chOff x="0" y="0"/>
          <a:chExt cx="0" cy="0"/>
        </a:xfrm>
      </p:grpSpPr>
      <p:sp>
        <p:nvSpPr>
          <p:cNvPr id="9275" name="Google Shape;9275;p149"/>
          <p:cNvSpPr txBox="1">
            <a:spLocks noGrp="1"/>
          </p:cNvSpPr>
          <p:nvPr>
            <p:ph type="title" idx="4294967295"/>
          </p:nvPr>
        </p:nvSpPr>
        <p:spPr>
          <a:xfrm>
            <a:off x="2136200" y="1866900"/>
            <a:ext cx="14094600" cy="964800"/>
          </a:xfrm>
          <a:prstGeom prst="rect">
            <a:avLst/>
          </a:prstGeom>
        </p:spPr>
        <p:txBody>
          <a:bodyPr spcFirstLastPara="1" vert="horz" wrap="square" lIns="182850" tIns="182850" rIns="182850" bIns="182850" rtlCol="0" anchor="t" anchorCtr="0">
            <a:noAutofit/>
          </a:bodyPr>
          <a:lstStyle/>
          <a:p>
            <a:pPr algn="ctr">
              <a:spcBef>
                <a:spcPts val="0"/>
              </a:spcBef>
              <a:buClr>
                <a:srgbClr val="000000"/>
              </a:buClr>
              <a:buSzPts val="1100"/>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9276" name="Google Shape;9276;p149"/>
          <p:cNvGrpSpPr/>
          <p:nvPr/>
        </p:nvGrpSpPr>
        <p:grpSpPr>
          <a:xfrm>
            <a:off x="1691803" y="3378483"/>
            <a:ext cx="884674" cy="839246"/>
            <a:chOff x="-6696925" y="3272575"/>
            <a:chExt cx="307200" cy="291425"/>
          </a:xfrm>
        </p:grpSpPr>
        <p:sp>
          <p:nvSpPr>
            <p:cNvPr id="9277" name="Google Shape;9277;p149"/>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78" name="Google Shape;9278;p149"/>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79" name="Google Shape;9279;p149"/>
          <p:cNvGrpSpPr/>
          <p:nvPr/>
        </p:nvGrpSpPr>
        <p:grpSpPr>
          <a:xfrm>
            <a:off x="1691769" y="4409273"/>
            <a:ext cx="884746" cy="841550"/>
            <a:chOff x="-6690625" y="3631325"/>
            <a:chExt cx="307225" cy="292225"/>
          </a:xfrm>
        </p:grpSpPr>
        <p:sp>
          <p:nvSpPr>
            <p:cNvPr id="9280" name="Google Shape;9280;p149"/>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81" name="Google Shape;9281;p149"/>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82" name="Google Shape;9282;p149"/>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83" name="Google Shape;9283;p149"/>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84" name="Google Shape;9284;p149"/>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285" name="Google Shape;9285;p149"/>
          <p:cNvGrpSpPr/>
          <p:nvPr/>
        </p:nvGrpSpPr>
        <p:grpSpPr>
          <a:xfrm>
            <a:off x="1736011" y="5513945"/>
            <a:ext cx="843854" cy="838742"/>
            <a:chOff x="-6689825" y="3992050"/>
            <a:chExt cx="293025" cy="291250"/>
          </a:xfrm>
        </p:grpSpPr>
        <p:sp>
          <p:nvSpPr>
            <p:cNvPr id="9286" name="Google Shape;9286;p149"/>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87" name="Google Shape;9287;p149"/>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88" name="Google Shape;9288;p149"/>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89" name="Google Shape;9289;p149"/>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90" name="Google Shape;9290;p149"/>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91" name="Google Shape;9291;p149"/>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92" name="Google Shape;9292;p149"/>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93" name="Google Shape;9293;p149"/>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94" name="Google Shape;9294;p149"/>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95" name="Google Shape;9295;p149"/>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96" name="Google Shape;9296;p149"/>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297" name="Google Shape;9297;p149"/>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9298" name="Google Shape;9298;p149"/>
          <p:cNvSpPr/>
          <p:nvPr/>
        </p:nvSpPr>
        <p:spPr>
          <a:xfrm>
            <a:off x="7091708" y="3378399"/>
            <a:ext cx="869268" cy="838454"/>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9299" name="Google Shape;9299;p149"/>
          <p:cNvGrpSpPr/>
          <p:nvPr/>
        </p:nvGrpSpPr>
        <p:grpSpPr>
          <a:xfrm>
            <a:off x="7102635" y="4410385"/>
            <a:ext cx="846086" cy="839318"/>
            <a:chOff x="-4837325" y="3612425"/>
            <a:chExt cx="293800" cy="291450"/>
          </a:xfrm>
        </p:grpSpPr>
        <p:sp>
          <p:nvSpPr>
            <p:cNvPr id="9300" name="Google Shape;9300;p149"/>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01" name="Google Shape;9301;p149"/>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02" name="Google Shape;9302;p149"/>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03" name="Google Shape;9303;p149"/>
          <p:cNvGrpSpPr/>
          <p:nvPr/>
        </p:nvGrpSpPr>
        <p:grpSpPr>
          <a:xfrm>
            <a:off x="7128699" y="5513653"/>
            <a:ext cx="841550" cy="839318"/>
            <a:chOff x="-4837325" y="3971575"/>
            <a:chExt cx="292225" cy="291450"/>
          </a:xfrm>
        </p:grpSpPr>
        <p:sp>
          <p:nvSpPr>
            <p:cNvPr id="9304" name="Google Shape;9304;p149"/>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05" name="Google Shape;9305;p149"/>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06" name="Google Shape;9306;p149"/>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07" name="Google Shape;9307;p149"/>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08" name="Google Shape;9308;p149"/>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09" name="Google Shape;9309;p149"/>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10" name="Google Shape;9310;p149"/>
          <p:cNvGrpSpPr/>
          <p:nvPr/>
        </p:nvGrpSpPr>
        <p:grpSpPr>
          <a:xfrm>
            <a:off x="12512728" y="3428370"/>
            <a:ext cx="861996" cy="739460"/>
            <a:chOff x="-3037625" y="3254850"/>
            <a:chExt cx="299325" cy="256775"/>
          </a:xfrm>
        </p:grpSpPr>
        <p:sp>
          <p:nvSpPr>
            <p:cNvPr id="9311" name="Google Shape;9311;p149"/>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12" name="Google Shape;9312;p149"/>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13" name="Google Shape;9313;p149"/>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14" name="Google Shape;9314;p149"/>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15" name="Google Shape;9315;p149"/>
          <p:cNvGrpSpPr/>
          <p:nvPr/>
        </p:nvGrpSpPr>
        <p:grpSpPr>
          <a:xfrm>
            <a:off x="12520649" y="4409231"/>
            <a:ext cx="846158" cy="841622"/>
            <a:chOff x="-3031325" y="3597450"/>
            <a:chExt cx="293825" cy="292250"/>
          </a:xfrm>
        </p:grpSpPr>
        <p:sp>
          <p:nvSpPr>
            <p:cNvPr id="9316" name="Google Shape;9316;p149"/>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17" name="Google Shape;9317;p149"/>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18" name="Google Shape;9318;p149"/>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19" name="Google Shape;9319;p149"/>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20" name="Google Shape;9320;p149"/>
          <p:cNvGrpSpPr/>
          <p:nvPr/>
        </p:nvGrpSpPr>
        <p:grpSpPr>
          <a:xfrm>
            <a:off x="12545597" y="5562428"/>
            <a:ext cx="843854" cy="741764"/>
            <a:chOff x="-3030525" y="3973150"/>
            <a:chExt cx="293025" cy="257575"/>
          </a:xfrm>
        </p:grpSpPr>
        <p:sp>
          <p:nvSpPr>
            <p:cNvPr id="9321" name="Google Shape;9321;p149"/>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22" name="Google Shape;9322;p149"/>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23" name="Google Shape;9323;p149"/>
          <p:cNvGrpSpPr/>
          <p:nvPr/>
        </p:nvGrpSpPr>
        <p:grpSpPr>
          <a:xfrm>
            <a:off x="2748783" y="6738853"/>
            <a:ext cx="843854" cy="594390"/>
            <a:chOff x="-1199300" y="3279250"/>
            <a:chExt cx="293025" cy="206400"/>
          </a:xfrm>
        </p:grpSpPr>
        <p:sp>
          <p:nvSpPr>
            <p:cNvPr id="9324" name="Google Shape;9324;p149"/>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25" name="Google Shape;9325;p149"/>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26" name="Google Shape;9326;p149"/>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27" name="Google Shape;9327;p149"/>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28" name="Google Shape;9328;p149"/>
          <p:cNvGrpSpPr/>
          <p:nvPr/>
        </p:nvGrpSpPr>
        <p:grpSpPr>
          <a:xfrm>
            <a:off x="2762955" y="3377547"/>
            <a:ext cx="889210" cy="841118"/>
            <a:chOff x="-6338550" y="3272950"/>
            <a:chExt cx="308775" cy="292075"/>
          </a:xfrm>
        </p:grpSpPr>
        <p:sp>
          <p:nvSpPr>
            <p:cNvPr id="9329" name="Google Shape;9329;p149"/>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30" name="Google Shape;9330;p149"/>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31" name="Google Shape;9331;p149"/>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32" name="Google Shape;9332;p149"/>
          <p:cNvGrpSpPr/>
          <p:nvPr/>
        </p:nvGrpSpPr>
        <p:grpSpPr>
          <a:xfrm>
            <a:off x="2785635" y="4410389"/>
            <a:ext cx="843854" cy="839318"/>
            <a:chOff x="-6329100" y="3632100"/>
            <a:chExt cx="293025" cy="291450"/>
          </a:xfrm>
        </p:grpSpPr>
        <p:sp>
          <p:nvSpPr>
            <p:cNvPr id="9333" name="Google Shape;9333;p149"/>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34" name="Google Shape;9334;p149"/>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35" name="Google Shape;9335;p149"/>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36" name="Google Shape;9336;p149"/>
          <p:cNvGrpSpPr/>
          <p:nvPr/>
        </p:nvGrpSpPr>
        <p:grpSpPr>
          <a:xfrm>
            <a:off x="2811735" y="5513657"/>
            <a:ext cx="839246" cy="839318"/>
            <a:chOff x="-6329875" y="3992050"/>
            <a:chExt cx="291425" cy="291450"/>
          </a:xfrm>
        </p:grpSpPr>
        <p:sp>
          <p:nvSpPr>
            <p:cNvPr id="9337" name="Google Shape;9337;p149"/>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38" name="Google Shape;9338;p149"/>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39" name="Google Shape;9339;p149"/>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40" name="Google Shape;9340;p149"/>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41" name="Google Shape;9341;p149"/>
          <p:cNvGrpSpPr/>
          <p:nvPr/>
        </p:nvGrpSpPr>
        <p:grpSpPr>
          <a:xfrm>
            <a:off x="8184009" y="3375061"/>
            <a:ext cx="846158" cy="846086"/>
            <a:chOff x="-4478975" y="3251700"/>
            <a:chExt cx="293825" cy="293800"/>
          </a:xfrm>
        </p:grpSpPr>
        <p:sp>
          <p:nvSpPr>
            <p:cNvPr id="9342" name="Google Shape;9342;p149"/>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43" name="Google Shape;9343;p149"/>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44" name="Google Shape;9344;p149"/>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45" name="Google Shape;9345;p149"/>
          <p:cNvGrpSpPr/>
          <p:nvPr/>
        </p:nvGrpSpPr>
        <p:grpSpPr>
          <a:xfrm>
            <a:off x="8184009" y="4410385"/>
            <a:ext cx="846158" cy="839318"/>
            <a:chOff x="-4475825" y="3612425"/>
            <a:chExt cx="293825" cy="291450"/>
          </a:xfrm>
        </p:grpSpPr>
        <p:sp>
          <p:nvSpPr>
            <p:cNvPr id="9346" name="Google Shape;9346;p149"/>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47" name="Google Shape;9347;p149"/>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48" name="Google Shape;9348;p149"/>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49" name="Google Shape;9349;p149"/>
          <p:cNvGrpSpPr/>
          <p:nvPr/>
        </p:nvGrpSpPr>
        <p:grpSpPr>
          <a:xfrm>
            <a:off x="8202154" y="5513689"/>
            <a:ext cx="857460" cy="839246"/>
            <a:chOff x="-4480550" y="3970800"/>
            <a:chExt cx="297750" cy="291425"/>
          </a:xfrm>
        </p:grpSpPr>
        <p:sp>
          <p:nvSpPr>
            <p:cNvPr id="9350" name="Google Shape;9350;p149"/>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51" name="Google Shape;9351;p149"/>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52" name="Google Shape;9352;p149"/>
          <p:cNvGrpSpPr/>
          <p:nvPr/>
        </p:nvGrpSpPr>
        <p:grpSpPr>
          <a:xfrm>
            <a:off x="13609821" y="3378443"/>
            <a:ext cx="830246" cy="839318"/>
            <a:chOff x="-2668225" y="3239075"/>
            <a:chExt cx="288300" cy="291450"/>
          </a:xfrm>
        </p:grpSpPr>
        <p:sp>
          <p:nvSpPr>
            <p:cNvPr id="9353" name="Google Shape;9353;p149"/>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54" name="Google Shape;9354;p149"/>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55" name="Google Shape;9355;p149"/>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56" name="Google Shape;9356;p149"/>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57" name="Google Shape;9357;p149"/>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58" name="Google Shape;9358;p149"/>
          <p:cNvGrpSpPr/>
          <p:nvPr/>
        </p:nvGrpSpPr>
        <p:grpSpPr>
          <a:xfrm>
            <a:off x="13604133" y="4410383"/>
            <a:ext cx="841622" cy="839318"/>
            <a:chOff x="-2671375" y="3597450"/>
            <a:chExt cx="292250" cy="291450"/>
          </a:xfrm>
        </p:grpSpPr>
        <p:sp>
          <p:nvSpPr>
            <p:cNvPr id="9359" name="Google Shape;9359;p149"/>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60" name="Google Shape;9360;p149"/>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61" name="Google Shape;9361;p149"/>
          <p:cNvGrpSpPr/>
          <p:nvPr/>
        </p:nvGrpSpPr>
        <p:grpSpPr>
          <a:xfrm>
            <a:off x="13625699" y="5511383"/>
            <a:ext cx="846086" cy="843854"/>
            <a:chOff x="-2670575" y="3956600"/>
            <a:chExt cx="293800" cy="293025"/>
          </a:xfrm>
        </p:grpSpPr>
        <p:sp>
          <p:nvSpPr>
            <p:cNvPr id="9362" name="Google Shape;9362;p149"/>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63" name="Google Shape;9363;p149"/>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64" name="Google Shape;9364;p149"/>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65" name="Google Shape;9365;p149"/>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66" name="Google Shape;9366;p149"/>
          <p:cNvGrpSpPr/>
          <p:nvPr/>
        </p:nvGrpSpPr>
        <p:grpSpPr>
          <a:xfrm>
            <a:off x="6140740" y="6623895"/>
            <a:ext cx="852924" cy="836726"/>
            <a:chOff x="-1183550" y="3586525"/>
            <a:chExt cx="296175" cy="290550"/>
          </a:xfrm>
        </p:grpSpPr>
        <p:sp>
          <p:nvSpPr>
            <p:cNvPr id="9367" name="Google Shape;9367;p149"/>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68" name="Google Shape;9368;p149"/>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69" name="Google Shape;9369;p149"/>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70" name="Google Shape;9370;p149"/>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71" name="Google Shape;9371;p149"/>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72" name="Google Shape;9372;p149"/>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73" name="Google Shape;9373;p149"/>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74" name="Google Shape;9374;p149"/>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75" name="Google Shape;9375;p149"/>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76" name="Google Shape;9376;p149"/>
          <p:cNvGrpSpPr/>
          <p:nvPr/>
        </p:nvGrpSpPr>
        <p:grpSpPr>
          <a:xfrm>
            <a:off x="3867961" y="3379599"/>
            <a:ext cx="841622" cy="837014"/>
            <a:chOff x="-5971525" y="3273750"/>
            <a:chExt cx="292250" cy="290650"/>
          </a:xfrm>
        </p:grpSpPr>
        <p:sp>
          <p:nvSpPr>
            <p:cNvPr id="9377" name="Google Shape;9377;p149"/>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78" name="Google Shape;9378;p149"/>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79" name="Google Shape;9379;p149"/>
          <p:cNvGrpSpPr/>
          <p:nvPr/>
        </p:nvGrpSpPr>
        <p:grpSpPr>
          <a:xfrm>
            <a:off x="3856620" y="4407653"/>
            <a:ext cx="864300" cy="844790"/>
            <a:chOff x="-5974675" y="3632100"/>
            <a:chExt cx="300125" cy="293350"/>
          </a:xfrm>
        </p:grpSpPr>
        <p:sp>
          <p:nvSpPr>
            <p:cNvPr id="9380" name="Google Shape;9380;p149"/>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81" name="Google Shape;9381;p149"/>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82" name="Google Shape;9382;p149"/>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83" name="Google Shape;9383;p149"/>
          <p:cNvGrpSpPr/>
          <p:nvPr/>
        </p:nvGrpSpPr>
        <p:grpSpPr>
          <a:xfrm>
            <a:off x="3916703" y="5511389"/>
            <a:ext cx="791730" cy="843854"/>
            <a:chOff x="-5971525" y="3990475"/>
            <a:chExt cx="274925" cy="293025"/>
          </a:xfrm>
        </p:grpSpPr>
        <p:sp>
          <p:nvSpPr>
            <p:cNvPr id="9384" name="Google Shape;9384;p149"/>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85" name="Google Shape;9385;p149"/>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86" name="Google Shape;9386;p149"/>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87" name="Google Shape;9387;p149"/>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88" name="Google Shape;9388;p149"/>
          <p:cNvGrpSpPr/>
          <p:nvPr/>
        </p:nvGrpSpPr>
        <p:grpSpPr>
          <a:xfrm>
            <a:off x="9263117" y="3379597"/>
            <a:ext cx="841550" cy="837014"/>
            <a:chOff x="-4118225" y="3253275"/>
            <a:chExt cx="292225" cy="290650"/>
          </a:xfrm>
        </p:grpSpPr>
        <p:sp>
          <p:nvSpPr>
            <p:cNvPr id="9389" name="Google Shape;9389;p149"/>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90" name="Google Shape;9390;p149"/>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91" name="Google Shape;9391;p149"/>
          <p:cNvGrpSpPr/>
          <p:nvPr/>
        </p:nvGrpSpPr>
        <p:grpSpPr>
          <a:xfrm>
            <a:off x="9364016" y="4409845"/>
            <a:ext cx="639748" cy="840398"/>
            <a:chOff x="-4082800" y="3612425"/>
            <a:chExt cx="222150" cy="291825"/>
          </a:xfrm>
        </p:grpSpPr>
        <p:sp>
          <p:nvSpPr>
            <p:cNvPr id="9392" name="Google Shape;9392;p149"/>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93" name="Google Shape;9393;p149"/>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94" name="Google Shape;9394;p149"/>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395" name="Google Shape;9395;p149"/>
          <p:cNvGrpSpPr/>
          <p:nvPr/>
        </p:nvGrpSpPr>
        <p:grpSpPr>
          <a:xfrm>
            <a:off x="9286913" y="5539753"/>
            <a:ext cx="841550" cy="787122"/>
            <a:chOff x="-4118225" y="3990475"/>
            <a:chExt cx="292225" cy="273325"/>
          </a:xfrm>
        </p:grpSpPr>
        <p:sp>
          <p:nvSpPr>
            <p:cNvPr id="9396" name="Google Shape;9396;p149"/>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97" name="Google Shape;9397;p149"/>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98" name="Google Shape;9398;p149"/>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399" name="Google Shape;9399;p149"/>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00" name="Google Shape;9400;p149"/>
          <p:cNvGrpSpPr/>
          <p:nvPr/>
        </p:nvGrpSpPr>
        <p:grpSpPr>
          <a:xfrm>
            <a:off x="14708221" y="3376175"/>
            <a:ext cx="789426" cy="843854"/>
            <a:chOff x="-2312225" y="3238300"/>
            <a:chExt cx="274125" cy="293025"/>
          </a:xfrm>
        </p:grpSpPr>
        <p:sp>
          <p:nvSpPr>
            <p:cNvPr id="9401" name="Google Shape;9401;p149"/>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02" name="Google Shape;9402;p149"/>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03" name="Google Shape;9403;p149"/>
          <p:cNvGrpSpPr/>
          <p:nvPr/>
        </p:nvGrpSpPr>
        <p:grpSpPr>
          <a:xfrm>
            <a:off x="14682125" y="4307172"/>
            <a:ext cx="841622" cy="1045728"/>
            <a:chOff x="-2310650" y="3525775"/>
            <a:chExt cx="292250" cy="363125"/>
          </a:xfrm>
        </p:grpSpPr>
        <p:sp>
          <p:nvSpPr>
            <p:cNvPr id="9404" name="Google Shape;9404;p149"/>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05" name="Google Shape;9405;p149"/>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06" name="Google Shape;9406;p149"/>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07" name="Google Shape;9407;p149"/>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08" name="Google Shape;9408;p149"/>
          <p:cNvGrpSpPr/>
          <p:nvPr/>
        </p:nvGrpSpPr>
        <p:grpSpPr>
          <a:xfrm>
            <a:off x="14703655" y="5513651"/>
            <a:ext cx="846158" cy="839318"/>
            <a:chOff x="-2310650" y="3958175"/>
            <a:chExt cx="293825" cy="291450"/>
          </a:xfrm>
        </p:grpSpPr>
        <p:sp>
          <p:nvSpPr>
            <p:cNvPr id="9409" name="Google Shape;9409;p149"/>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10" name="Google Shape;9410;p149"/>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11" name="Google Shape;9411;p149"/>
          <p:cNvGrpSpPr/>
          <p:nvPr/>
        </p:nvGrpSpPr>
        <p:grpSpPr>
          <a:xfrm>
            <a:off x="9437377" y="6616919"/>
            <a:ext cx="848318" cy="839318"/>
            <a:chOff x="-1182750" y="3962900"/>
            <a:chExt cx="294575" cy="291450"/>
          </a:xfrm>
        </p:grpSpPr>
        <p:sp>
          <p:nvSpPr>
            <p:cNvPr id="9412" name="Google Shape;9412;p149"/>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13" name="Google Shape;9413;p149"/>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14" name="Google Shape;9414;p149"/>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15" name="Google Shape;9415;p149"/>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16" name="Google Shape;9416;p149"/>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17" name="Google Shape;9417;p149"/>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18" name="Google Shape;9418;p149"/>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19" name="Google Shape;9419;p149"/>
          <p:cNvGrpSpPr/>
          <p:nvPr/>
        </p:nvGrpSpPr>
        <p:grpSpPr>
          <a:xfrm>
            <a:off x="4943649" y="3378447"/>
            <a:ext cx="848390" cy="839318"/>
            <a:chOff x="-5611575" y="3272950"/>
            <a:chExt cx="294600" cy="291450"/>
          </a:xfrm>
        </p:grpSpPr>
        <p:sp>
          <p:nvSpPr>
            <p:cNvPr id="9420" name="Google Shape;9420;p149"/>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21" name="Google Shape;9421;p149"/>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22" name="Google Shape;9422;p149"/>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23" name="Google Shape;9423;p149"/>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24" name="Google Shape;9424;p149"/>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25" name="Google Shape;9425;p149"/>
          <p:cNvGrpSpPr/>
          <p:nvPr/>
        </p:nvGrpSpPr>
        <p:grpSpPr>
          <a:xfrm>
            <a:off x="4943649" y="4411541"/>
            <a:ext cx="848390" cy="837014"/>
            <a:chOff x="-5613150" y="3632900"/>
            <a:chExt cx="294600" cy="290650"/>
          </a:xfrm>
        </p:grpSpPr>
        <p:sp>
          <p:nvSpPr>
            <p:cNvPr id="9426" name="Google Shape;9426;p149"/>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27" name="Google Shape;9427;p149"/>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28" name="Google Shape;9428;p149"/>
          <p:cNvGrpSpPr/>
          <p:nvPr/>
        </p:nvGrpSpPr>
        <p:grpSpPr>
          <a:xfrm>
            <a:off x="4967445" y="5512541"/>
            <a:ext cx="848390" cy="841550"/>
            <a:chOff x="-5613150" y="3991275"/>
            <a:chExt cx="294600" cy="292225"/>
          </a:xfrm>
        </p:grpSpPr>
        <p:sp>
          <p:nvSpPr>
            <p:cNvPr id="9429" name="Google Shape;9429;p149"/>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30" name="Google Shape;9430;p149"/>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31" name="Google Shape;9431;p149"/>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32" name="Google Shape;9432;p149"/>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33" name="Google Shape;9433;p149"/>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34" name="Google Shape;9434;p149"/>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35" name="Google Shape;9435;p149"/>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36" name="Google Shape;9436;p149"/>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37" name="Google Shape;9437;p149"/>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38" name="Google Shape;9438;p149"/>
          <p:cNvGrpSpPr/>
          <p:nvPr/>
        </p:nvGrpSpPr>
        <p:grpSpPr>
          <a:xfrm>
            <a:off x="10310420" y="3378877"/>
            <a:ext cx="869268" cy="838454"/>
            <a:chOff x="-3768700" y="3253275"/>
            <a:chExt cx="301850" cy="291150"/>
          </a:xfrm>
        </p:grpSpPr>
        <p:sp>
          <p:nvSpPr>
            <p:cNvPr id="9439" name="Google Shape;9439;p149"/>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40" name="Google Shape;9440;p149"/>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41" name="Google Shape;9441;p149"/>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42" name="Google Shape;9442;p149"/>
          <p:cNvGrpSpPr/>
          <p:nvPr/>
        </p:nvGrpSpPr>
        <p:grpSpPr>
          <a:xfrm>
            <a:off x="10318586" y="4434181"/>
            <a:ext cx="852924" cy="791730"/>
            <a:chOff x="-3808700" y="3628950"/>
            <a:chExt cx="296175" cy="274925"/>
          </a:xfrm>
        </p:grpSpPr>
        <p:sp>
          <p:nvSpPr>
            <p:cNvPr id="9443" name="Google Shape;9443;p149"/>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44" name="Google Shape;9444;p149"/>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45" name="Google Shape;9445;p149"/>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46" name="Google Shape;9446;p149"/>
          <p:cNvGrpSpPr/>
          <p:nvPr/>
        </p:nvGrpSpPr>
        <p:grpSpPr>
          <a:xfrm>
            <a:off x="10449009" y="5512825"/>
            <a:ext cx="838886" cy="840974"/>
            <a:chOff x="-3771675" y="3971775"/>
            <a:chExt cx="291300" cy="292025"/>
          </a:xfrm>
        </p:grpSpPr>
        <p:sp>
          <p:nvSpPr>
            <p:cNvPr id="9447" name="Google Shape;9447;p149"/>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48" name="Google Shape;9448;p149"/>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49" name="Google Shape;9449;p149"/>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50" name="Google Shape;9450;p149"/>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51" name="Google Shape;9451;p149"/>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52" name="Google Shape;9452;p149"/>
          <p:cNvGrpSpPr/>
          <p:nvPr/>
        </p:nvGrpSpPr>
        <p:grpSpPr>
          <a:xfrm>
            <a:off x="15771897" y="3432922"/>
            <a:ext cx="840542" cy="641548"/>
            <a:chOff x="-1951475" y="3273100"/>
            <a:chExt cx="291875" cy="222775"/>
          </a:xfrm>
        </p:grpSpPr>
        <p:sp>
          <p:nvSpPr>
            <p:cNvPr id="9453" name="Google Shape;9453;p149"/>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54" name="Google Shape;9454;p149"/>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55" name="Google Shape;9455;p149"/>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56" name="Google Shape;9456;p149"/>
          <p:cNvGrpSpPr/>
          <p:nvPr/>
        </p:nvGrpSpPr>
        <p:grpSpPr>
          <a:xfrm>
            <a:off x="15766858" y="4410383"/>
            <a:ext cx="850620" cy="839318"/>
            <a:chOff x="-1951475" y="3597450"/>
            <a:chExt cx="295375" cy="291450"/>
          </a:xfrm>
        </p:grpSpPr>
        <p:sp>
          <p:nvSpPr>
            <p:cNvPr id="9457" name="Google Shape;9457;p149"/>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58" name="Google Shape;9458;p149"/>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59" name="Google Shape;9459;p149"/>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60" name="Google Shape;9460;p149"/>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61" name="Google Shape;9461;p149"/>
          <p:cNvGrpSpPr/>
          <p:nvPr/>
        </p:nvGrpSpPr>
        <p:grpSpPr>
          <a:xfrm>
            <a:off x="15771361" y="5513651"/>
            <a:ext cx="889210" cy="839318"/>
            <a:chOff x="-1960150" y="3956600"/>
            <a:chExt cx="308775" cy="291450"/>
          </a:xfrm>
        </p:grpSpPr>
        <p:sp>
          <p:nvSpPr>
            <p:cNvPr id="9462" name="Google Shape;9462;p149"/>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63" name="Google Shape;9463;p149"/>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64" name="Google Shape;9464;p149"/>
          <p:cNvGrpSpPr/>
          <p:nvPr/>
        </p:nvGrpSpPr>
        <p:grpSpPr>
          <a:xfrm>
            <a:off x="3879437" y="6615273"/>
            <a:ext cx="841550" cy="841550"/>
            <a:chOff x="-804700" y="3226500"/>
            <a:chExt cx="292225" cy="292225"/>
          </a:xfrm>
        </p:grpSpPr>
        <p:sp>
          <p:nvSpPr>
            <p:cNvPr id="9465" name="Google Shape;9465;p149"/>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66" name="Google Shape;9466;p149"/>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67" name="Google Shape;9467;p149"/>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68" name="Google Shape;9468;p149"/>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69" name="Google Shape;9469;p149"/>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70" name="Google Shape;9470;p149"/>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71" name="Google Shape;9471;p149"/>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72" name="Google Shape;9472;p149"/>
          <p:cNvGrpSpPr/>
          <p:nvPr/>
        </p:nvGrpSpPr>
        <p:grpSpPr>
          <a:xfrm>
            <a:off x="6039619" y="3377295"/>
            <a:ext cx="841550" cy="841622"/>
            <a:chOff x="-5251625" y="3272950"/>
            <a:chExt cx="292225" cy="292250"/>
          </a:xfrm>
        </p:grpSpPr>
        <p:sp>
          <p:nvSpPr>
            <p:cNvPr id="9473" name="Google Shape;9473;p149"/>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74" name="Google Shape;9474;p149"/>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75" name="Google Shape;9475;p149"/>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76" name="Google Shape;9476;p149"/>
          <p:cNvGrpSpPr/>
          <p:nvPr/>
        </p:nvGrpSpPr>
        <p:grpSpPr>
          <a:xfrm>
            <a:off x="6032814" y="4408697"/>
            <a:ext cx="855156" cy="842702"/>
            <a:chOff x="-5254775" y="3631325"/>
            <a:chExt cx="296950" cy="292625"/>
          </a:xfrm>
        </p:grpSpPr>
        <p:sp>
          <p:nvSpPr>
            <p:cNvPr id="9477" name="Google Shape;9477;p149"/>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78" name="Google Shape;9478;p149"/>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79" name="Google Shape;9479;p149"/>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80" name="Google Shape;9480;p149"/>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81" name="Google Shape;9481;p149"/>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82" name="Google Shape;9482;p149"/>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83" name="Google Shape;9483;p149"/>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84" name="Google Shape;9484;p149"/>
          <p:cNvGrpSpPr/>
          <p:nvPr/>
        </p:nvGrpSpPr>
        <p:grpSpPr>
          <a:xfrm>
            <a:off x="6064531" y="5512541"/>
            <a:ext cx="839318" cy="841550"/>
            <a:chOff x="-5251625" y="3991275"/>
            <a:chExt cx="291450" cy="292225"/>
          </a:xfrm>
        </p:grpSpPr>
        <p:sp>
          <p:nvSpPr>
            <p:cNvPr id="9485" name="Google Shape;9485;p149"/>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86" name="Google Shape;9486;p149"/>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87" name="Google Shape;9487;p149"/>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88" name="Google Shape;9488;p149"/>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89" name="Google Shape;9489;p149"/>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90" name="Google Shape;9490;p149"/>
          <p:cNvGrpSpPr/>
          <p:nvPr/>
        </p:nvGrpSpPr>
        <p:grpSpPr>
          <a:xfrm>
            <a:off x="11545696" y="3378481"/>
            <a:ext cx="639748" cy="839246"/>
            <a:chOff x="-3365275" y="3253275"/>
            <a:chExt cx="222150" cy="291425"/>
          </a:xfrm>
        </p:grpSpPr>
        <p:sp>
          <p:nvSpPr>
            <p:cNvPr id="9491" name="Google Shape;9491;p149"/>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92" name="Google Shape;9492;p149"/>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93" name="Google Shape;9493;p149"/>
          <p:cNvGrpSpPr/>
          <p:nvPr/>
        </p:nvGrpSpPr>
        <p:grpSpPr>
          <a:xfrm>
            <a:off x="11493572" y="4408117"/>
            <a:ext cx="743996" cy="843854"/>
            <a:chOff x="-3383375" y="3611625"/>
            <a:chExt cx="258350" cy="293025"/>
          </a:xfrm>
        </p:grpSpPr>
        <p:sp>
          <p:nvSpPr>
            <p:cNvPr id="9494" name="Google Shape;9494;p149"/>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95" name="Google Shape;9495;p149"/>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496" name="Google Shape;9496;p149"/>
          <p:cNvGrpSpPr/>
          <p:nvPr/>
        </p:nvGrpSpPr>
        <p:grpSpPr>
          <a:xfrm>
            <a:off x="11618271" y="5513653"/>
            <a:ext cx="542194" cy="839318"/>
            <a:chOff x="-3347950" y="3971575"/>
            <a:chExt cx="188275" cy="291450"/>
          </a:xfrm>
        </p:grpSpPr>
        <p:sp>
          <p:nvSpPr>
            <p:cNvPr id="9497" name="Google Shape;9497;p149"/>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98" name="Google Shape;9498;p149"/>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499" name="Google Shape;9499;p149"/>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00" name="Google Shape;9500;p149"/>
          <p:cNvGrpSpPr/>
          <p:nvPr/>
        </p:nvGrpSpPr>
        <p:grpSpPr>
          <a:xfrm>
            <a:off x="1717988" y="6614123"/>
            <a:ext cx="743996" cy="843854"/>
            <a:chOff x="-1575775" y="3238300"/>
            <a:chExt cx="258350" cy="293025"/>
          </a:xfrm>
        </p:grpSpPr>
        <p:sp>
          <p:nvSpPr>
            <p:cNvPr id="9501" name="Google Shape;9501;p149"/>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02" name="Google Shape;9502;p149"/>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03" name="Google Shape;9503;p149"/>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04" name="Google Shape;9504;p149"/>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05" name="Google Shape;9505;p149"/>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06" name="Google Shape;9506;p149"/>
          <p:cNvGrpSpPr/>
          <p:nvPr/>
        </p:nvGrpSpPr>
        <p:grpSpPr>
          <a:xfrm>
            <a:off x="5007785" y="6618103"/>
            <a:ext cx="846158" cy="848318"/>
            <a:chOff x="-1591550" y="3597475"/>
            <a:chExt cx="293825" cy="294575"/>
          </a:xfrm>
        </p:grpSpPr>
        <p:sp>
          <p:nvSpPr>
            <p:cNvPr id="9507" name="Google Shape;9507;p149"/>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08" name="Google Shape;9508;p149"/>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09" name="Google Shape;9509;p149"/>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10" name="Google Shape;9510;p149"/>
          <p:cNvGrpSpPr/>
          <p:nvPr/>
        </p:nvGrpSpPr>
        <p:grpSpPr>
          <a:xfrm>
            <a:off x="8306725" y="6637326"/>
            <a:ext cx="843854" cy="798496"/>
            <a:chOff x="-1592325" y="3957400"/>
            <a:chExt cx="293025" cy="277275"/>
          </a:xfrm>
        </p:grpSpPr>
        <p:sp>
          <p:nvSpPr>
            <p:cNvPr id="9511" name="Google Shape;9511;p149"/>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12" name="Google Shape;9512;p149"/>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13" name="Google Shape;9513;p149"/>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14" name="Google Shape;9514;p149"/>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15" name="Google Shape;9515;p149"/>
          <p:cNvGrpSpPr/>
          <p:nvPr/>
        </p:nvGrpSpPr>
        <p:grpSpPr>
          <a:xfrm>
            <a:off x="7280464" y="6621489"/>
            <a:ext cx="739460" cy="841550"/>
            <a:chOff x="-778700" y="3612425"/>
            <a:chExt cx="256775" cy="292225"/>
          </a:xfrm>
        </p:grpSpPr>
        <p:sp>
          <p:nvSpPr>
            <p:cNvPr id="9516" name="Google Shape;9516;p149"/>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17" name="Google Shape;9517;p149"/>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18" name="Google Shape;9518;p149"/>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19" name="Google Shape;9519;p149"/>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20" name="Google Shape;9520;p149"/>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21" name="Google Shape;9521;p149"/>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22" name="Google Shape;9522;p149"/>
          <p:cNvGrpSpPr/>
          <p:nvPr/>
        </p:nvGrpSpPr>
        <p:grpSpPr>
          <a:xfrm>
            <a:off x="12223467" y="7656611"/>
            <a:ext cx="681462" cy="775282"/>
            <a:chOff x="7728464" y="1561258"/>
            <a:chExt cx="349719" cy="397866"/>
          </a:xfrm>
        </p:grpSpPr>
        <p:sp>
          <p:nvSpPr>
            <p:cNvPr id="9523" name="Google Shape;9523;p149"/>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24" name="Google Shape;9524;p149"/>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25" name="Google Shape;9525;p149"/>
          <p:cNvGrpSpPr/>
          <p:nvPr/>
        </p:nvGrpSpPr>
        <p:grpSpPr>
          <a:xfrm>
            <a:off x="8069405" y="7656611"/>
            <a:ext cx="775362" cy="775282"/>
            <a:chOff x="5611350" y="1561258"/>
            <a:chExt cx="397907" cy="397866"/>
          </a:xfrm>
        </p:grpSpPr>
        <p:sp>
          <p:nvSpPr>
            <p:cNvPr id="9526" name="Google Shape;9526;p149"/>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27" name="Google Shape;9527;p149"/>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28" name="Google Shape;9528;p149"/>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29" name="Google Shape;9529;p149"/>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30" name="Google Shape;9530;p149"/>
          <p:cNvGrpSpPr/>
          <p:nvPr/>
        </p:nvGrpSpPr>
        <p:grpSpPr>
          <a:xfrm>
            <a:off x="9107974" y="7851143"/>
            <a:ext cx="775220" cy="386218"/>
            <a:chOff x="6140660" y="1661097"/>
            <a:chExt cx="397835" cy="198202"/>
          </a:xfrm>
        </p:grpSpPr>
        <p:sp>
          <p:nvSpPr>
            <p:cNvPr id="9531" name="Google Shape;9531;p149"/>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32" name="Google Shape;9532;p149"/>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33" name="Google Shape;9533;p149"/>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34" name="Google Shape;9534;p149"/>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35" name="Google Shape;9535;p149"/>
          <p:cNvGrpSpPr/>
          <p:nvPr/>
        </p:nvGrpSpPr>
        <p:grpSpPr>
          <a:xfrm>
            <a:off x="10146405" y="7656611"/>
            <a:ext cx="775362" cy="775282"/>
            <a:chOff x="6669907" y="1561258"/>
            <a:chExt cx="397907" cy="397866"/>
          </a:xfrm>
        </p:grpSpPr>
        <p:sp>
          <p:nvSpPr>
            <p:cNvPr id="9536" name="Google Shape;9536;p149"/>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37" name="Google Shape;9537;p149"/>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38" name="Google Shape;9538;p149"/>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39" name="Google Shape;9539;p149"/>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40" name="Google Shape;9540;p149"/>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41" name="Google Shape;9541;p149"/>
          <p:cNvGrpSpPr/>
          <p:nvPr/>
        </p:nvGrpSpPr>
        <p:grpSpPr>
          <a:xfrm>
            <a:off x="11184977" y="7656611"/>
            <a:ext cx="775282" cy="775282"/>
            <a:chOff x="7199196" y="1561258"/>
            <a:chExt cx="397866" cy="397866"/>
          </a:xfrm>
        </p:grpSpPr>
        <p:sp>
          <p:nvSpPr>
            <p:cNvPr id="9542" name="Google Shape;9542;p149"/>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43" name="Google Shape;9543;p149"/>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44" name="Google Shape;9544;p149"/>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45" name="Google Shape;9545;p149"/>
          <p:cNvGrpSpPr/>
          <p:nvPr/>
        </p:nvGrpSpPr>
        <p:grpSpPr>
          <a:xfrm>
            <a:off x="3916867" y="7771684"/>
            <a:ext cx="775362" cy="545144"/>
            <a:chOff x="3386036" y="1746339"/>
            <a:chExt cx="397907" cy="279762"/>
          </a:xfrm>
        </p:grpSpPr>
        <p:sp>
          <p:nvSpPr>
            <p:cNvPr id="9546" name="Google Shape;9546;p149"/>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47" name="Google Shape;9547;p149"/>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48" name="Google Shape;9548;p149"/>
          <p:cNvGrpSpPr/>
          <p:nvPr/>
        </p:nvGrpSpPr>
        <p:grpSpPr>
          <a:xfrm>
            <a:off x="5992261" y="7656577"/>
            <a:ext cx="775362" cy="775362"/>
            <a:chOff x="4417380" y="1687279"/>
            <a:chExt cx="397907" cy="397907"/>
          </a:xfrm>
        </p:grpSpPr>
        <p:sp>
          <p:nvSpPr>
            <p:cNvPr id="9549" name="Google Shape;9549;p149"/>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50" name="Google Shape;9550;p149"/>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51" name="Google Shape;9551;p149"/>
          <p:cNvGrpSpPr/>
          <p:nvPr/>
        </p:nvGrpSpPr>
        <p:grpSpPr>
          <a:xfrm>
            <a:off x="15885223" y="6617075"/>
            <a:ext cx="775322" cy="775322"/>
            <a:chOff x="2869999" y="1687279"/>
            <a:chExt cx="397887" cy="397887"/>
          </a:xfrm>
        </p:grpSpPr>
        <p:sp>
          <p:nvSpPr>
            <p:cNvPr id="9552" name="Google Shape;9552;p149"/>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53" name="Google Shape;9553;p149"/>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54" name="Google Shape;9554;p149"/>
          <p:cNvGrpSpPr/>
          <p:nvPr/>
        </p:nvGrpSpPr>
        <p:grpSpPr>
          <a:xfrm>
            <a:off x="4955437" y="7657329"/>
            <a:ext cx="773614" cy="773858"/>
            <a:chOff x="3902887" y="1687655"/>
            <a:chExt cx="397010" cy="397135"/>
          </a:xfrm>
        </p:grpSpPr>
        <p:sp>
          <p:nvSpPr>
            <p:cNvPr id="9555" name="Google Shape;9555;p149"/>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56" name="Google Shape;9556;p149"/>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57" name="Google Shape;9557;p149"/>
          <p:cNvGrpSpPr/>
          <p:nvPr/>
        </p:nvGrpSpPr>
        <p:grpSpPr>
          <a:xfrm>
            <a:off x="7030833" y="7656577"/>
            <a:ext cx="775362" cy="775362"/>
            <a:chOff x="4933458" y="1687279"/>
            <a:chExt cx="397907" cy="397907"/>
          </a:xfrm>
        </p:grpSpPr>
        <p:sp>
          <p:nvSpPr>
            <p:cNvPr id="9558" name="Google Shape;9558;p149"/>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59" name="Google Shape;9559;p149"/>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60" name="Google Shape;9560;p149"/>
          <p:cNvGrpSpPr/>
          <p:nvPr/>
        </p:nvGrpSpPr>
        <p:grpSpPr>
          <a:xfrm>
            <a:off x="12696735" y="6617075"/>
            <a:ext cx="775322" cy="775322"/>
            <a:chOff x="1379798" y="1723250"/>
            <a:chExt cx="397887" cy="397887"/>
          </a:xfrm>
        </p:grpSpPr>
        <p:sp>
          <p:nvSpPr>
            <p:cNvPr id="9561" name="Google Shape;9561;p149"/>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62" name="Google Shape;9562;p149"/>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63" name="Google Shape;9563;p149"/>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64" name="Google Shape;9564;p149"/>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65" name="Google Shape;9565;p149"/>
          <p:cNvGrpSpPr/>
          <p:nvPr/>
        </p:nvGrpSpPr>
        <p:grpSpPr>
          <a:xfrm>
            <a:off x="10572493" y="6617075"/>
            <a:ext cx="775362" cy="775322"/>
            <a:chOff x="266768" y="1721375"/>
            <a:chExt cx="397907" cy="397887"/>
          </a:xfrm>
        </p:grpSpPr>
        <p:sp>
          <p:nvSpPr>
            <p:cNvPr id="9566" name="Google Shape;9566;p149"/>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67" name="Google Shape;9567;p149"/>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grpSp>
        <p:nvGrpSpPr>
          <p:cNvPr id="9568" name="Google Shape;9568;p149"/>
          <p:cNvGrpSpPr/>
          <p:nvPr/>
        </p:nvGrpSpPr>
        <p:grpSpPr>
          <a:xfrm>
            <a:off x="11634655" y="6617075"/>
            <a:ext cx="775282" cy="775322"/>
            <a:chOff x="864491" y="1723250"/>
            <a:chExt cx="397866" cy="397887"/>
          </a:xfrm>
        </p:grpSpPr>
        <p:sp>
          <p:nvSpPr>
            <p:cNvPr id="9569" name="Google Shape;9569;p149"/>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70" name="Google Shape;9570;p149"/>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71" name="Google Shape;9571;p149"/>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
        <p:nvSpPr>
          <p:cNvPr id="9572" name="Google Shape;9572;p149"/>
          <p:cNvSpPr/>
          <p:nvPr/>
        </p:nvSpPr>
        <p:spPr>
          <a:xfrm>
            <a:off x="13758854" y="6687531"/>
            <a:ext cx="777692" cy="634290"/>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nvGrpSpPr>
          <p:cNvPr id="9573" name="Google Shape;9573;p149"/>
          <p:cNvGrpSpPr/>
          <p:nvPr/>
        </p:nvGrpSpPr>
        <p:grpSpPr>
          <a:xfrm>
            <a:off x="14823345" y="6617848"/>
            <a:ext cx="775078" cy="773776"/>
            <a:chOff x="2408992" y="1722875"/>
            <a:chExt cx="397761" cy="397093"/>
          </a:xfrm>
        </p:grpSpPr>
        <p:sp>
          <p:nvSpPr>
            <p:cNvPr id="9574" name="Google Shape;9574;p149"/>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sp>
          <p:nvSpPr>
            <p:cNvPr id="9575" name="Google Shape;9575;p149"/>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rgbClr val="5F7D95"/>
            </a:solidFill>
            <a:ln>
              <a:noFill/>
            </a:ln>
          </p:spPr>
          <p:txBody>
            <a:bodyPr spcFirstLastPara="1" wrap="square" lIns="182850" tIns="182850" rIns="182850" bIns="182850" anchor="ctr" anchorCtr="0">
              <a:noAutofit/>
            </a:bodyPr>
            <a:lstStyle/>
            <a:p>
              <a:endParaRPr sz="3600"/>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theme/theme1.xml><?xml version="1.0" encoding="utf-8"?>
<a:theme xmlns:a="http://schemas.openxmlformats.org/drawingml/2006/main" name="Office 佈景主題">
  <a:themeElements>
    <a:clrScheme name="Office 佈景主題">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佈景主題">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佈景主題">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383</TotalTime>
  <Words>291</Words>
  <Application>Microsoft Office PowerPoint</Application>
  <PresentationFormat>自訂</PresentationFormat>
  <Paragraphs>108</Paragraphs>
  <Slides>35</Slides>
  <Notes>13</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35</vt:i4>
      </vt:variant>
    </vt:vector>
  </HeadingPairs>
  <TitlesOfParts>
    <vt:vector size="43" baseType="lpstr">
      <vt:lpstr>Adobe 黑体 Std R</vt:lpstr>
      <vt:lpstr>華康華綜體W5</vt:lpstr>
      <vt:lpstr>Amatic SC</vt:lpstr>
      <vt:lpstr>Arial</vt:lpstr>
      <vt:lpstr>Calibri</vt:lpstr>
      <vt:lpstr>Calibri Light</vt:lpstr>
      <vt:lpstr>Roboto Medium</vt:lpstr>
      <vt:lpstr>Office 佈景主題</vt:lpstr>
      <vt:lpstr>開始</vt:lpstr>
      <vt:lpstr>開始</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Use our editable graphic resources... </vt:lpstr>
      <vt:lpstr>PowerPoint 簡報</vt:lpstr>
      <vt:lpstr>PowerPoint 簡報</vt:lpstr>
      <vt:lpstr>PowerPoint 簡報</vt:lpstr>
      <vt:lpstr>PowerPoint 簡報</vt:lpstr>
      <vt:lpstr>PowerPoint 簡報</vt:lpstr>
      <vt:lpstr>...and our sets of editable icons</vt:lpstr>
      <vt:lpstr>Educational Icons</vt:lpstr>
      <vt:lpstr>Business Icons</vt:lpstr>
      <vt:lpstr>Help &amp; Support Icons</vt:lpstr>
      <vt:lpstr>Creative Process Icons</vt:lpstr>
      <vt:lpstr>Nature Icons</vt:lpstr>
      <vt:lpstr>SEO &amp; Marketing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開始</dc:title>
  <dc:creator>靖妤 許</dc:creator>
  <cp:lastModifiedBy>靖妤 許</cp:lastModifiedBy>
  <cp:revision>46</cp:revision>
  <dcterms:created xsi:type="dcterms:W3CDTF">2026-03-31T03:40:12Z</dcterms:created>
  <dcterms:modified xsi:type="dcterms:W3CDTF">2026-04-27T05:26:29Z</dcterms:modified>
</cp:coreProperties>
</file>